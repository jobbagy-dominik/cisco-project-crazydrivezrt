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4252" r:id="rId4"/>
  </p:sldMasterIdLst>
  <p:notesMasterIdLst>
    <p:notesMasterId r:id="rId72"/>
  </p:notesMasterIdLst>
  <p:sldIdLst>
    <p:sldId id="256" r:id="rId5"/>
    <p:sldId id="257" r:id="rId6"/>
    <p:sldId id="258" r:id="rId7"/>
    <p:sldId id="259" r:id="rId8"/>
    <p:sldId id="260" r:id="rId9"/>
    <p:sldId id="333" r:id="rId10"/>
    <p:sldId id="343" r:id="rId11"/>
    <p:sldId id="261" r:id="rId12"/>
    <p:sldId id="262" r:id="rId13"/>
    <p:sldId id="263" r:id="rId14"/>
    <p:sldId id="264" r:id="rId15"/>
    <p:sldId id="265" r:id="rId16"/>
    <p:sldId id="344" r:id="rId17"/>
    <p:sldId id="345" r:id="rId18"/>
    <p:sldId id="266" r:id="rId19"/>
    <p:sldId id="316" r:id="rId20"/>
    <p:sldId id="317" r:id="rId21"/>
    <p:sldId id="269" r:id="rId22"/>
    <p:sldId id="275" r:id="rId23"/>
    <p:sldId id="341" r:id="rId24"/>
    <p:sldId id="330" r:id="rId25"/>
    <p:sldId id="271" r:id="rId26"/>
    <p:sldId id="331" r:id="rId27"/>
    <p:sldId id="319" r:id="rId28"/>
    <p:sldId id="278" r:id="rId29"/>
    <p:sldId id="277" r:id="rId30"/>
    <p:sldId id="282" r:id="rId31"/>
    <p:sldId id="342" r:id="rId32"/>
    <p:sldId id="321" r:id="rId33"/>
    <p:sldId id="322" r:id="rId34"/>
    <p:sldId id="279" r:id="rId35"/>
    <p:sldId id="318" r:id="rId36"/>
    <p:sldId id="323" r:id="rId37"/>
    <p:sldId id="326" r:id="rId38"/>
    <p:sldId id="327" r:id="rId39"/>
    <p:sldId id="328" r:id="rId40"/>
    <p:sldId id="329" r:id="rId41"/>
    <p:sldId id="324" r:id="rId42"/>
    <p:sldId id="325" r:id="rId43"/>
    <p:sldId id="337" r:id="rId44"/>
    <p:sldId id="338" r:id="rId45"/>
    <p:sldId id="339" r:id="rId46"/>
    <p:sldId id="291" r:id="rId47"/>
    <p:sldId id="292" r:id="rId48"/>
    <p:sldId id="293" r:id="rId49"/>
    <p:sldId id="294" r:id="rId50"/>
    <p:sldId id="296" r:id="rId51"/>
    <p:sldId id="297" r:id="rId52"/>
    <p:sldId id="298" r:id="rId53"/>
    <p:sldId id="301" r:id="rId54"/>
    <p:sldId id="302" r:id="rId55"/>
    <p:sldId id="303" r:id="rId56"/>
    <p:sldId id="305" r:id="rId57"/>
    <p:sldId id="308" r:id="rId58"/>
    <p:sldId id="306" r:id="rId59"/>
    <p:sldId id="307" r:id="rId60"/>
    <p:sldId id="332" r:id="rId61"/>
    <p:sldId id="309" r:id="rId62"/>
    <p:sldId id="310" r:id="rId63"/>
    <p:sldId id="311" r:id="rId64"/>
    <p:sldId id="312" r:id="rId65"/>
    <p:sldId id="313" r:id="rId66"/>
    <p:sldId id="314" r:id="rId67"/>
    <p:sldId id="334" r:id="rId68"/>
    <p:sldId id="336" r:id="rId69"/>
    <p:sldId id="335" r:id="rId70"/>
    <p:sldId id="315" r:id="rId71"/>
  </p:sldIdLst>
  <p:sldSz cx="10083800" cy="5676900"/>
  <p:notesSz cx="10083800" cy="56769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8E"/>
    <a:srgbClr val="265832"/>
    <a:srgbClr val="092935"/>
    <a:srgbClr val="09345B"/>
    <a:srgbClr val="3494BA"/>
    <a:srgbClr val="3465A3"/>
    <a:srgbClr val="E8EFF3"/>
    <a:srgbClr val="CDDCE7"/>
    <a:srgbClr val="5483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2EF983-79FE-4CD9-E2FB-6D7753D4A856}" v="56" dt="2026-03-25T11:42:34.777"/>
    <p1510:client id="{FA160B13-64A1-3FFF-2D3D-873A522BDA04}" v="38" dt="2026-03-24T07:49:32.91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0" d="100"/>
          <a:sy n="130" d="100"/>
        </p:scale>
        <p:origin x="696" y="12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76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slide" Target="slides/slide57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presProps" Target="presProps.xml"/><Relationship Id="rId78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bbágy Dominik" userId="S::jobbagydominik@irinyi-ref.hu::7a0505e5-a79a-451a-a631-c8935f5c50ce" providerId="AD" clId="Web-{B7F5FF58-BD95-E0B8-134A-9291F9DACF04}"/>
    <pc:docChg chg="addSld delSld modSld">
      <pc:chgData name="Jobbágy Dominik" userId="S::jobbagydominik@irinyi-ref.hu::7a0505e5-a79a-451a-a631-c8935f5c50ce" providerId="AD" clId="Web-{B7F5FF58-BD95-E0B8-134A-9291F9DACF04}" dt="2026-03-09T17:00:32.443" v="343" actId="14100"/>
      <pc:docMkLst>
        <pc:docMk/>
      </pc:docMkLst>
      <pc:sldChg chg="modSp">
        <pc:chgData name="Jobbágy Dominik" userId="S::jobbagydominik@irinyi-ref.hu::7a0505e5-a79a-451a-a631-c8935f5c50ce" providerId="AD" clId="Web-{B7F5FF58-BD95-E0B8-134A-9291F9DACF04}" dt="2026-03-09T16:33:33.313" v="18" actId="1076"/>
        <pc:sldMkLst>
          <pc:docMk/>
          <pc:sldMk cId="0" sldId="271"/>
        </pc:sldMkLst>
        <pc:spChg chg="mod">
          <ac:chgData name="Jobbágy Dominik" userId="S::jobbagydominik@irinyi-ref.hu::7a0505e5-a79a-451a-a631-c8935f5c50ce" providerId="AD" clId="Web-{B7F5FF58-BD95-E0B8-134A-9291F9DACF04}" dt="2026-03-09T16:33:19.766" v="14" actId="20577"/>
          <ac:spMkLst>
            <pc:docMk/>
            <pc:sldMk cId="0" sldId="271"/>
            <ac:spMk id="9" creationId="{FDFB4059-474B-5E39-793F-16D369E1CD28}"/>
          </ac:spMkLst>
        </pc:spChg>
        <pc:spChg chg="mod">
          <ac:chgData name="Jobbágy Dominik" userId="S::jobbagydominik@irinyi-ref.hu::7a0505e5-a79a-451a-a631-c8935f5c50ce" providerId="AD" clId="Web-{B7F5FF58-BD95-E0B8-134A-9291F9DACF04}" dt="2026-03-09T16:33:33.313" v="18" actId="1076"/>
          <ac:spMkLst>
            <pc:docMk/>
            <pc:sldMk cId="0" sldId="271"/>
            <ac:spMk id="11" creationId="{147CFE7D-48A6-2700-F0D9-4AD75F8F5ACF}"/>
          </ac:spMkLst>
        </pc:spChg>
      </pc:sldChg>
      <pc:sldChg chg="addSp modSp">
        <pc:chgData name="Jobbágy Dominik" userId="S::jobbagydominik@irinyi-ref.hu::7a0505e5-a79a-451a-a631-c8935f5c50ce" providerId="AD" clId="Web-{B7F5FF58-BD95-E0B8-134A-9291F9DACF04}" dt="2026-03-09T16:45:49.894" v="160" actId="14100"/>
        <pc:sldMkLst>
          <pc:docMk/>
          <pc:sldMk cId="0" sldId="279"/>
        </pc:sldMkLst>
        <pc:spChg chg="add mod">
          <ac:chgData name="Jobbágy Dominik" userId="S::jobbagydominik@irinyi-ref.hu::7a0505e5-a79a-451a-a631-c8935f5c50ce" providerId="AD" clId="Web-{B7F5FF58-BD95-E0B8-134A-9291F9DACF04}" dt="2026-03-09T16:44:17.190" v="127" actId="20577"/>
          <ac:spMkLst>
            <pc:docMk/>
            <pc:sldMk cId="0" sldId="279"/>
            <ac:spMk id="4" creationId="{D107674A-BF12-EE64-DBC7-22C71AA67D3C}"/>
          </ac:spMkLst>
        </pc:spChg>
        <pc:spChg chg="add mod">
          <ac:chgData name="Jobbágy Dominik" userId="S::jobbagydominik@irinyi-ref.hu::7a0505e5-a79a-451a-a631-c8935f5c50ce" providerId="AD" clId="Web-{B7F5FF58-BD95-E0B8-134A-9291F9DACF04}" dt="2026-03-09T16:45:33.722" v="156" actId="14100"/>
          <ac:spMkLst>
            <pc:docMk/>
            <pc:sldMk cId="0" sldId="279"/>
            <ac:spMk id="7" creationId="{F4801FB9-2694-8725-A1DB-92BF07825110}"/>
          </ac:spMkLst>
        </pc:spChg>
        <pc:spChg chg="add mod">
          <ac:chgData name="Jobbágy Dominik" userId="S::jobbagydominik@irinyi-ref.hu::7a0505e5-a79a-451a-a631-c8935f5c50ce" providerId="AD" clId="Web-{B7F5FF58-BD95-E0B8-134A-9291F9DACF04}" dt="2026-03-09T16:45:40.285" v="158" actId="1076"/>
          <ac:spMkLst>
            <pc:docMk/>
            <pc:sldMk cId="0" sldId="279"/>
            <ac:spMk id="8" creationId="{20ECF713-07C3-90D0-05BB-C90AA4F3A111}"/>
          </ac:spMkLst>
        </pc:spChg>
        <pc:spChg chg="add mod">
          <ac:chgData name="Jobbágy Dominik" userId="S::jobbagydominik@irinyi-ref.hu::7a0505e5-a79a-451a-a631-c8935f5c50ce" providerId="AD" clId="Web-{B7F5FF58-BD95-E0B8-134A-9291F9DACF04}" dt="2026-03-09T16:45:49.894" v="160" actId="14100"/>
          <ac:spMkLst>
            <pc:docMk/>
            <pc:sldMk cId="0" sldId="279"/>
            <ac:spMk id="9" creationId="{16327226-C82D-FA4B-5F5D-919442C9C968}"/>
          </ac:spMkLst>
        </pc:spChg>
      </pc:sldChg>
      <pc:sldChg chg="addSp modSp">
        <pc:chgData name="Jobbágy Dominik" userId="S::jobbagydominik@irinyi-ref.hu::7a0505e5-a79a-451a-a631-c8935f5c50ce" providerId="AD" clId="Web-{B7F5FF58-BD95-E0B8-134A-9291F9DACF04}" dt="2026-03-09T16:37:13.995" v="58" actId="14100"/>
        <pc:sldMkLst>
          <pc:docMk/>
          <pc:sldMk cId="0" sldId="282"/>
        </pc:sldMkLst>
        <pc:spChg chg="add mod">
          <ac:chgData name="Jobbágy Dominik" userId="S::jobbagydominik@irinyi-ref.hu::7a0505e5-a79a-451a-a631-c8935f5c50ce" providerId="AD" clId="Web-{B7F5FF58-BD95-E0B8-134A-9291F9DACF04}" dt="2026-03-09T16:36:55.166" v="52" actId="1076"/>
          <ac:spMkLst>
            <pc:docMk/>
            <pc:sldMk cId="0" sldId="282"/>
            <ac:spMk id="3" creationId="{C79A81EA-E90A-31D4-7B7B-07BAA9A38CB8}"/>
          </ac:spMkLst>
        </pc:spChg>
        <pc:spChg chg="add mod">
          <ac:chgData name="Jobbágy Dominik" userId="S::jobbagydominik@irinyi-ref.hu::7a0505e5-a79a-451a-a631-c8935f5c50ce" providerId="AD" clId="Web-{B7F5FF58-BD95-E0B8-134A-9291F9DACF04}" dt="2026-03-09T16:36:52.619" v="51" actId="1076"/>
          <ac:spMkLst>
            <pc:docMk/>
            <pc:sldMk cId="0" sldId="282"/>
            <ac:spMk id="4" creationId="{FA6D23C9-0A9C-CB8B-8DD3-53303E3733CB}"/>
          </ac:spMkLst>
        </pc:spChg>
        <pc:spChg chg="add mod">
          <ac:chgData name="Jobbágy Dominik" userId="S::jobbagydominik@irinyi-ref.hu::7a0505e5-a79a-451a-a631-c8935f5c50ce" providerId="AD" clId="Web-{B7F5FF58-BD95-E0B8-134A-9291F9DACF04}" dt="2026-03-09T16:37:07.104" v="55" actId="14100"/>
          <ac:spMkLst>
            <pc:docMk/>
            <pc:sldMk cId="0" sldId="282"/>
            <ac:spMk id="7" creationId="{C959FDAA-2207-BF67-3FF1-DC545D2D0460}"/>
          </ac:spMkLst>
        </pc:spChg>
        <pc:spChg chg="add mod">
          <ac:chgData name="Jobbágy Dominik" userId="S::jobbagydominik@irinyi-ref.hu::7a0505e5-a79a-451a-a631-c8935f5c50ce" providerId="AD" clId="Web-{B7F5FF58-BD95-E0B8-134A-9291F9DACF04}" dt="2026-03-09T16:37:13.995" v="58" actId="14100"/>
          <ac:spMkLst>
            <pc:docMk/>
            <pc:sldMk cId="0" sldId="282"/>
            <ac:spMk id="9" creationId="{4E3240F7-FCE8-6133-F787-5A62F893426C}"/>
          </ac:spMkLst>
        </pc:spChg>
      </pc:sldChg>
      <pc:sldChg chg="addSp modSp">
        <pc:chgData name="Jobbágy Dominik" userId="S::jobbagydominik@irinyi-ref.hu::7a0505e5-a79a-451a-a631-c8935f5c50ce" providerId="AD" clId="Web-{B7F5FF58-BD95-E0B8-134A-9291F9DACF04}" dt="2026-03-09T16:57:21.424" v="297" actId="14100"/>
        <pc:sldMkLst>
          <pc:docMk/>
          <pc:sldMk cId="0" sldId="310"/>
        </pc:sldMkLst>
        <pc:spChg chg="add mod">
          <ac:chgData name="Jobbágy Dominik" userId="S::jobbagydominik@irinyi-ref.hu::7a0505e5-a79a-451a-a631-c8935f5c50ce" providerId="AD" clId="Web-{B7F5FF58-BD95-E0B8-134A-9291F9DACF04}" dt="2026-03-09T16:56:46.221" v="294" actId="20577"/>
          <ac:spMkLst>
            <pc:docMk/>
            <pc:sldMk cId="0" sldId="310"/>
            <ac:spMk id="3" creationId="{3CDDE71D-EE8F-DEE1-499F-0BE854F139B3}"/>
          </ac:spMkLst>
        </pc:spChg>
        <pc:spChg chg="add mod">
          <ac:chgData name="Jobbágy Dominik" userId="S::jobbagydominik@irinyi-ref.hu::7a0505e5-a79a-451a-a631-c8935f5c50ce" providerId="AD" clId="Web-{B7F5FF58-BD95-E0B8-134A-9291F9DACF04}" dt="2026-03-09T16:57:21.424" v="297" actId="14100"/>
          <ac:spMkLst>
            <pc:docMk/>
            <pc:sldMk cId="0" sldId="310"/>
            <ac:spMk id="6" creationId="{D89DAFCC-4BCD-DD3C-562A-74057269E2CC}"/>
          </ac:spMkLst>
        </pc:spChg>
      </pc:sldChg>
      <pc:sldChg chg="addSp modSp">
        <pc:chgData name="Jobbágy Dominik" userId="S::jobbagydominik@irinyi-ref.hu::7a0505e5-a79a-451a-a631-c8935f5c50ce" providerId="AD" clId="Web-{B7F5FF58-BD95-E0B8-134A-9291F9DACF04}" dt="2026-03-09T16:58:31.582" v="318" actId="14100"/>
        <pc:sldMkLst>
          <pc:docMk/>
          <pc:sldMk cId="0" sldId="311"/>
        </pc:sldMkLst>
        <pc:spChg chg="add mod">
          <ac:chgData name="Jobbágy Dominik" userId="S::jobbagydominik@irinyi-ref.hu::7a0505e5-a79a-451a-a631-c8935f5c50ce" providerId="AD" clId="Web-{B7F5FF58-BD95-E0B8-134A-9291F9DACF04}" dt="2026-03-09T16:58:21.379" v="315" actId="1076"/>
          <ac:spMkLst>
            <pc:docMk/>
            <pc:sldMk cId="0" sldId="311"/>
            <ac:spMk id="3" creationId="{61652680-2C97-E550-EB1C-F0577EEEB22D}"/>
          </ac:spMkLst>
        </pc:spChg>
        <pc:spChg chg="add mod">
          <ac:chgData name="Jobbágy Dominik" userId="S::jobbagydominik@irinyi-ref.hu::7a0505e5-a79a-451a-a631-c8935f5c50ce" providerId="AD" clId="Web-{B7F5FF58-BD95-E0B8-134A-9291F9DACF04}" dt="2026-03-09T16:58:31.582" v="318" actId="14100"/>
          <ac:spMkLst>
            <pc:docMk/>
            <pc:sldMk cId="0" sldId="311"/>
            <ac:spMk id="6" creationId="{0527ACBF-D5DE-99BA-2131-58DE2380191F}"/>
          </ac:spMkLst>
        </pc:spChg>
      </pc:sldChg>
      <pc:sldChg chg="addSp modSp">
        <pc:chgData name="Jobbágy Dominik" userId="S::jobbagydominik@irinyi-ref.hu::7a0505e5-a79a-451a-a631-c8935f5c50ce" providerId="AD" clId="Web-{B7F5FF58-BD95-E0B8-134A-9291F9DACF04}" dt="2026-03-09T17:00:32.443" v="343" actId="14100"/>
        <pc:sldMkLst>
          <pc:docMk/>
          <pc:sldMk cId="0" sldId="312"/>
        </pc:sldMkLst>
        <pc:spChg chg="add mod">
          <ac:chgData name="Jobbágy Dominik" userId="S::jobbagydominik@irinyi-ref.hu::7a0505e5-a79a-451a-a631-c8935f5c50ce" providerId="AD" clId="Web-{B7F5FF58-BD95-E0B8-134A-9291F9DACF04}" dt="2026-03-09T17:00:21.506" v="340" actId="14100"/>
          <ac:spMkLst>
            <pc:docMk/>
            <pc:sldMk cId="0" sldId="312"/>
            <ac:spMk id="3" creationId="{744936E1-B6A5-B5D6-8802-A73BEC4AAA46}"/>
          </ac:spMkLst>
        </pc:spChg>
        <pc:spChg chg="add mod">
          <ac:chgData name="Jobbágy Dominik" userId="S::jobbagydominik@irinyi-ref.hu::7a0505e5-a79a-451a-a631-c8935f5c50ce" providerId="AD" clId="Web-{B7F5FF58-BD95-E0B8-134A-9291F9DACF04}" dt="2026-03-09T17:00:32.443" v="343" actId="14100"/>
          <ac:spMkLst>
            <pc:docMk/>
            <pc:sldMk cId="0" sldId="312"/>
            <ac:spMk id="6" creationId="{7D4DDB31-071A-853D-8D2D-31AC9BF165B0}"/>
          </ac:spMkLst>
        </pc:spChg>
      </pc:sldChg>
      <pc:sldChg chg="addSp delSp modSp">
        <pc:chgData name="Jobbágy Dominik" userId="S::jobbagydominik@irinyi-ref.hu::7a0505e5-a79a-451a-a631-c8935f5c50ce" providerId="AD" clId="Web-{B7F5FF58-BD95-E0B8-134A-9291F9DACF04}" dt="2026-03-09T16:47:18.489" v="179" actId="1076"/>
        <pc:sldMkLst>
          <pc:docMk/>
          <pc:sldMk cId="377736026" sldId="318"/>
        </pc:sldMkLst>
        <pc:spChg chg="add mod">
          <ac:chgData name="Jobbágy Dominik" userId="S::jobbagydominik@irinyi-ref.hu::7a0505e5-a79a-451a-a631-c8935f5c50ce" providerId="AD" clId="Web-{B7F5FF58-BD95-E0B8-134A-9291F9DACF04}" dt="2026-03-09T16:46:39.942" v="169" actId="20577"/>
          <ac:spMkLst>
            <pc:docMk/>
            <pc:sldMk cId="377736026" sldId="318"/>
            <ac:spMk id="7" creationId="{DD57300D-BB4E-056B-042E-35B6CC64C33A}"/>
          </ac:spMkLst>
        </pc:spChg>
        <pc:spChg chg="add">
          <ac:chgData name="Jobbágy Dominik" userId="S::jobbagydominik@irinyi-ref.hu::7a0505e5-a79a-451a-a631-c8935f5c50ce" providerId="AD" clId="Web-{B7F5FF58-BD95-E0B8-134A-9291F9DACF04}" dt="2026-03-09T16:46:17.645" v="163"/>
          <ac:spMkLst>
            <pc:docMk/>
            <pc:sldMk cId="377736026" sldId="318"/>
            <ac:spMk id="9" creationId="{052D88DE-98E4-BE0E-8385-EF71D434054A}"/>
          </ac:spMkLst>
        </pc:spChg>
        <pc:spChg chg="add mod">
          <ac:chgData name="Jobbágy Dominik" userId="S::jobbagydominik@irinyi-ref.hu::7a0505e5-a79a-451a-a631-c8935f5c50ce" providerId="AD" clId="Web-{B7F5FF58-BD95-E0B8-134A-9291F9DACF04}" dt="2026-03-09T16:47:18.489" v="179" actId="1076"/>
          <ac:spMkLst>
            <pc:docMk/>
            <pc:sldMk cId="377736026" sldId="318"/>
            <ac:spMk id="11" creationId="{6D96F658-CC5B-87AC-AB5E-9AC7E222305D}"/>
          </ac:spMkLst>
        </pc:spChg>
        <pc:spChg chg="add">
          <ac:chgData name="Jobbágy Dominik" userId="S::jobbagydominik@irinyi-ref.hu::7a0505e5-a79a-451a-a631-c8935f5c50ce" providerId="AD" clId="Web-{B7F5FF58-BD95-E0B8-134A-9291F9DACF04}" dt="2026-03-09T16:46:17.692" v="165"/>
          <ac:spMkLst>
            <pc:docMk/>
            <pc:sldMk cId="377736026" sldId="318"/>
            <ac:spMk id="13" creationId="{CBDD7116-F441-01E1-A5E8-F5F87586D664}"/>
          </ac:spMkLst>
        </pc:spChg>
      </pc:sldChg>
      <pc:sldChg chg="addSp modSp">
        <pc:chgData name="Jobbágy Dominik" userId="S::jobbagydominik@irinyi-ref.hu::7a0505e5-a79a-451a-a631-c8935f5c50ce" providerId="AD" clId="Web-{B7F5FF58-BD95-E0B8-134A-9291F9DACF04}" dt="2026-03-09T16:40:58.406" v="85" actId="14100"/>
        <pc:sldMkLst>
          <pc:docMk/>
          <pc:sldMk cId="3435478130" sldId="321"/>
        </pc:sldMkLst>
        <pc:spChg chg="add mod">
          <ac:chgData name="Jobbágy Dominik" userId="S::jobbagydominik@irinyi-ref.hu::7a0505e5-a79a-451a-a631-c8935f5c50ce" providerId="AD" clId="Web-{B7F5FF58-BD95-E0B8-134A-9291F9DACF04}" dt="2026-03-09T16:40:04.827" v="77" actId="20577"/>
          <ac:spMkLst>
            <pc:docMk/>
            <pc:sldMk cId="3435478130" sldId="321"/>
            <ac:spMk id="4" creationId="{7FDB3268-E932-4489-C22D-68845355BA6C}"/>
          </ac:spMkLst>
        </pc:spChg>
        <pc:spChg chg="add mod">
          <ac:chgData name="Jobbágy Dominik" userId="S::jobbagydominik@irinyi-ref.hu::7a0505e5-a79a-451a-a631-c8935f5c50ce" providerId="AD" clId="Web-{B7F5FF58-BD95-E0B8-134A-9291F9DACF04}" dt="2026-03-09T16:40:14.280" v="78" actId="14100"/>
          <ac:spMkLst>
            <pc:docMk/>
            <pc:sldMk cId="3435478130" sldId="321"/>
            <ac:spMk id="7" creationId="{B0DB1205-5159-87F3-9DC9-D47D30CEA3A0}"/>
          </ac:spMkLst>
        </pc:spChg>
        <pc:spChg chg="add mod">
          <ac:chgData name="Jobbágy Dominik" userId="S::jobbagydominik@irinyi-ref.hu::7a0505e5-a79a-451a-a631-c8935f5c50ce" providerId="AD" clId="Web-{B7F5FF58-BD95-E0B8-134A-9291F9DACF04}" dt="2026-03-09T16:40:47.343" v="82" actId="20577"/>
          <ac:spMkLst>
            <pc:docMk/>
            <pc:sldMk cId="3435478130" sldId="321"/>
            <ac:spMk id="8" creationId="{DF801D1A-26AF-4CD6-E63F-A5B0CEFB82EC}"/>
          </ac:spMkLst>
        </pc:spChg>
        <pc:spChg chg="add mod">
          <ac:chgData name="Jobbágy Dominik" userId="S::jobbagydominik@irinyi-ref.hu::7a0505e5-a79a-451a-a631-c8935f5c50ce" providerId="AD" clId="Web-{B7F5FF58-BD95-E0B8-134A-9291F9DACF04}" dt="2026-03-09T16:40:58.406" v="85" actId="14100"/>
          <ac:spMkLst>
            <pc:docMk/>
            <pc:sldMk cId="3435478130" sldId="321"/>
            <ac:spMk id="9" creationId="{89D8176C-6041-B77C-3F55-77FD3A8959EA}"/>
          </ac:spMkLst>
        </pc:spChg>
      </pc:sldChg>
      <pc:sldChg chg="addSp modSp">
        <pc:chgData name="Jobbágy Dominik" userId="S::jobbagydominik@irinyi-ref.hu::7a0505e5-a79a-451a-a631-c8935f5c50ce" providerId="AD" clId="Web-{B7F5FF58-BD95-E0B8-134A-9291F9DACF04}" dt="2026-03-09T16:43:03.845" v="122" actId="14100"/>
        <pc:sldMkLst>
          <pc:docMk/>
          <pc:sldMk cId="2700151282" sldId="322"/>
        </pc:sldMkLst>
        <pc:spChg chg="add mod">
          <ac:chgData name="Jobbágy Dominik" userId="S::jobbagydominik@irinyi-ref.hu::7a0505e5-a79a-451a-a631-c8935f5c50ce" providerId="AD" clId="Web-{B7F5FF58-BD95-E0B8-134A-9291F9DACF04}" dt="2026-03-09T16:42:49.127" v="118" actId="1076"/>
          <ac:spMkLst>
            <pc:docMk/>
            <pc:sldMk cId="2700151282" sldId="322"/>
            <ac:spMk id="4" creationId="{4F9373AD-03DF-EF55-EC22-C455EABBFC95}"/>
          </ac:spMkLst>
        </pc:spChg>
        <pc:spChg chg="add mod">
          <ac:chgData name="Jobbágy Dominik" userId="S::jobbagydominik@irinyi-ref.hu::7a0505e5-a79a-451a-a631-c8935f5c50ce" providerId="AD" clId="Web-{B7F5FF58-BD95-E0B8-134A-9291F9DACF04}" dt="2026-03-09T16:42:46.595" v="117" actId="1076"/>
          <ac:spMkLst>
            <pc:docMk/>
            <pc:sldMk cId="2700151282" sldId="322"/>
            <ac:spMk id="7" creationId="{C8B0DD39-DD78-A8D4-AD80-1711D964E51D}"/>
          </ac:spMkLst>
        </pc:spChg>
        <pc:spChg chg="add mod">
          <ac:chgData name="Jobbágy Dominik" userId="S::jobbagydominik@irinyi-ref.hu::7a0505e5-a79a-451a-a631-c8935f5c50ce" providerId="AD" clId="Web-{B7F5FF58-BD95-E0B8-134A-9291F9DACF04}" dt="2026-03-09T16:42:53.689" v="119" actId="1076"/>
          <ac:spMkLst>
            <pc:docMk/>
            <pc:sldMk cId="2700151282" sldId="322"/>
            <ac:spMk id="8" creationId="{D2FC22AB-504B-A3E1-E52E-4B76D5EDE7F7}"/>
          </ac:spMkLst>
        </pc:spChg>
        <pc:spChg chg="add mod">
          <ac:chgData name="Jobbágy Dominik" userId="S::jobbagydominik@irinyi-ref.hu::7a0505e5-a79a-451a-a631-c8935f5c50ce" providerId="AD" clId="Web-{B7F5FF58-BD95-E0B8-134A-9291F9DACF04}" dt="2026-03-09T16:43:03.845" v="122" actId="14100"/>
          <ac:spMkLst>
            <pc:docMk/>
            <pc:sldMk cId="2700151282" sldId="322"/>
            <ac:spMk id="9" creationId="{BDDC8FAA-3EAF-3ED6-ECBB-E8A7244FE01B}"/>
          </ac:spMkLst>
        </pc:spChg>
      </pc:sldChg>
      <pc:sldChg chg="addSp modSp">
        <pc:chgData name="Jobbágy Dominik" userId="S::jobbagydominik@irinyi-ref.hu::7a0505e5-a79a-451a-a631-c8935f5c50ce" providerId="AD" clId="Web-{B7F5FF58-BD95-E0B8-134A-9291F9DACF04}" dt="2026-03-09T16:54:03.904" v="263" actId="14100"/>
        <pc:sldMkLst>
          <pc:docMk/>
          <pc:sldMk cId="1146969108" sldId="324"/>
        </pc:sldMkLst>
        <pc:spChg chg="add mod">
          <ac:chgData name="Jobbágy Dominik" userId="S::jobbagydominik@irinyi-ref.hu::7a0505e5-a79a-451a-a631-c8935f5c50ce" providerId="AD" clId="Web-{B7F5FF58-BD95-E0B8-134A-9291F9DACF04}" dt="2026-03-09T16:53:27.949" v="250" actId="20577"/>
          <ac:spMkLst>
            <pc:docMk/>
            <pc:sldMk cId="1146969108" sldId="324"/>
            <ac:spMk id="4" creationId="{0434D409-80D5-E510-D9B9-2BA6E89C1BA7}"/>
          </ac:spMkLst>
        </pc:spChg>
        <pc:spChg chg="add mod">
          <ac:chgData name="Jobbágy Dominik" userId="S::jobbagydominik@irinyi-ref.hu::7a0505e5-a79a-451a-a631-c8935f5c50ce" providerId="AD" clId="Web-{B7F5FF58-BD95-E0B8-134A-9291F9DACF04}" dt="2026-03-09T16:53:56.091" v="261" actId="1076"/>
          <ac:spMkLst>
            <pc:docMk/>
            <pc:sldMk cId="1146969108" sldId="324"/>
            <ac:spMk id="7" creationId="{1F8AF20E-20AE-F0D4-A630-9410B75F4D63}"/>
          </ac:spMkLst>
        </pc:spChg>
        <pc:spChg chg="add">
          <ac:chgData name="Jobbágy Dominik" userId="S::jobbagydominik@irinyi-ref.hu::7a0505e5-a79a-451a-a631-c8935f5c50ce" providerId="AD" clId="Web-{B7F5FF58-BD95-E0B8-134A-9291F9DACF04}" dt="2026-03-09T16:53:11.089" v="245"/>
          <ac:spMkLst>
            <pc:docMk/>
            <pc:sldMk cId="1146969108" sldId="324"/>
            <ac:spMk id="9" creationId="{4756D1D8-6565-E69A-7F23-2DEF88FAF7A7}"/>
          </ac:spMkLst>
        </pc:spChg>
        <pc:spChg chg="add mod">
          <ac:chgData name="Jobbágy Dominik" userId="S::jobbagydominik@irinyi-ref.hu::7a0505e5-a79a-451a-a631-c8935f5c50ce" providerId="AD" clId="Web-{B7F5FF58-BD95-E0B8-134A-9291F9DACF04}" dt="2026-03-09T16:54:03.904" v="263" actId="14100"/>
          <ac:spMkLst>
            <pc:docMk/>
            <pc:sldMk cId="1146969108" sldId="324"/>
            <ac:spMk id="11" creationId="{67FC8D2C-9535-01E0-4BD6-5892BDEDF03A}"/>
          </ac:spMkLst>
        </pc:spChg>
      </pc:sldChg>
      <pc:sldChg chg="addSp modSp">
        <pc:chgData name="Jobbágy Dominik" userId="S::jobbagydominik@irinyi-ref.hu::7a0505e5-a79a-451a-a631-c8935f5c50ce" providerId="AD" clId="Web-{B7F5FF58-BD95-E0B8-134A-9291F9DACF04}" dt="2026-03-09T16:54:53.952" v="281" actId="20577"/>
        <pc:sldMkLst>
          <pc:docMk/>
          <pc:sldMk cId="3668265104" sldId="325"/>
        </pc:sldMkLst>
        <pc:spChg chg="add mod">
          <ac:chgData name="Jobbágy Dominik" userId="S::jobbagydominik@irinyi-ref.hu::7a0505e5-a79a-451a-a631-c8935f5c50ce" providerId="AD" clId="Web-{B7F5FF58-BD95-E0B8-134A-9291F9DACF04}" dt="2026-03-09T16:54:28.014" v="270" actId="20577"/>
          <ac:spMkLst>
            <pc:docMk/>
            <pc:sldMk cId="3668265104" sldId="325"/>
            <ac:spMk id="4" creationId="{D8299DAD-6CE6-0ACA-5456-9232563B4451}"/>
          </ac:spMkLst>
        </pc:spChg>
        <pc:spChg chg="add mod">
          <ac:chgData name="Jobbágy Dominik" userId="S::jobbagydominik@irinyi-ref.hu::7a0505e5-a79a-451a-a631-c8935f5c50ce" providerId="AD" clId="Web-{B7F5FF58-BD95-E0B8-134A-9291F9DACF04}" dt="2026-03-09T16:54:53.952" v="281" actId="20577"/>
          <ac:spMkLst>
            <pc:docMk/>
            <pc:sldMk cId="3668265104" sldId="325"/>
            <ac:spMk id="7" creationId="{EBE3A0D7-069B-C5A8-CA56-48E17E38707D}"/>
          </ac:spMkLst>
        </pc:spChg>
        <pc:spChg chg="add">
          <ac:chgData name="Jobbágy Dominik" userId="S::jobbagydominik@irinyi-ref.hu::7a0505e5-a79a-451a-a631-c8935f5c50ce" providerId="AD" clId="Web-{B7F5FF58-BD95-E0B8-134A-9291F9DACF04}" dt="2026-03-09T16:54:22.357" v="266"/>
          <ac:spMkLst>
            <pc:docMk/>
            <pc:sldMk cId="3668265104" sldId="325"/>
            <ac:spMk id="9" creationId="{37A0D816-CC8E-8438-4F1B-A16CD1CC9F8F}"/>
          </ac:spMkLst>
        </pc:spChg>
        <pc:spChg chg="add">
          <ac:chgData name="Jobbágy Dominik" userId="S::jobbagydominik@irinyi-ref.hu::7a0505e5-a79a-451a-a631-c8935f5c50ce" providerId="AD" clId="Web-{B7F5FF58-BD95-E0B8-134A-9291F9DACF04}" dt="2026-03-09T16:54:22.373" v="267"/>
          <ac:spMkLst>
            <pc:docMk/>
            <pc:sldMk cId="3668265104" sldId="325"/>
            <ac:spMk id="11" creationId="{99B2D13B-0724-91C5-008C-FE99395425E4}"/>
          </ac:spMkLst>
        </pc:spChg>
      </pc:sldChg>
      <pc:sldChg chg="addSp modSp">
        <pc:chgData name="Jobbágy Dominik" userId="S::jobbagydominik@irinyi-ref.hu::7a0505e5-a79a-451a-a631-c8935f5c50ce" providerId="AD" clId="Web-{B7F5FF58-BD95-E0B8-134A-9291F9DACF04}" dt="2026-03-09T16:48:38.839" v="198" actId="14100"/>
        <pc:sldMkLst>
          <pc:docMk/>
          <pc:sldMk cId="2066307713" sldId="326"/>
        </pc:sldMkLst>
        <pc:spChg chg="add mod">
          <ac:chgData name="Jobbágy Dominik" userId="S::jobbagydominik@irinyi-ref.hu::7a0505e5-a79a-451a-a631-c8935f5c50ce" providerId="AD" clId="Web-{B7F5FF58-BD95-E0B8-134A-9291F9DACF04}" dt="2026-03-09T16:48:21.509" v="192" actId="1076"/>
          <ac:spMkLst>
            <pc:docMk/>
            <pc:sldMk cId="2066307713" sldId="326"/>
            <ac:spMk id="3" creationId="{3072E1DD-5044-B10D-9832-C57B25C2ECE4}"/>
          </ac:spMkLst>
        </pc:spChg>
        <pc:spChg chg="add mod">
          <ac:chgData name="Jobbágy Dominik" userId="S::jobbagydominik@irinyi-ref.hu::7a0505e5-a79a-451a-a631-c8935f5c50ce" providerId="AD" clId="Web-{B7F5FF58-BD95-E0B8-134A-9291F9DACF04}" dt="2026-03-09T16:48:05.258" v="191" actId="20577"/>
          <ac:spMkLst>
            <pc:docMk/>
            <pc:sldMk cId="2066307713" sldId="326"/>
            <ac:spMk id="4" creationId="{6069786B-84C1-0BA0-BB46-A169F02B7FFE}"/>
          </ac:spMkLst>
        </pc:spChg>
        <pc:spChg chg="add mod">
          <ac:chgData name="Jobbágy Dominik" userId="S::jobbagydominik@irinyi-ref.hu::7a0505e5-a79a-451a-a631-c8935f5c50ce" providerId="AD" clId="Web-{B7F5FF58-BD95-E0B8-134A-9291F9DACF04}" dt="2026-03-09T16:48:31.432" v="195" actId="14100"/>
          <ac:spMkLst>
            <pc:docMk/>
            <pc:sldMk cId="2066307713" sldId="326"/>
            <ac:spMk id="7" creationId="{8B5C16EE-FA01-7A5B-737D-A57E90B823EE}"/>
          </ac:spMkLst>
        </pc:spChg>
        <pc:spChg chg="add mod">
          <ac:chgData name="Jobbágy Dominik" userId="S::jobbagydominik@irinyi-ref.hu::7a0505e5-a79a-451a-a631-c8935f5c50ce" providerId="AD" clId="Web-{B7F5FF58-BD95-E0B8-134A-9291F9DACF04}" dt="2026-03-09T16:48:38.839" v="198" actId="14100"/>
          <ac:spMkLst>
            <pc:docMk/>
            <pc:sldMk cId="2066307713" sldId="326"/>
            <ac:spMk id="9" creationId="{906B4529-7908-DBA4-3350-D9BA48F6C766}"/>
          </ac:spMkLst>
        </pc:spChg>
      </pc:sldChg>
      <pc:sldChg chg="addSp modSp">
        <pc:chgData name="Jobbágy Dominik" userId="S::jobbagydominik@irinyi-ref.hu::7a0505e5-a79a-451a-a631-c8935f5c50ce" providerId="AD" clId="Web-{B7F5FF58-BD95-E0B8-134A-9291F9DACF04}" dt="2026-03-09T16:49:41.094" v="209" actId="20577"/>
        <pc:sldMkLst>
          <pc:docMk/>
          <pc:sldMk cId="719398657" sldId="327"/>
        </pc:sldMkLst>
        <pc:spChg chg="add mod">
          <ac:chgData name="Jobbágy Dominik" userId="S::jobbagydominik@irinyi-ref.hu::7a0505e5-a79a-451a-a631-c8935f5c50ce" providerId="AD" clId="Web-{B7F5FF58-BD95-E0B8-134A-9291F9DACF04}" dt="2026-03-09T16:49:28.765" v="206" actId="20577"/>
          <ac:spMkLst>
            <pc:docMk/>
            <pc:sldMk cId="719398657" sldId="327"/>
            <ac:spMk id="4" creationId="{9504D11F-C6C0-2C0E-FAF9-0B5E3DBB9CE0}"/>
          </ac:spMkLst>
        </pc:spChg>
        <pc:spChg chg="add mod">
          <ac:chgData name="Jobbágy Dominik" userId="S::jobbagydominik@irinyi-ref.hu::7a0505e5-a79a-451a-a631-c8935f5c50ce" providerId="AD" clId="Web-{B7F5FF58-BD95-E0B8-134A-9291F9DACF04}" dt="2026-03-09T16:49:41.094" v="209" actId="20577"/>
          <ac:spMkLst>
            <pc:docMk/>
            <pc:sldMk cId="719398657" sldId="327"/>
            <ac:spMk id="7" creationId="{F75046A2-7D44-393D-0FEF-8B848F5612F3}"/>
          </ac:spMkLst>
        </pc:spChg>
        <pc:spChg chg="add">
          <ac:chgData name="Jobbágy Dominik" userId="S::jobbagydominik@irinyi-ref.hu::7a0505e5-a79a-451a-a631-c8935f5c50ce" providerId="AD" clId="Web-{B7F5FF58-BD95-E0B8-134A-9291F9DACF04}" dt="2026-03-09T16:49:13.998" v="201"/>
          <ac:spMkLst>
            <pc:docMk/>
            <pc:sldMk cId="719398657" sldId="327"/>
            <ac:spMk id="9" creationId="{34C15EED-21B0-9F26-F227-F6F1A8AD61BF}"/>
          </ac:spMkLst>
        </pc:spChg>
        <pc:spChg chg="add">
          <ac:chgData name="Jobbágy Dominik" userId="S::jobbagydominik@irinyi-ref.hu::7a0505e5-a79a-451a-a631-c8935f5c50ce" providerId="AD" clId="Web-{B7F5FF58-BD95-E0B8-134A-9291F9DACF04}" dt="2026-03-09T16:49:14.014" v="202"/>
          <ac:spMkLst>
            <pc:docMk/>
            <pc:sldMk cId="719398657" sldId="327"/>
            <ac:spMk id="11" creationId="{705D1FDB-CBAC-2EBB-A56E-EFEEC2C35767}"/>
          </ac:spMkLst>
        </pc:spChg>
      </pc:sldChg>
      <pc:sldChg chg="addSp modSp">
        <pc:chgData name="Jobbágy Dominik" userId="S::jobbagydominik@irinyi-ref.hu::7a0505e5-a79a-451a-a631-c8935f5c50ce" providerId="AD" clId="Web-{B7F5FF58-BD95-E0B8-134A-9291F9DACF04}" dt="2026-03-09T16:51:07.849" v="219" actId="14100"/>
        <pc:sldMkLst>
          <pc:docMk/>
          <pc:sldMk cId="3400614421" sldId="328"/>
        </pc:sldMkLst>
        <pc:spChg chg="add mod">
          <ac:chgData name="Jobbágy Dominik" userId="S::jobbagydominik@irinyi-ref.hu::7a0505e5-a79a-451a-a631-c8935f5c50ce" providerId="AD" clId="Web-{B7F5FF58-BD95-E0B8-134A-9291F9DACF04}" dt="2026-03-09T16:50:10.815" v="215" actId="20577"/>
          <ac:spMkLst>
            <pc:docMk/>
            <pc:sldMk cId="3400614421" sldId="328"/>
            <ac:spMk id="4" creationId="{9DF6486E-FB94-E055-269A-5D867BE10BD2}"/>
          </ac:spMkLst>
        </pc:spChg>
        <pc:spChg chg="add mod">
          <ac:chgData name="Jobbágy Dominik" userId="S::jobbagydominik@irinyi-ref.hu::7a0505e5-a79a-451a-a631-c8935f5c50ce" providerId="AD" clId="Web-{B7F5FF58-BD95-E0B8-134A-9291F9DACF04}" dt="2026-03-09T16:51:01.412" v="218" actId="20577"/>
          <ac:spMkLst>
            <pc:docMk/>
            <pc:sldMk cId="3400614421" sldId="328"/>
            <ac:spMk id="7" creationId="{D250B603-3348-3B88-370C-AE156C1C99FB}"/>
          </ac:spMkLst>
        </pc:spChg>
        <pc:spChg chg="add">
          <ac:chgData name="Jobbágy Dominik" userId="S::jobbagydominik@irinyi-ref.hu::7a0505e5-a79a-451a-a631-c8935f5c50ce" providerId="AD" clId="Web-{B7F5FF58-BD95-E0B8-134A-9291F9DACF04}" dt="2026-03-09T16:50:01.377" v="212"/>
          <ac:spMkLst>
            <pc:docMk/>
            <pc:sldMk cId="3400614421" sldId="328"/>
            <ac:spMk id="9" creationId="{3CEEA25B-EDBE-2F1C-A998-A0D38A224E12}"/>
          </ac:spMkLst>
        </pc:spChg>
        <pc:spChg chg="add mod">
          <ac:chgData name="Jobbágy Dominik" userId="S::jobbagydominik@irinyi-ref.hu::7a0505e5-a79a-451a-a631-c8935f5c50ce" providerId="AD" clId="Web-{B7F5FF58-BD95-E0B8-134A-9291F9DACF04}" dt="2026-03-09T16:51:07.849" v="219" actId="14100"/>
          <ac:spMkLst>
            <pc:docMk/>
            <pc:sldMk cId="3400614421" sldId="328"/>
            <ac:spMk id="11" creationId="{0E497545-4022-A506-C51A-7D9AC8EC4DF4}"/>
          </ac:spMkLst>
        </pc:spChg>
      </pc:sldChg>
      <pc:sldChg chg="addSp modSp">
        <pc:chgData name="Jobbágy Dominik" userId="S::jobbagydominik@irinyi-ref.hu::7a0505e5-a79a-451a-a631-c8935f5c50ce" providerId="AD" clId="Web-{B7F5FF58-BD95-E0B8-134A-9291F9DACF04}" dt="2026-03-09T16:53:23.793" v="249" actId="20577"/>
        <pc:sldMkLst>
          <pc:docMk/>
          <pc:sldMk cId="3925091149" sldId="329"/>
        </pc:sldMkLst>
        <pc:spChg chg="add mod">
          <ac:chgData name="Jobbágy Dominik" userId="S::jobbagydominik@irinyi-ref.hu::7a0505e5-a79a-451a-a631-c8935f5c50ce" providerId="AD" clId="Web-{B7F5FF58-BD95-E0B8-134A-9291F9DACF04}" dt="2026-03-09T16:53:23.793" v="249" actId="20577"/>
          <ac:spMkLst>
            <pc:docMk/>
            <pc:sldMk cId="3925091149" sldId="329"/>
            <ac:spMk id="4" creationId="{660DEE37-974E-C515-7A39-82911C0A1EDF}"/>
          </ac:spMkLst>
        </pc:spChg>
        <pc:spChg chg="add mod">
          <ac:chgData name="Jobbágy Dominik" userId="S::jobbagydominik@irinyi-ref.hu::7a0505e5-a79a-451a-a631-c8935f5c50ce" providerId="AD" clId="Web-{B7F5FF58-BD95-E0B8-134A-9291F9DACF04}" dt="2026-03-09T16:52:36.401" v="240" actId="1076"/>
          <ac:spMkLst>
            <pc:docMk/>
            <pc:sldMk cId="3925091149" sldId="329"/>
            <ac:spMk id="6" creationId="{801AB6A1-9ADB-7623-A3C9-72699F81D8A9}"/>
          </ac:spMkLst>
        </pc:spChg>
        <pc:spChg chg="add mod">
          <ac:chgData name="Jobbágy Dominik" userId="S::jobbagydominik@irinyi-ref.hu::7a0505e5-a79a-451a-a631-c8935f5c50ce" providerId="AD" clId="Web-{B7F5FF58-BD95-E0B8-134A-9291F9DACF04}" dt="2026-03-09T16:52:17.040" v="238" actId="1076"/>
          <ac:spMkLst>
            <pc:docMk/>
            <pc:sldMk cId="3925091149" sldId="329"/>
            <ac:spMk id="9" creationId="{ACC84024-902A-4D85-6EF4-DE080ECC8A87}"/>
          </ac:spMkLst>
        </pc:spChg>
        <pc:spChg chg="add mod">
          <ac:chgData name="Jobbágy Dominik" userId="S::jobbagydominik@irinyi-ref.hu::7a0505e5-a79a-451a-a631-c8935f5c50ce" providerId="AD" clId="Web-{B7F5FF58-BD95-E0B8-134A-9291F9DACF04}" dt="2026-03-09T16:52:43.416" v="242" actId="14100"/>
          <ac:spMkLst>
            <pc:docMk/>
            <pc:sldMk cId="3925091149" sldId="329"/>
            <ac:spMk id="11" creationId="{A03C5909-DE8F-DBA0-4767-E2A010F12C1C}"/>
          </ac:spMkLst>
        </pc:spChg>
      </pc:sldChg>
      <pc:sldChg chg="addSp modSp">
        <pc:chgData name="Jobbágy Dominik" userId="S::jobbagydominik@irinyi-ref.hu::7a0505e5-a79a-451a-a631-c8935f5c50ce" providerId="AD" clId="Web-{B7F5FF58-BD95-E0B8-134A-9291F9DACF04}" dt="2026-03-09T16:33:49.814" v="23" actId="1076"/>
        <pc:sldMkLst>
          <pc:docMk/>
          <pc:sldMk cId="2924703499" sldId="331"/>
        </pc:sldMkLst>
        <pc:spChg chg="add mod">
          <ac:chgData name="Jobbágy Dominik" userId="S::jobbagydominik@irinyi-ref.hu::7a0505e5-a79a-451a-a631-c8935f5c50ce" providerId="AD" clId="Web-{B7F5FF58-BD95-E0B8-134A-9291F9DACF04}" dt="2026-03-09T16:33:41.314" v="20" actId="14100"/>
          <ac:spMkLst>
            <pc:docMk/>
            <pc:sldMk cId="2924703499" sldId="331"/>
            <ac:spMk id="4" creationId="{19A7C36E-6A1B-6230-A4BB-E9DFE80A7B57}"/>
          </ac:spMkLst>
        </pc:spChg>
        <pc:spChg chg="mod">
          <ac:chgData name="Jobbágy Dominik" userId="S::jobbagydominik@irinyi-ref.hu::7a0505e5-a79a-451a-a631-c8935f5c50ce" providerId="AD" clId="Web-{B7F5FF58-BD95-E0B8-134A-9291F9DACF04}" dt="2026-03-09T16:33:49.814" v="23" actId="1076"/>
          <ac:spMkLst>
            <pc:docMk/>
            <pc:sldMk cId="2924703499" sldId="331"/>
            <ac:spMk id="9" creationId="{16BFD90B-E277-F78C-356A-9D6284A031F6}"/>
          </ac:spMkLst>
        </pc:spChg>
      </pc:sldChg>
      <pc:sldChg chg="modSp add replId">
        <pc:chgData name="Jobbágy Dominik" userId="S::jobbagydominik@irinyi-ref.hu::7a0505e5-a79a-451a-a631-c8935f5c50ce" providerId="AD" clId="Web-{B7F5FF58-BD95-E0B8-134A-9291F9DACF04}" dt="2026-03-09T16:38:42.044" v="70" actId="20577"/>
        <pc:sldMkLst>
          <pc:docMk/>
          <pc:sldMk cId="2066385949" sldId="342"/>
        </pc:sldMkLst>
        <pc:spChg chg="mod">
          <ac:chgData name="Jobbágy Dominik" userId="S::jobbagydominik@irinyi-ref.hu::7a0505e5-a79a-451a-a631-c8935f5c50ce" providerId="AD" clId="Web-{B7F5FF58-BD95-E0B8-134A-9291F9DACF04}" dt="2026-03-09T16:38:03.027" v="62" actId="20577"/>
          <ac:spMkLst>
            <pc:docMk/>
            <pc:sldMk cId="2066385949" sldId="342"/>
            <ac:spMk id="2" creationId="{89B6F7E8-8C41-7ADC-AAE1-CCA1CE68CA51}"/>
          </ac:spMkLst>
        </pc:spChg>
        <pc:spChg chg="mod">
          <ac:chgData name="Jobbágy Dominik" userId="S::jobbagydominik@irinyi-ref.hu::7a0505e5-a79a-451a-a631-c8935f5c50ce" providerId="AD" clId="Web-{B7F5FF58-BD95-E0B8-134A-9291F9DACF04}" dt="2026-03-09T16:38:19.262" v="64" actId="20577"/>
          <ac:spMkLst>
            <pc:docMk/>
            <pc:sldMk cId="2066385949" sldId="342"/>
            <ac:spMk id="3" creationId="{A2A4846A-2F2E-8A1D-74DD-0CE566928B26}"/>
          </ac:spMkLst>
        </pc:spChg>
        <pc:spChg chg="mod">
          <ac:chgData name="Jobbágy Dominik" userId="S::jobbagydominik@irinyi-ref.hu::7a0505e5-a79a-451a-a631-c8935f5c50ce" providerId="AD" clId="Web-{B7F5FF58-BD95-E0B8-134A-9291F9DACF04}" dt="2026-03-09T16:38:42.044" v="70" actId="20577"/>
          <ac:spMkLst>
            <pc:docMk/>
            <pc:sldMk cId="2066385949" sldId="342"/>
            <ac:spMk id="4" creationId="{667B2001-9552-ABC7-2DD2-66F7C9D2A9BF}"/>
          </ac:spMkLst>
        </pc:spChg>
      </pc:sldChg>
    </pc:docChg>
  </pc:docChgLst>
  <pc:docChgLst>
    <pc:chgData name="Vendégfelhasználó" userId="S::urn:spo:tenantanon#d290cc54-b29c-4d4f-acb3-a82030d14a4e::" providerId="AD" clId="Web-{6CE96E3E-0E29-C5A5-A7ED-B6B4CCA6DBC4}"/>
    <pc:docChg chg="addSld modSld sldOrd">
      <pc:chgData name="Vendégfelhasználó" userId="S::urn:spo:tenantanon#d290cc54-b29c-4d4f-acb3-a82030d14a4e::" providerId="AD" clId="Web-{6CE96E3E-0E29-C5A5-A7ED-B6B4CCA6DBC4}" dt="2026-03-09T09:34:42.039" v="608" actId="1076"/>
      <pc:docMkLst>
        <pc:docMk/>
      </pc:docMkLst>
      <pc:sldChg chg="modSp">
        <pc:chgData name="Vendégfelhasználó" userId="S::urn:spo:tenantanon#d290cc54-b29c-4d4f-acb3-a82030d14a4e::" providerId="AD" clId="Web-{6CE96E3E-0E29-C5A5-A7ED-B6B4CCA6DBC4}" dt="2026-03-09T09:13:44.576" v="399" actId="20577"/>
        <pc:sldMkLst>
          <pc:docMk/>
          <pc:sldMk cId="0" sldId="262"/>
        </pc:sldMkLst>
        <pc:spChg chg="mod">
          <ac:chgData name="Vendégfelhasználó" userId="S::urn:spo:tenantanon#d290cc54-b29c-4d4f-acb3-a82030d14a4e::" providerId="AD" clId="Web-{6CE96E3E-0E29-C5A5-A7ED-B6B4CCA6DBC4}" dt="2026-03-09T09:13:44.576" v="399" actId="20577"/>
          <ac:spMkLst>
            <pc:docMk/>
            <pc:sldMk cId="0" sldId="262"/>
            <ac:spMk id="3" creationId="{00000000-0000-0000-0000-000000000000}"/>
          </ac:spMkLst>
        </pc:spChg>
      </pc:sldChg>
      <pc:sldChg chg="addSp modSp">
        <pc:chgData name="Vendégfelhasználó" userId="S::urn:spo:tenantanon#d290cc54-b29c-4d4f-acb3-a82030d14a4e::" providerId="AD" clId="Web-{6CE96E3E-0E29-C5A5-A7ED-B6B4CCA6DBC4}" dt="2026-03-09T09:22:33.012" v="442" actId="14100"/>
        <pc:sldMkLst>
          <pc:docMk/>
          <pc:sldMk cId="0" sldId="266"/>
        </pc:sldMkLst>
        <pc:spChg chg="mod">
          <ac:chgData name="Vendégfelhasználó" userId="S::urn:spo:tenantanon#d290cc54-b29c-4d4f-acb3-a82030d14a4e::" providerId="AD" clId="Web-{6CE96E3E-0E29-C5A5-A7ED-B6B4CCA6DBC4}" dt="2026-03-09T08:50:12.338" v="245"/>
          <ac:spMkLst>
            <pc:docMk/>
            <pc:sldMk cId="0" sldId="266"/>
            <ac:spMk id="2" creationId="{00000000-0000-0000-0000-000000000000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8:50:12.338" v="247"/>
          <ac:spMkLst>
            <pc:docMk/>
            <pc:sldMk cId="0" sldId="266"/>
            <ac:spMk id="3" creationId="{55A54CA4-F1D3-E696-2D87-B0043FC98321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8:50:12.354" v="248"/>
          <ac:spMkLst>
            <pc:docMk/>
            <pc:sldMk cId="0" sldId="266"/>
            <ac:spMk id="4" creationId="{5DE7ABC1-EE7C-0462-932F-198FBD48F632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8:50:12.479" v="249"/>
          <ac:spMkLst>
            <pc:docMk/>
            <pc:sldMk cId="0" sldId="266"/>
            <ac:spMk id="5" creationId="{B6E22C5D-62FD-D8D8-1026-8FC1E74294E9}"/>
          </ac:spMkLst>
        </pc:spChg>
        <pc:spChg chg="mod">
          <ac:chgData name="Vendégfelhasználó" userId="S::urn:spo:tenantanon#d290cc54-b29c-4d4f-acb3-a82030d14a4e::" providerId="AD" clId="Web-{6CE96E3E-0E29-C5A5-A7ED-B6B4CCA6DBC4}" dt="2026-03-09T08:50:12.338" v="246"/>
          <ac:spMkLst>
            <pc:docMk/>
            <pc:sldMk cId="0" sldId="266"/>
            <ac:spMk id="6" creationId="{2E9A4232-0721-4C91-AD47-67F5A715F346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9:22:15.497" v="435" actId="1076"/>
          <ac:spMkLst>
            <pc:docMk/>
            <pc:sldMk cId="0" sldId="266"/>
            <ac:spMk id="7" creationId="{B7ACC7B9-1603-5CE3-BEEA-5FF348E6E587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9:22:25.340" v="439" actId="14100"/>
          <ac:spMkLst>
            <pc:docMk/>
            <pc:sldMk cId="0" sldId="266"/>
            <ac:spMk id="8" creationId="{54FB06FA-F4ED-1055-2571-1EFB156A8B93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9:22:33.012" v="442" actId="14100"/>
          <ac:spMkLst>
            <pc:docMk/>
            <pc:sldMk cId="0" sldId="266"/>
            <ac:spMk id="9" creationId="{A00B6992-6AAB-F21F-5CE6-AEFBD1899F94}"/>
          </ac:spMkLst>
        </pc:spChg>
      </pc:sldChg>
      <pc:sldChg chg="addSp modSp">
        <pc:chgData name="Vendégfelhasználó" userId="S::urn:spo:tenantanon#d290cc54-b29c-4d4f-acb3-a82030d14a4e::" providerId="AD" clId="Web-{6CE96E3E-0E29-C5A5-A7ED-B6B4CCA6DBC4}" dt="2026-03-09T09:24:11.810" v="460" actId="1076"/>
        <pc:sldMkLst>
          <pc:docMk/>
          <pc:sldMk cId="0" sldId="269"/>
        </pc:sldMkLst>
        <pc:spChg chg="add mod">
          <ac:chgData name="Vendégfelhasználó" userId="S::urn:spo:tenantanon#d290cc54-b29c-4d4f-acb3-a82030d14a4e::" providerId="AD" clId="Web-{6CE96E3E-0E29-C5A5-A7ED-B6B4CCA6DBC4}" dt="2026-03-09T08:58:17.226" v="278" actId="1076"/>
          <ac:spMkLst>
            <pc:docMk/>
            <pc:sldMk cId="0" sldId="269"/>
            <ac:spMk id="3" creationId="{56CB8805-5239-F9B7-3FD0-E324671A149A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8:58:41.633" v="292" actId="1076"/>
          <ac:spMkLst>
            <pc:docMk/>
            <pc:sldMk cId="0" sldId="269"/>
            <ac:spMk id="4" creationId="{FF4B7172-FEEE-170A-C203-3C2E8772F71C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8:59:03.133" v="306" actId="1076"/>
          <ac:spMkLst>
            <pc:docMk/>
            <pc:sldMk cId="0" sldId="269"/>
            <ac:spMk id="5" creationId="{9C210EEF-A67F-94A0-91D5-DC86FDB4B375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9:23:59.435" v="456" actId="14100"/>
          <ac:spMkLst>
            <pc:docMk/>
            <pc:sldMk cId="0" sldId="269"/>
            <ac:spMk id="8" creationId="{309B735C-2A7E-488B-FDB3-FFDBFAEE45E9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9:24:06.732" v="458" actId="1076"/>
          <ac:spMkLst>
            <pc:docMk/>
            <pc:sldMk cId="0" sldId="269"/>
            <ac:spMk id="9" creationId="{D9D3B483-FA64-D87B-947C-D3BF39E63534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9:24:11.810" v="460" actId="1076"/>
          <ac:spMkLst>
            <pc:docMk/>
            <pc:sldMk cId="0" sldId="269"/>
            <ac:spMk id="10" creationId="{69304F39-F84A-98FD-7B2C-F2D716DC498B}"/>
          </ac:spMkLst>
        </pc:spChg>
      </pc:sldChg>
      <pc:sldChg chg="addSp modSp">
        <pc:chgData name="Vendégfelhasználó" userId="S::urn:spo:tenantanon#d290cc54-b29c-4d4f-acb3-a82030d14a4e::" providerId="AD" clId="Web-{6CE96E3E-0E29-C5A5-A7ED-B6B4CCA6DBC4}" dt="2026-03-09T09:32:54.222" v="569" actId="20577"/>
        <pc:sldMkLst>
          <pc:docMk/>
          <pc:sldMk cId="0" sldId="271"/>
        </pc:sldMkLst>
        <pc:spChg chg="add mod">
          <ac:chgData name="Vendégfelhasználó" userId="S::urn:spo:tenantanon#d290cc54-b29c-4d4f-acb3-a82030d14a4e::" providerId="AD" clId="Web-{6CE96E3E-0E29-C5A5-A7ED-B6B4CCA6DBC4}" dt="2026-03-09T09:31:32.702" v="536" actId="20577"/>
          <ac:spMkLst>
            <pc:docMk/>
            <pc:sldMk cId="0" sldId="271"/>
            <ac:spMk id="3" creationId="{E261B891-499A-955D-FA04-B41279EF5578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9:32:37.971" v="561" actId="1076"/>
          <ac:spMkLst>
            <pc:docMk/>
            <pc:sldMk cId="0" sldId="271"/>
            <ac:spMk id="4" creationId="{22B79117-E7CA-9432-2B47-E0C48CB679B8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9:32:03.969" v="551" actId="14100"/>
          <ac:spMkLst>
            <pc:docMk/>
            <pc:sldMk cId="0" sldId="271"/>
            <ac:spMk id="6" creationId="{EFCE180B-3A0C-8770-1061-CF604D118F2D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9:32:33.658" v="560" actId="1076"/>
          <ac:spMkLst>
            <pc:docMk/>
            <pc:sldMk cId="0" sldId="271"/>
            <ac:spMk id="8" creationId="{2A8F9727-0BE7-9778-5559-BE0F0C609773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9:32:24.423" v="559" actId="20577"/>
          <ac:spMkLst>
            <pc:docMk/>
            <pc:sldMk cId="0" sldId="271"/>
            <ac:spMk id="9" creationId="{FDFB4059-474B-5E39-793F-16D369E1CD28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9:32:54.222" v="569" actId="20577"/>
          <ac:spMkLst>
            <pc:docMk/>
            <pc:sldMk cId="0" sldId="271"/>
            <ac:spMk id="11" creationId="{147CFE7D-48A6-2700-F0D9-4AD75F8F5ACF}"/>
          </ac:spMkLst>
        </pc:spChg>
      </pc:sldChg>
      <pc:sldChg chg="addSp modSp">
        <pc:chgData name="Vendégfelhasználó" userId="S::urn:spo:tenantanon#d290cc54-b29c-4d4f-acb3-a82030d14a4e::" providerId="AD" clId="Web-{6CE96E3E-0E29-C5A5-A7ED-B6B4CCA6DBC4}" dt="2026-03-09T09:25:02.655" v="473" actId="20577"/>
        <pc:sldMkLst>
          <pc:docMk/>
          <pc:sldMk cId="0" sldId="275"/>
        </pc:sldMkLst>
        <pc:spChg chg="add mod">
          <ac:chgData name="Vendégfelhasználó" userId="S::urn:spo:tenantanon#d290cc54-b29c-4d4f-acb3-a82030d14a4e::" providerId="AD" clId="Web-{6CE96E3E-0E29-C5A5-A7ED-B6B4CCA6DBC4}" dt="2026-03-09T09:25:02.655" v="473" actId="20577"/>
          <ac:spMkLst>
            <pc:docMk/>
            <pc:sldMk cId="0" sldId="275"/>
            <ac:spMk id="3" creationId="{37A588E8-C11C-0D97-E1D5-C90ABAD54517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9:07:31.690" v="368" actId="1076"/>
          <ac:spMkLst>
            <pc:docMk/>
            <pc:sldMk cId="0" sldId="275"/>
            <ac:spMk id="4" creationId="{84792F13-97ED-E5E7-D145-ECF075157F77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9:24:23.545" v="464" actId="14100"/>
          <ac:spMkLst>
            <pc:docMk/>
            <pc:sldMk cId="0" sldId="275"/>
            <ac:spMk id="7" creationId="{389A33B7-E707-C3B4-9976-080BCD7FD804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9:24:31.748" v="467" actId="14100"/>
          <ac:spMkLst>
            <pc:docMk/>
            <pc:sldMk cId="0" sldId="275"/>
            <ac:spMk id="9" creationId="{837D94C8-4F62-E32D-23C9-7B8EB04339B4}"/>
          </ac:spMkLst>
        </pc:spChg>
      </pc:sldChg>
      <pc:sldChg chg="addSp modSp">
        <pc:chgData name="Vendégfelhasználó" userId="S::urn:spo:tenantanon#d290cc54-b29c-4d4f-acb3-a82030d14a4e::" providerId="AD" clId="Web-{6CE96E3E-0E29-C5A5-A7ED-B6B4CCA6DBC4}" dt="2026-03-09T09:23:17.919" v="447" actId="1076"/>
        <pc:sldMkLst>
          <pc:docMk/>
          <pc:sldMk cId="2304099507" sldId="316"/>
        </pc:sldMkLst>
        <pc:spChg chg="mod">
          <ac:chgData name="Vendégfelhasználó" userId="S::urn:spo:tenantanon#d290cc54-b29c-4d4f-acb3-a82030d14a4e::" providerId="AD" clId="Web-{6CE96E3E-0E29-C5A5-A7ED-B6B4CCA6DBC4}" dt="2026-03-09T08:50:18.807" v="250"/>
          <ac:spMkLst>
            <pc:docMk/>
            <pc:sldMk cId="2304099507" sldId="316"/>
            <ac:spMk id="2" creationId="{00000000-0000-0000-0000-000000000000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8:50:18.823" v="252"/>
          <ac:spMkLst>
            <pc:docMk/>
            <pc:sldMk cId="2304099507" sldId="316"/>
            <ac:spMk id="3" creationId="{0C7D0786-5060-B261-B623-D61A698E739D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8:50:18.823" v="253"/>
          <ac:spMkLst>
            <pc:docMk/>
            <pc:sldMk cId="2304099507" sldId="316"/>
            <ac:spMk id="4" creationId="{8DE6ABCF-237F-BEEB-FB80-A66AB9E1C279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8:50:18.917" v="254"/>
          <ac:spMkLst>
            <pc:docMk/>
            <pc:sldMk cId="2304099507" sldId="316"/>
            <ac:spMk id="5" creationId="{95671C68-940A-0AF9-B8EC-E393B490632F}"/>
          </ac:spMkLst>
        </pc:spChg>
        <pc:spChg chg="mod">
          <ac:chgData name="Vendégfelhasználó" userId="S::urn:spo:tenantanon#d290cc54-b29c-4d4f-acb3-a82030d14a4e::" providerId="AD" clId="Web-{6CE96E3E-0E29-C5A5-A7ED-B6B4CCA6DBC4}" dt="2026-03-09T08:50:18.807" v="251"/>
          <ac:spMkLst>
            <pc:docMk/>
            <pc:sldMk cId="2304099507" sldId="316"/>
            <ac:spMk id="6" creationId="{1502411C-22E4-4909-B451-D7A7E7C0C263}"/>
          </ac:spMkLst>
        </pc:spChg>
        <pc:spChg chg="add">
          <ac:chgData name="Vendégfelhasználó" userId="S::urn:spo:tenantanon#d290cc54-b29c-4d4f-acb3-a82030d14a4e::" providerId="AD" clId="Web-{6CE96E3E-0E29-C5A5-A7ED-B6B4CCA6DBC4}" dt="2026-03-09T09:23:01.356" v="443"/>
          <ac:spMkLst>
            <pc:docMk/>
            <pc:sldMk cId="2304099507" sldId="316"/>
            <ac:spMk id="8" creationId="{198CF9BC-A86C-5E8D-DEEA-9AD12C9C70C0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9:23:09.685" v="445" actId="1076"/>
          <ac:spMkLst>
            <pc:docMk/>
            <pc:sldMk cId="2304099507" sldId="316"/>
            <ac:spMk id="10" creationId="{B4C5D214-6273-0B52-E172-6D2623097077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9:23:17.919" v="447" actId="1076"/>
          <ac:spMkLst>
            <pc:docMk/>
            <pc:sldMk cId="2304099507" sldId="316"/>
            <ac:spMk id="12" creationId="{E8BDDCCC-C676-2180-4596-0CA0D4323615}"/>
          </ac:spMkLst>
        </pc:spChg>
      </pc:sldChg>
      <pc:sldChg chg="addSp modSp">
        <pc:chgData name="Vendégfelhasználó" userId="S::urn:spo:tenantanon#d290cc54-b29c-4d4f-acb3-a82030d14a4e::" providerId="AD" clId="Web-{6CE96E3E-0E29-C5A5-A7ED-B6B4CCA6DBC4}" dt="2026-03-09T09:23:43.154" v="453" actId="1076"/>
        <pc:sldMkLst>
          <pc:docMk/>
          <pc:sldMk cId="1497661919" sldId="317"/>
        </pc:sldMkLst>
        <pc:spChg chg="mod">
          <ac:chgData name="Vendégfelhasználó" userId="S::urn:spo:tenantanon#d290cc54-b29c-4d4f-acb3-a82030d14a4e::" providerId="AD" clId="Web-{6CE96E3E-0E29-C5A5-A7ED-B6B4CCA6DBC4}" dt="2026-03-09T08:50:29.089" v="260"/>
          <ac:spMkLst>
            <pc:docMk/>
            <pc:sldMk cId="1497661919" sldId="317"/>
            <ac:spMk id="2" creationId="{00000000-0000-0000-0000-000000000000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8:50:29.089" v="262"/>
          <ac:spMkLst>
            <pc:docMk/>
            <pc:sldMk cId="1497661919" sldId="317"/>
            <ac:spMk id="3" creationId="{CED97D80-4EEA-899D-3F9E-45282000B5CD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8:50:29.089" v="263"/>
          <ac:spMkLst>
            <pc:docMk/>
            <pc:sldMk cId="1497661919" sldId="317"/>
            <ac:spMk id="4" creationId="{2B75EDCB-4976-6E4C-3EBC-9C90CC210FA9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8:50:29.183" v="264"/>
          <ac:spMkLst>
            <pc:docMk/>
            <pc:sldMk cId="1497661919" sldId="317"/>
            <ac:spMk id="5" creationId="{404A3C72-3A54-2A75-FD06-1CB3AEFC5B26}"/>
          </ac:spMkLst>
        </pc:spChg>
        <pc:spChg chg="mod">
          <ac:chgData name="Vendégfelhasználó" userId="S::urn:spo:tenantanon#d290cc54-b29c-4d4f-acb3-a82030d14a4e::" providerId="AD" clId="Web-{6CE96E3E-0E29-C5A5-A7ED-B6B4CCA6DBC4}" dt="2026-03-09T08:50:29.089" v="261"/>
          <ac:spMkLst>
            <pc:docMk/>
            <pc:sldMk cId="1497661919" sldId="317"/>
            <ac:spMk id="6" creationId="{674C2105-A690-42EC-9097-CC07FA93D73B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9:23:28.919" v="449" actId="1076"/>
          <ac:spMkLst>
            <pc:docMk/>
            <pc:sldMk cId="1497661919" sldId="317"/>
            <ac:spMk id="8" creationId="{65225BEA-45CE-4942-1E14-AC6F4246B972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9:23:33.685" v="451" actId="1076"/>
          <ac:spMkLst>
            <pc:docMk/>
            <pc:sldMk cId="1497661919" sldId="317"/>
            <ac:spMk id="10" creationId="{51ABBC44-6620-5BDF-1F05-1D6BF0651154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9:23:43.154" v="453" actId="1076"/>
          <ac:spMkLst>
            <pc:docMk/>
            <pc:sldMk cId="1497661919" sldId="317"/>
            <ac:spMk id="12" creationId="{0F49DC83-90B7-5314-F26B-2CBD4B024CDF}"/>
          </ac:spMkLst>
        </pc:spChg>
      </pc:sldChg>
      <pc:sldChg chg="addSp modSp">
        <pc:chgData name="Vendégfelhasználó" userId="S::urn:spo:tenantanon#d290cc54-b29c-4d4f-acb3-a82030d14a4e::" providerId="AD" clId="Web-{6CE96E3E-0E29-C5A5-A7ED-B6B4CCA6DBC4}" dt="2026-03-09T09:34:42.039" v="608" actId="1076"/>
        <pc:sldMkLst>
          <pc:docMk/>
          <pc:sldMk cId="2924703499" sldId="331"/>
        </pc:sldMkLst>
        <pc:spChg chg="add mod">
          <ac:chgData name="Vendégfelhasználó" userId="S::urn:spo:tenantanon#d290cc54-b29c-4d4f-acb3-a82030d14a4e::" providerId="AD" clId="Web-{6CE96E3E-0E29-C5A5-A7ED-B6B4CCA6DBC4}" dt="2026-03-09T09:33:41.833" v="583" actId="1076"/>
          <ac:spMkLst>
            <pc:docMk/>
            <pc:sldMk cId="2924703499" sldId="331"/>
            <ac:spMk id="3" creationId="{56F2AD61-8DD5-D423-5562-3E82F5F04B69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9:33:50.006" v="585" actId="1076"/>
          <ac:spMkLst>
            <pc:docMk/>
            <pc:sldMk cId="2924703499" sldId="331"/>
            <ac:spMk id="5" creationId="{1B92C902-3C0E-7CED-9693-566FC231EF9D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9:34:19.038" v="598" actId="1076"/>
          <ac:spMkLst>
            <pc:docMk/>
            <pc:sldMk cId="2924703499" sldId="331"/>
            <ac:spMk id="6" creationId="{0648DAD9-9247-B085-77D9-83C293C99F69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9:34:15.819" v="597" actId="1076"/>
          <ac:spMkLst>
            <pc:docMk/>
            <pc:sldMk cId="2924703499" sldId="331"/>
            <ac:spMk id="8" creationId="{BF1F5C10-C969-BC6B-2C54-02016E6B0387}"/>
          </ac:spMkLst>
        </pc:spChg>
        <pc:spChg chg="add mod">
          <ac:chgData name="Vendégfelhasználó" userId="S::urn:spo:tenantanon#d290cc54-b29c-4d4f-acb3-a82030d14a4e::" providerId="AD" clId="Web-{6CE96E3E-0E29-C5A5-A7ED-B6B4CCA6DBC4}" dt="2026-03-09T09:34:42.039" v="608" actId="1076"/>
          <ac:spMkLst>
            <pc:docMk/>
            <pc:sldMk cId="2924703499" sldId="331"/>
            <ac:spMk id="9" creationId="{16BFD90B-E277-F78C-356A-9D6284A031F6}"/>
          </ac:spMkLst>
        </pc:spChg>
      </pc:sldChg>
      <pc:sldChg chg="delSp modSp add ord replId">
        <pc:chgData name="Vendégfelhasználó" userId="S::urn:spo:tenantanon#d290cc54-b29c-4d4f-acb3-a82030d14a4e::" providerId="AD" clId="Web-{6CE96E3E-0E29-C5A5-A7ED-B6B4CCA6DBC4}" dt="2026-03-09T09:29:17.550" v="519" actId="14100"/>
        <pc:sldMkLst>
          <pc:docMk/>
          <pc:sldMk cId="1484077642" sldId="341"/>
        </pc:sldMkLst>
        <pc:spChg chg="mod">
          <ac:chgData name="Vendégfelhasználó" userId="S::urn:spo:tenantanon#d290cc54-b29c-4d4f-acb3-a82030d14a4e::" providerId="AD" clId="Web-{6CE96E3E-0E29-C5A5-A7ED-B6B4CCA6DBC4}" dt="2026-03-09T09:26:01.186" v="487" actId="20577"/>
          <ac:spMkLst>
            <pc:docMk/>
            <pc:sldMk cId="1484077642" sldId="341"/>
            <ac:spMk id="2" creationId="{3FAB5741-DA71-D9C3-E8F1-34A2B36FA19E}"/>
          </ac:spMkLst>
        </pc:spChg>
        <pc:spChg chg="mod">
          <ac:chgData name="Vendégfelhasználó" userId="S::urn:spo:tenantanon#d290cc54-b29c-4d4f-acb3-a82030d14a4e::" providerId="AD" clId="Web-{6CE96E3E-0E29-C5A5-A7ED-B6B4CCA6DBC4}" dt="2026-03-09T09:29:04.455" v="517" actId="20577"/>
          <ac:spMkLst>
            <pc:docMk/>
            <pc:sldMk cId="1484077642" sldId="341"/>
            <ac:spMk id="3" creationId="{91C7AB7E-4C52-2639-FD42-55B19C700027}"/>
          </ac:spMkLst>
        </pc:spChg>
        <pc:spChg chg="mod">
          <ac:chgData name="Vendégfelhasználó" userId="S::urn:spo:tenantanon#d290cc54-b29c-4d4f-acb3-a82030d14a4e::" providerId="AD" clId="Web-{6CE96E3E-0E29-C5A5-A7ED-B6B4CCA6DBC4}" dt="2026-03-09T09:29:17.550" v="519" actId="14100"/>
          <ac:spMkLst>
            <pc:docMk/>
            <pc:sldMk cId="1484077642" sldId="341"/>
            <ac:spMk id="8" creationId="{22F1F5E3-C1B8-2139-B324-5A1E3F55755A}"/>
          </ac:spMkLst>
        </pc:spChg>
      </pc:sldChg>
    </pc:docChg>
  </pc:docChgLst>
  <pc:docChgLst>
    <pc:chgData name="Jobbágy Dominik" userId="S::jobbagydominik@irinyi-ref.hu::7a0505e5-a79a-451a-a631-c8935f5c50ce" providerId="AD" clId="Web-{7F2EF983-79FE-4CD9-E2FB-6D7753D4A856}"/>
    <pc:docChg chg="addSld modSld">
      <pc:chgData name="Jobbágy Dominik" userId="S::jobbagydominik@irinyi-ref.hu::7a0505e5-a79a-451a-a631-c8935f5c50ce" providerId="AD" clId="Web-{7F2EF983-79FE-4CD9-E2FB-6D7753D4A856}" dt="2026-03-25T11:42:34.214" v="53" actId="20577"/>
      <pc:docMkLst>
        <pc:docMk/>
      </pc:docMkLst>
      <pc:sldChg chg="addSp delSp modSp">
        <pc:chgData name="Jobbágy Dominik" userId="S::jobbagydominik@irinyi-ref.hu::7a0505e5-a79a-451a-a631-c8935f5c50ce" providerId="AD" clId="Web-{7F2EF983-79FE-4CD9-E2FB-6D7753D4A856}" dt="2026-03-25T11:42:34.214" v="53" actId="20577"/>
        <pc:sldMkLst>
          <pc:docMk/>
          <pc:sldMk cId="0" sldId="260"/>
        </pc:sldMkLst>
        <pc:spChg chg="mod">
          <ac:chgData name="Jobbágy Dominik" userId="S::jobbagydominik@irinyi-ref.hu::7a0505e5-a79a-451a-a631-c8935f5c50ce" providerId="AD" clId="Web-{7F2EF983-79FE-4CD9-E2FB-6D7753D4A856}" dt="2026-03-25T11:42:34.214" v="53" actId="20577"/>
          <ac:spMkLst>
            <pc:docMk/>
            <pc:sldMk cId="0" sldId="260"/>
            <ac:spMk id="2" creationId="{00000000-0000-0000-0000-000000000000}"/>
          </ac:spMkLst>
        </pc:spChg>
        <pc:picChg chg="add del">
          <ac:chgData name="Jobbágy Dominik" userId="S::jobbagydominik@irinyi-ref.hu::7a0505e5-a79a-451a-a631-c8935f5c50ce" providerId="AD" clId="Web-{7F2EF983-79FE-4CD9-E2FB-6D7753D4A856}" dt="2026-03-25T11:38:17.883" v="2"/>
          <ac:picMkLst>
            <pc:docMk/>
            <pc:sldMk cId="0" sldId="260"/>
            <ac:picMk id="5" creationId="{AD1E7378-2BA0-4218-ACB5-DAB034B8D631}"/>
          </ac:picMkLst>
        </pc:picChg>
      </pc:sldChg>
      <pc:sldChg chg="addSp delSp modSp">
        <pc:chgData name="Jobbágy Dominik" userId="S::jobbagydominik@irinyi-ref.hu::7a0505e5-a79a-451a-a631-c8935f5c50ce" providerId="AD" clId="Web-{7F2EF983-79FE-4CD9-E2FB-6D7753D4A856}" dt="2026-03-25T11:42:20.386" v="52" actId="1076"/>
        <pc:sldMkLst>
          <pc:docMk/>
          <pc:sldMk cId="3708327182" sldId="333"/>
        </pc:sldMkLst>
        <pc:graphicFrameChg chg="add del mod modGraphic">
          <ac:chgData name="Jobbágy Dominik" userId="S::jobbagydominik@irinyi-ref.hu::7a0505e5-a79a-451a-a631-c8935f5c50ce" providerId="AD" clId="Web-{7F2EF983-79FE-4CD9-E2FB-6D7753D4A856}" dt="2026-03-25T11:39:10.477" v="7"/>
          <ac:graphicFrameMkLst>
            <pc:docMk/>
            <pc:sldMk cId="3708327182" sldId="333"/>
            <ac:graphicFrameMk id="5" creationId="{BCD30C01-ED63-4355-5FB8-927AC861FB2C}"/>
          </ac:graphicFrameMkLst>
        </pc:graphicFrameChg>
        <pc:graphicFrameChg chg="add mod modGraphic">
          <ac:chgData name="Jobbágy Dominik" userId="S::jobbagydominik@irinyi-ref.hu::7a0505e5-a79a-451a-a631-c8935f5c50ce" providerId="AD" clId="Web-{7F2EF983-79FE-4CD9-E2FB-6D7753D4A856}" dt="2026-03-25T11:42:20.386" v="52" actId="1076"/>
          <ac:graphicFrameMkLst>
            <pc:docMk/>
            <pc:sldMk cId="3708327182" sldId="333"/>
            <ac:graphicFrameMk id="7" creationId="{AE8C80B8-E403-A574-F16E-0942A5229BE0}"/>
          </ac:graphicFrameMkLst>
        </pc:graphicFrameChg>
        <pc:graphicFrameChg chg="add del mod modGraphic">
          <ac:chgData name="Jobbágy Dominik" userId="S::jobbagydominik@irinyi-ref.hu::7a0505e5-a79a-451a-a631-c8935f5c50ce" providerId="AD" clId="Web-{7F2EF983-79FE-4CD9-E2FB-6D7753D4A856}" dt="2026-03-25T11:41:10.198" v="39"/>
          <ac:graphicFrameMkLst>
            <pc:docMk/>
            <pc:sldMk cId="3708327182" sldId="333"/>
            <ac:graphicFrameMk id="9" creationId="{851D612C-FAA0-F2C9-658C-E57862108A68}"/>
          </ac:graphicFrameMkLst>
        </pc:graphicFrameChg>
      </pc:sldChg>
      <pc:sldChg chg="addSp delSp modSp add replId">
        <pc:chgData name="Jobbágy Dominik" userId="S::jobbagydominik@irinyi-ref.hu::7a0505e5-a79a-451a-a631-c8935f5c50ce" providerId="AD" clId="Web-{7F2EF983-79FE-4CD9-E2FB-6D7753D4A856}" dt="2026-03-25T11:42:06.839" v="51" actId="1076"/>
        <pc:sldMkLst>
          <pc:docMk/>
          <pc:sldMk cId="628746567" sldId="343"/>
        </pc:sldMkLst>
        <pc:graphicFrameChg chg="add mod modGraphic">
          <ac:chgData name="Jobbágy Dominik" userId="S::jobbagydominik@irinyi-ref.hu::7a0505e5-a79a-451a-a631-c8935f5c50ce" providerId="AD" clId="Web-{7F2EF983-79FE-4CD9-E2FB-6D7753D4A856}" dt="2026-03-25T11:42:06.839" v="51" actId="1076"/>
          <ac:graphicFrameMkLst>
            <pc:docMk/>
            <pc:sldMk cId="628746567" sldId="343"/>
            <ac:graphicFrameMk id="5" creationId="{0E95DDAE-65CF-FA55-97AF-0076DA5F379F}"/>
          </ac:graphicFrameMkLst>
        </pc:graphicFrameChg>
        <pc:graphicFrameChg chg="del">
          <ac:chgData name="Jobbágy Dominik" userId="S::jobbagydominik@irinyi-ref.hu::7a0505e5-a79a-451a-a631-c8935f5c50ce" providerId="AD" clId="Web-{7F2EF983-79FE-4CD9-E2FB-6D7753D4A856}" dt="2026-03-25T11:42:02.402" v="48"/>
          <ac:graphicFrameMkLst>
            <pc:docMk/>
            <pc:sldMk cId="628746567" sldId="343"/>
            <ac:graphicFrameMk id="7" creationId="{B4EAD060-0DBD-9BFA-C7EC-C035A5628305}"/>
          </ac:graphicFrameMkLst>
        </pc:graphicFrameChg>
      </pc:sldChg>
    </pc:docChg>
  </pc:docChgLst>
  <pc:docChgLst>
    <pc:chgData name="Vendégfelhasználó" userId="S::urn:spo:tenantanon#d290cc54-b29c-4d4f-acb3-a82030d14a4e::" providerId="AD" clId="Web-{5E51262D-83E6-7840-9161-8CCE1CCBD75B}"/>
    <pc:docChg chg="addSld delSld modSld">
      <pc:chgData name="Vendégfelhasználó" userId="S::urn:spo:tenantanon#d290cc54-b29c-4d4f-acb3-a82030d14a4e::" providerId="AD" clId="Web-{5E51262D-83E6-7840-9161-8CCE1CCBD75B}" dt="2026-03-10T08:24:20.133" v="184" actId="20577"/>
      <pc:docMkLst>
        <pc:docMk/>
      </pc:docMkLst>
      <pc:sldChg chg="addSp delSp modSp mod setBg">
        <pc:chgData name="Vendégfelhasználó" userId="S::urn:spo:tenantanon#d290cc54-b29c-4d4f-acb3-a82030d14a4e::" providerId="AD" clId="Web-{5E51262D-83E6-7840-9161-8CCE1CCBD75B}" dt="2026-03-10T08:22:03.110" v="177" actId="14100"/>
        <pc:sldMkLst>
          <pc:docMk/>
          <pc:sldMk cId="0" sldId="314"/>
        </pc:sldMkLst>
        <pc:spChg chg="mod ord">
          <ac:chgData name="Vendégfelhasználó" userId="S::urn:spo:tenantanon#d290cc54-b29c-4d4f-acb3-a82030d14a4e::" providerId="AD" clId="Web-{5E51262D-83E6-7840-9161-8CCE1CCBD75B}" dt="2026-03-10T08:07:58.664" v="10"/>
          <ac:spMkLst>
            <pc:docMk/>
            <pc:sldMk cId="0" sldId="314"/>
            <ac:spMk id="2" creationId="{0BEE9D38-BC42-9496-5E41-82E69C6FFD83}"/>
          </ac:spMkLst>
        </pc:spChg>
        <pc:spChg chg="add mod">
          <ac:chgData name="Vendégfelhasználó" userId="S::urn:spo:tenantanon#d290cc54-b29c-4d4f-acb3-a82030d14a4e::" providerId="AD" clId="Web-{5E51262D-83E6-7840-9161-8CCE1CCBD75B}" dt="2026-03-10T08:19:42.417" v="139" actId="20577"/>
          <ac:spMkLst>
            <pc:docMk/>
            <pc:sldMk cId="0" sldId="314"/>
            <ac:spMk id="6" creationId="{BB7A9128-3624-F700-1A84-69E330A7CDA8}"/>
          </ac:spMkLst>
        </pc:spChg>
        <pc:spChg chg="mod">
          <ac:chgData name="Vendégfelhasználó" userId="S::urn:spo:tenantanon#d290cc54-b29c-4d4f-acb3-a82030d14a4e::" providerId="AD" clId="Web-{5E51262D-83E6-7840-9161-8CCE1CCBD75B}" dt="2026-03-10T08:07:58.664" v="10"/>
          <ac:spMkLst>
            <pc:docMk/>
            <pc:sldMk cId="0" sldId="314"/>
            <ac:spMk id="8" creationId="{7D25F461-ED5F-EB6E-1121-38AF3029D4DA}"/>
          </ac:spMkLst>
        </pc:spChg>
        <pc:spChg chg="add mod">
          <ac:chgData name="Vendégfelhasználó" userId="S::urn:spo:tenantanon#d290cc54-b29c-4d4f-acb3-a82030d14a4e::" providerId="AD" clId="Web-{5E51262D-83E6-7840-9161-8CCE1CCBD75B}" dt="2026-03-10T08:21:45.749" v="172" actId="20577"/>
          <ac:spMkLst>
            <pc:docMk/>
            <pc:sldMk cId="0" sldId="314"/>
            <ac:spMk id="11" creationId="{C40B362D-D51D-663C-F2F6-7C40658CD3DA}"/>
          </ac:spMkLst>
        </pc:spChg>
        <pc:spChg chg="add mod ord">
          <ac:chgData name="Vendégfelhasználó" userId="S::urn:spo:tenantanon#d290cc54-b29c-4d4f-acb3-a82030d14a4e::" providerId="AD" clId="Web-{5E51262D-83E6-7840-9161-8CCE1CCBD75B}" dt="2026-03-10T08:15:40.026" v="112"/>
          <ac:spMkLst>
            <pc:docMk/>
            <pc:sldMk cId="0" sldId="314"/>
            <ac:spMk id="12" creationId="{CB4A4927-C58F-D877-5D54-E3E935C2E5C2}"/>
          </ac:spMkLst>
        </pc:spChg>
        <pc:spChg chg="add mod ord">
          <ac:chgData name="Vendégfelhasználó" userId="S::urn:spo:tenantanon#d290cc54-b29c-4d4f-acb3-a82030d14a4e::" providerId="AD" clId="Web-{5E51262D-83E6-7840-9161-8CCE1CCBD75B}" dt="2026-03-10T08:22:03.110" v="177" actId="14100"/>
          <ac:spMkLst>
            <pc:docMk/>
            <pc:sldMk cId="0" sldId="314"/>
            <ac:spMk id="14" creationId="{8D0E9526-4E87-6493-718C-72E227460B41}"/>
          </ac:spMkLst>
        </pc:spChg>
      </pc:sldChg>
      <pc:sldChg chg="modSp">
        <pc:chgData name="Vendégfelhasználó" userId="S::urn:spo:tenantanon#d290cc54-b29c-4d4f-acb3-a82030d14a4e::" providerId="AD" clId="Web-{5E51262D-83E6-7840-9161-8CCE1CCBD75B}" dt="2026-03-10T08:24:20.133" v="184" actId="20577"/>
        <pc:sldMkLst>
          <pc:docMk/>
          <pc:sldMk cId="1522383595" sldId="323"/>
        </pc:sldMkLst>
        <pc:spChg chg="mod">
          <ac:chgData name="Vendégfelhasználó" userId="S::urn:spo:tenantanon#d290cc54-b29c-4d4f-acb3-a82030d14a4e::" providerId="AD" clId="Web-{5E51262D-83E6-7840-9161-8CCE1CCBD75B}" dt="2026-03-10T08:24:20.133" v="184" actId="20577"/>
          <ac:spMkLst>
            <pc:docMk/>
            <pc:sldMk cId="1522383595" sldId="323"/>
            <ac:spMk id="2" creationId="{00000000-0000-0000-0000-000000000000}"/>
          </ac:spMkLst>
        </pc:spChg>
      </pc:sldChg>
    </pc:docChg>
  </pc:docChgLst>
  <pc:docChgLst>
    <pc:chgData name="Vendégfelhasználó" userId="S::urn:spo:tenantanon#d290cc54-b29c-4d4f-acb3-a82030d14a4e::" providerId="AD" clId="Web-{3882DFA6-8BB4-A557-925D-764B2C16CD44}"/>
    <pc:docChg chg="modSld">
      <pc:chgData name="Vendégfelhasználó" userId="S::urn:spo:tenantanon#d290cc54-b29c-4d4f-acb3-a82030d14a4e::" providerId="AD" clId="Web-{3882DFA6-8BB4-A557-925D-764B2C16CD44}" dt="2026-03-10T09:14:57.126" v="199" actId="20577"/>
      <pc:docMkLst>
        <pc:docMk/>
      </pc:docMkLst>
      <pc:sldChg chg="addSp modSp">
        <pc:chgData name="Vendégfelhasználó" userId="S::urn:spo:tenantanon#d290cc54-b29c-4d4f-acb3-a82030d14a4e::" providerId="AD" clId="Web-{3882DFA6-8BB4-A557-925D-764B2C16CD44}" dt="2026-03-10T09:10:59.707" v="157" actId="20577"/>
        <pc:sldMkLst>
          <pc:docMk/>
          <pc:sldMk cId="0" sldId="256"/>
        </pc:sldMkLst>
        <pc:spChg chg="mod">
          <ac:chgData name="Vendégfelhasználó" userId="S::urn:spo:tenantanon#d290cc54-b29c-4d4f-acb3-a82030d14a4e::" providerId="AD" clId="Web-{3882DFA6-8BB4-A557-925D-764B2C16CD44}" dt="2026-03-10T09:10:59.707" v="157" actId="20577"/>
          <ac:spMkLst>
            <pc:docMk/>
            <pc:sldMk cId="0" sldId="256"/>
            <ac:spMk id="2" creationId="{2954D2DE-7D71-4BEC-8089-20E3FF8E26E3}"/>
          </ac:spMkLst>
        </pc:spChg>
        <pc:spChg chg="add mod ord">
          <ac:chgData name="Vendégfelhasználó" userId="S::urn:spo:tenantanon#d290cc54-b29c-4d4f-acb3-a82030d14a4e::" providerId="AD" clId="Web-{3882DFA6-8BB4-A557-925D-764B2C16CD44}" dt="2026-03-10T09:00:40.566" v="9" actId="14100"/>
          <ac:spMkLst>
            <pc:docMk/>
            <pc:sldMk cId="0" sldId="256"/>
            <ac:spMk id="3" creationId="{03708FA8-292A-C086-CB41-E9544128DB46}"/>
          </ac:spMkLst>
        </pc:spChg>
        <pc:spChg chg="mod">
          <ac:chgData name="Vendégfelhasználó" userId="S::urn:spo:tenantanon#d290cc54-b29c-4d4f-acb3-a82030d14a4e::" providerId="AD" clId="Web-{3882DFA6-8BB4-A557-925D-764B2C16CD44}" dt="2026-03-10T09:00:36.550" v="8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11:05.707" v="158" actId="20577"/>
        <pc:sldMkLst>
          <pc:docMk/>
          <pc:sldMk cId="0" sldId="257"/>
        </pc:sldMkLst>
        <pc:spChg chg="mod">
          <ac:chgData name="Vendégfelhasználó" userId="S::urn:spo:tenantanon#d290cc54-b29c-4d4f-acb3-a82030d14a4e::" providerId="AD" clId="Web-{3882DFA6-8BB4-A557-925D-764B2C16CD44}" dt="2026-03-10T09:01:22.677" v="19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Vendégfelhasználó" userId="S::urn:spo:tenantanon#d290cc54-b29c-4d4f-acb3-a82030d14a4e::" providerId="AD" clId="Web-{3882DFA6-8BB4-A557-925D-764B2C16CD44}" dt="2026-03-10T09:11:05.707" v="158" actId="20577"/>
          <ac:spMkLst>
            <pc:docMk/>
            <pc:sldMk cId="0" sldId="257"/>
            <ac:spMk id="4" creationId="{A075FAF5-5416-44CD-89B2-7B324D48CFD3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11:09.551" v="159" actId="20577"/>
        <pc:sldMkLst>
          <pc:docMk/>
          <pc:sldMk cId="0" sldId="258"/>
        </pc:sldMkLst>
        <pc:spChg chg="mod">
          <ac:chgData name="Vendégfelhasználó" userId="S::urn:spo:tenantanon#d290cc54-b29c-4d4f-acb3-a82030d14a4e::" providerId="AD" clId="Web-{3882DFA6-8BB4-A557-925D-764B2C16CD44}" dt="2026-03-10T09:01:15.942" v="16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Vendégfelhasználó" userId="S::urn:spo:tenantanon#d290cc54-b29c-4d4f-acb3-a82030d14a4e::" providerId="AD" clId="Web-{3882DFA6-8BB4-A557-925D-764B2C16CD44}" dt="2026-03-10T09:11:09.551" v="159" actId="20577"/>
          <ac:spMkLst>
            <pc:docMk/>
            <pc:sldMk cId="0" sldId="258"/>
            <ac:spMk id="4" creationId="{2509C268-0568-4323-A4C7-51D1FFEE55A8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11:13.926" v="160" actId="20577"/>
        <pc:sldMkLst>
          <pc:docMk/>
          <pc:sldMk cId="0" sldId="259"/>
        </pc:sldMkLst>
        <pc:spChg chg="mod">
          <ac:chgData name="Vendégfelhasználó" userId="S::urn:spo:tenantanon#d290cc54-b29c-4d4f-acb3-a82030d14a4e::" providerId="AD" clId="Web-{3882DFA6-8BB4-A557-925D-764B2C16CD44}" dt="2026-03-10T09:01:30.224" v="22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Vendégfelhasználó" userId="S::urn:spo:tenantanon#d290cc54-b29c-4d4f-acb3-a82030d14a4e::" providerId="AD" clId="Web-{3882DFA6-8BB4-A557-925D-764B2C16CD44}" dt="2026-03-10T09:11:13.926" v="160" actId="20577"/>
          <ac:spMkLst>
            <pc:docMk/>
            <pc:sldMk cId="0" sldId="259"/>
            <ac:spMk id="4" creationId="{9B8872B1-3CBA-4BC8-97FD-51A3B0E559D5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11:22.067" v="162" actId="20577"/>
        <pc:sldMkLst>
          <pc:docMk/>
          <pc:sldMk cId="0" sldId="261"/>
        </pc:sldMkLst>
        <pc:spChg chg="mod">
          <ac:chgData name="Vendégfelhasználó" userId="S::urn:spo:tenantanon#d290cc54-b29c-4d4f-acb3-a82030d14a4e::" providerId="AD" clId="Web-{3882DFA6-8BB4-A557-925D-764B2C16CD44}" dt="2026-03-10T09:11:22.067" v="162" actId="20577"/>
          <ac:spMkLst>
            <pc:docMk/>
            <pc:sldMk cId="0" sldId="261"/>
            <ac:spMk id="3" creationId="{87C25175-D13B-4B68-9ACD-81F15BC1C48F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11:44.380" v="164" actId="1076"/>
        <pc:sldMkLst>
          <pc:docMk/>
          <pc:sldMk cId="0" sldId="262"/>
        </pc:sldMkLst>
        <pc:spChg chg="mod">
          <ac:chgData name="Vendégfelhasználó" userId="S::urn:spo:tenantanon#d290cc54-b29c-4d4f-acb3-a82030d14a4e::" providerId="AD" clId="Web-{3882DFA6-8BB4-A557-925D-764B2C16CD44}" dt="2026-03-10T09:01:53.069" v="30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Vendégfelhasználó" userId="S::urn:spo:tenantanon#d290cc54-b29c-4d4f-acb3-a82030d14a4e::" providerId="AD" clId="Web-{3882DFA6-8BB4-A557-925D-764B2C16CD44}" dt="2026-03-10T09:11:44.380" v="164" actId="1076"/>
          <ac:spMkLst>
            <pc:docMk/>
            <pc:sldMk cId="0" sldId="262"/>
            <ac:spMk id="5" creationId="{091DECE5-D9FC-4B29-B788-9C174439F864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11:49.552" v="165" actId="20577"/>
        <pc:sldMkLst>
          <pc:docMk/>
          <pc:sldMk cId="0" sldId="263"/>
        </pc:sldMkLst>
        <pc:spChg chg="mod">
          <ac:chgData name="Vendégfelhasználó" userId="S::urn:spo:tenantanon#d290cc54-b29c-4d4f-acb3-a82030d14a4e::" providerId="AD" clId="Web-{3882DFA6-8BB4-A557-925D-764B2C16CD44}" dt="2026-03-10T09:11:49.552" v="165" actId="20577"/>
          <ac:spMkLst>
            <pc:docMk/>
            <pc:sldMk cId="0" sldId="263"/>
            <ac:spMk id="4" creationId="{A1257BD2-5AAD-48DA-8BB6-A030F1D9066B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11:55.833" v="166" actId="20577"/>
        <pc:sldMkLst>
          <pc:docMk/>
          <pc:sldMk cId="0" sldId="265"/>
        </pc:sldMkLst>
        <pc:spChg chg="mod">
          <ac:chgData name="Vendégfelhasználó" userId="S::urn:spo:tenantanon#d290cc54-b29c-4d4f-acb3-a82030d14a4e::" providerId="AD" clId="Web-{3882DFA6-8BB4-A557-925D-764B2C16CD44}" dt="2026-03-10T09:11:55.833" v="166" actId="20577"/>
          <ac:spMkLst>
            <pc:docMk/>
            <pc:sldMk cId="0" sldId="265"/>
            <ac:spMk id="4" creationId="{B12E30FD-7E64-454D-A8F9-71DA87E59704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11:58.208" v="167" actId="20577"/>
        <pc:sldMkLst>
          <pc:docMk/>
          <pc:sldMk cId="0" sldId="266"/>
        </pc:sldMkLst>
        <pc:spChg chg="mod">
          <ac:chgData name="Vendégfelhasználó" userId="S::urn:spo:tenantanon#d290cc54-b29c-4d4f-acb3-a82030d14a4e::" providerId="AD" clId="Web-{3882DFA6-8BB4-A557-925D-764B2C16CD44}" dt="2026-03-10T09:02:08.320" v="32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Vendégfelhasználó" userId="S::urn:spo:tenantanon#d290cc54-b29c-4d4f-acb3-a82030d14a4e::" providerId="AD" clId="Web-{3882DFA6-8BB4-A557-925D-764B2C16CD44}" dt="2026-03-10T09:11:58.208" v="167" actId="20577"/>
          <ac:spMkLst>
            <pc:docMk/>
            <pc:sldMk cId="0" sldId="266"/>
            <ac:spMk id="6" creationId="{2E9A4232-0721-4C91-AD47-67F5A715F346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12:09.365" v="171" actId="20577"/>
        <pc:sldMkLst>
          <pc:docMk/>
          <pc:sldMk cId="0" sldId="269"/>
        </pc:sldMkLst>
        <pc:spChg chg="mod">
          <ac:chgData name="Vendégfelhasználó" userId="S::urn:spo:tenantanon#d290cc54-b29c-4d4f-acb3-a82030d14a4e::" providerId="AD" clId="Web-{3882DFA6-8BB4-A557-925D-764B2C16CD44}" dt="2026-03-10T09:02:30.227" v="42" actId="20577"/>
          <ac:spMkLst>
            <pc:docMk/>
            <pc:sldMk cId="0" sldId="269"/>
            <ac:spMk id="2" creationId="{00000000-0000-0000-0000-000000000000}"/>
          </ac:spMkLst>
        </pc:spChg>
        <pc:spChg chg="mod">
          <ac:chgData name="Vendégfelhasználó" userId="S::urn:spo:tenantanon#d290cc54-b29c-4d4f-acb3-a82030d14a4e::" providerId="AD" clId="Web-{3882DFA6-8BB4-A557-925D-764B2C16CD44}" dt="2026-03-10T09:12:09.365" v="171" actId="20577"/>
          <ac:spMkLst>
            <pc:docMk/>
            <pc:sldMk cId="0" sldId="269"/>
            <ac:spMk id="6" creationId="{A995273B-B432-4AC6-B7D7-64AFC7105A26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12:26.943" v="178" actId="20577"/>
        <pc:sldMkLst>
          <pc:docMk/>
          <pc:sldMk cId="0" sldId="271"/>
        </pc:sldMkLst>
        <pc:spChg chg="mod">
          <ac:chgData name="Vendégfelhasználó" userId="S::urn:spo:tenantanon#d290cc54-b29c-4d4f-acb3-a82030d14a4e::" providerId="AD" clId="Web-{3882DFA6-8BB4-A557-925D-764B2C16CD44}" dt="2026-03-10T09:02:47.009" v="50" actId="20577"/>
          <ac:spMkLst>
            <pc:docMk/>
            <pc:sldMk cId="0" sldId="271"/>
            <ac:spMk id="2" creationId="{00000000-0000-0000-0000-000000000000}"/>
          </ac:spMkLst>
        </pc:spChg>
        <pc:spChg chg="mod">
          <ac:chgData name="Vendégfelhasználó" userId="S::urn:spo:tenantanon#d290cc54-b29c-4d4f-acb3-a82030d14a4e::" providerId="AD" clId="Web-{3882DFA6-8BB4-A557-925D-764B2C16CD44}" dt="2026-03-10T09:12:26.943" v="178" actId="20577"/>
          <ac:spMkLst>
            <pc:docMk/>
            <pc:sldMk cId="0" sldId="271"/>
            <ac:spMk id="10" creationId="{35DE3BC8-B764-4202-8BE5-97E6EDBBB402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12:13.380" v="173" actId="20577"/>
        <pc:sldMkLst>
          <pc:docMk/>
          <pc:sldMk cId="0" sldId="275"/>
        </pc:sldMkLst>
        <pc:spChg chg="mod">
          <ac:chgData name="Vendégfelhasználó" userId="S::urn:spo:tenantanon#d290cc54-b29c-4d4f-acb3-a82030d14a4e::" providerId="AD" clId="Web-{3882DFA6-8BB4-A557-925D-764B2C16CD44}" dt="2026-03-10T09:02:35.680" v="44" actId="20577"/>
          <ac:spMkLst>
            <pc:docMk/>
            <pc:sldMk cId="0" sldId="275"/>
            <ac:spMk id="2" creationId="{00000000-0000-0000-0000-000000000000}"/>
          </ac:spMkLst>
        </pc:spChg>
        <pc:spChg chg="mod">
          <ac:chgData name="Vendégfelhasználó" userId="S::urn:spo:tenantanon#d290cc54-b29c-4d4f-acb3-a82030d14a4e::" providerId="AD" clId="Web-{3882DFA6-8BB4-A557-925D-764B2C16CD44}" dt="2026-03-10T09:12:13.380" v="173" actId="20577"/>
          <ac:spMkLst>
            <pc:docMk/>
            <pc:sldMk cId="0" sldId="275"/>
            <ac:spMk id="6" creationId="{7E38A1AD-04C6-4E9B-8D35-EB557B93D373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4:27.121" v="66" actId="1076"/>
        <pc:sldMkLst>
          <pc:docMk/>
          <pc:sldMk cId="0" sldId="277"/>
        </pc:sldMkLst>
        <pc:spChg chg="mod">
          <ac:chgData name="Vendégfelhasználó" userId="S::urn:spo:tenantanon#d290cc54-b29c-4d4f-acb3-a82030d14a4e::" providerId="AD" clId="Web-{3882DFA6-8BB4-A557-925D-764B2C16CD44}" dt="2026-03-10T09:04:27.121" v="66" actId="1076"/>
          <ac:spMkLst>
            <pc:docMk/>
            <pc:sldMk cId="0" sldId="277"/>
            <ac:spMk id="2" creationId="{00000000-0000-0000-0000-000000000000}"/>
          </ac:spMkLst>
        </pc:spChg>
        <pc:spChg chg="mod">
          <ac:chgData name="Vendégfelhasználó" userId="S::urn:spo:tenantanon#d290cc54-b29c-4d4f-acb3-a82030d14a4e::" providerId="AD" clId="Web-{3882DFA6-8BB4-A557-925D-764B2C16CD44}" dt="2026-03-10T09:03:25.963" v="60" actId="1076"/>
          <ac:spMkLst>
            <pc:docMk/>
            <pc:sldMk cId="0" sldId="277"/>
            <ac:spMk id="3" creationId="{A56C0B7D-43DF-4603-ADFD-B92445231E06}"/>
          </ac:spMkLst>
        </pc:spChg>
      </pc:sldChg>
      <pc:sldChg chg="addSp delSp modSp">
        <pc:chgData name="Vendégfelhasználó" userId="S::urn:spo:tenantanon#d290cc54-b29c-4d4f-acb3-a82030d14a4e::" providerId="AD" clId="Web-{3882DFA6-8BB4-A557-925D-764B2C16CD44}" dt="2026-03-10T09:13:53.214" v="187" actId="1076"/>
        <pc:sldMkLst>
          <pc:docMk/>
          <pc:sldMk cId="0" sldId="278"/>
        </pc:sldMkLst>
        <pc:spChg chg="mod">
          <ac:chgData name="Vendégfelhasználó" userId="S::urn:spo:tenantanon#d290cc54-b29c-4d4f-acb3-a82030d14a4e::" providerId="AD" clId="Web-{3882DFA6-8BB4-A557-925D-764B2C16CD44}" dt="2026-03-10T09:02:55.165" v="53" actId="20577"/>
          <ac:spMkLst>
            <pc:docMk/>
            <pc:sldMk cId="0" sldId="278"/>
            <ac:spMk id="3" creationId="{E5C7F869-B1C6-4A50-BA11-BC58CF796C61}"/>
          </ac:spMkLst>
        </pc:spChg>
        <pc:spChg chg="add mod">
          <ac:chgData name="Vendégfelhasználó" userId="S::urn:spo:tenantanon#d290cc54-b29c-4d4f-acb3-a82030d14a4e::" providerId="AD" clId="Web-{3882DFA6-8BB4-A557-925D-764B2C16CD44}" dt="2026-03-10T09:13:53.214" v="187" actId="1076"/>
          <ac:spMkLst>
            <pc:docMk/>
            <pc:sldMk cId="0" sldId="278"/>
            <ac:spMk id="6" creationId="{8B56767A-55BF-B3F1-B2A8-4CBF8F9EEDED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5:05.576" v="93" actId="20577"/>
        <pc:sldMkLst>
          <pc:docMk/>
          <pc:sldMk cId="0" sldId="279"/>
        </pc:sldMkLst>
        <pc:spChg chg="mod">
          <ac:chgData name="Vendégfelhasználó" userId="S::urn:spo:tenantanon#d290cc54-b29c-4d4f-acb3-a82030d14a4e::" providerId="AD" clId="Web-{3882DFA6-8BB4-A557-925D-764B2C16CD44}" dt="2026-03-10T09:05:05.576" v="93" actId="20577"/>
          <ac:spMkLst>
            <pc:docMk/>
            <pc:sldMk cId="0" sldId="279"/>
            <ac:spMk id="2" creationId="{00000000-0000-0000-0000-000000000000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5:13.794" v="96" actId="20577"/>
        <pc:sldMkLst>
          <pc:docMk/>
          <pc:sldMk cId="0" sldId="282"/>
        </pc:sldMkLst>
        <pc:spChg chg="mod">
          <ac:chgData name="Vendégfelhasználó" userId="S::urn:spo:tenantanon#d290cc54-b29c-4d4f-acb3-a82030d14a4e::" providerId="AD" clId="Web-{3882DFA6-8BB4-A557-925D-764B2C16CD44}" dt="2026-03-10T09:05:13.794" v="96" actId="20577"/>
          <ac:spMkLst>
            <pc:docMk/>
            <pc:sldMk cId="0" sldId="282"/>
            <ac:spMk id="2" creationId="{00000000-0000-0000-0000-000000000000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14:19.170" v="189" actId="20577"/>
        <pc:sldMkLst>
          <pc:docMk/>
          <pc:sldMk cId="0" sldId="291"/>
        </pc:sldMkLst>
        <pc:spChg chg="mod">
          <ac:chgData name="Vendégfelhasználó" userId="S::urn:spo:tenantanon#d290cc54-b29c-4d4f-acb3-a82030d14a4e::" providerId="AD" clId="Web-{3882DFA6-8BB4-A557-925D-764B2C16CD44}" dt="2026-03-10T09:14:19.170" v="189" actId="20577"/>
          <ac:spMkLst>
            <pc:docMk/>
            <pc:sldMk cId="0" sldId="291"/>
            <ac:spMk id="3" creationId="{76F7350E-955E-4F67-841C-3C42CE571628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5:44.936" v="113" actId="20577"/>
        <pc:sldMkLst>
          <pc:docMk/>
          <pc:sldMk cId="0" sldId="292"/>
        </pc:sldMkLst>
        <pc:spChg chg="mod">
          <ac:chgData name="Vendégfelhasználó" userId="S::urn:spo:tenantanon#d290cc54-b29c-4d4f-acb3-a82030d14a4e::" providerId="AD" clId="Web-{3882DFA6-8BB4-A557-925D-764B2C16CD44}" dt="2026-03-10T09:05:44.936" v="113" actId="20577"/>
          <ac:spMkLst>
            <pc:docMk/>
            <pc:sldMk cId="0" sldId="292"/>
            <ac:spMk id="2" creationId="{00000000-0000-0000-0000-000000000000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14:23.436" v="190" actId="20577"/>
        <pc:sldMkLst>
          <pc:docMk/>
          <pc:sldMk cId="0" sldId="293"/>
        </pc:sldMkLst>
        <pc:spChg chg="mod">
          <ac:chgData name="Vendégfelhasználó" userId="S::urn:spo:tenantanon#d290cc54-b29c-4d4f-acb3-a82030d14a4e::" providerId="AD" clId="Web-{3882DFA6-8BB4-A557-925D-764B2C16CD44}" dt="2026-03-10T09:05:48.592" v="115" actId="20577"/>
          <ac:spMkLst>
            <pc:docMk/>
            <pc:sldMk cId="0" sldId="293"/>
            <ac:spMk id="2" creationId="{00000000-0000-0000-0000-000000000000}"/>
          </ac:spMkLst>
        </pc:spChg>
        <pc:spChg chg="mod">
          <ac:chgData name="Vendégfelhasználó" userId="S::urn:spo:tenantanon#d290cc54-b29c-4d4f-acb3-a82030d14a4e::" providerId="AD" clId="Web-{3882DFA6-8BB4-A557-925D-764B2C16CD44}" dt="2026-03-10T09:05:53.170" v="116" actId="20577"/>
          <ac:spMkLst>
            <pc:docMk/>
            <pc:sldMk cId="0" sldId="293"/>
            <ac:spMk id="3" creationId="{00000000-0000-0000-0000-000000000000}"/>
          </ac:spMkLst>
        </pc:spChg>
        <pc:spChg chg="mod">
          <ac:chgData name="Vendégfelhasználó" userId="S::urn:spo:tenantanon#d290cc54-b29c-4d4f-acb3-a82030d14a4e::" providerId="AD" clId="Web-{3882DFA6-8BB4-A557-925D-764B2C16CD44}" dt="2026-03-10T09:14:23.436" v="190" actId="20577"/>
          <ac:spMkLst>
            <pc:docMk/>
            <pc:sldMk cId="0" sldId="293"/>
            <ac:spMk id="4" creationId="{CEE224FF-34BC-421B-A4BA-9244C14C7897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6:10.124" v="120" actId="20577"/>
        <pc:sldMkLst>
          <pc:docMk/>
          <pc:sldMk cId="0" sldId="294"/>
        </pc:sldMkLst>
        <pc:spChg chg="mod">
          <ac:chgData name="Vendégfelhasználó" userId="S::urn:spo:tenantanon#d290cc54-b29c-4d4f-acb3-a82030d14a4e::" providerId="AD" clId="Web-{3882DFA6-8BB4-A557-925D-764B2C16CD44}" dt="2026-03-10T09:06:10.124" v="120" actId="20577"/>
          <ac:spMkLst>
            <pc:docMk/>
            <pc:sldMk cId="0" sldId="294"/>
            <ac:spMk id="2" creationId="{00000000-0000-0000-0000-000000000000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6:05.686" v="119" actId="20577"/>
        <pc:sldMkLst>
          <pc:docMk/>
          <pc:sldMk cId="0" sldId="296"/>
        </pc:sldMkLst>
        <pc:spChg chg="mod">
          <ac:chgData name="Vendégfelhasználó" userId="S::urn:spo:tenantanon#d290cc54-b29c-4d4f-acb3-a82030d14a4e::" providerId="AD" clId="Web-{3882DFA6-8BB4-A557-925D-764B2C16CD44}" dt="2026-03-10T09:06:05.686" v="119" actId="20577"/>
          <ac:spMkLst>
            <pc:docMk/>
            <pc:sldMk cId="0" sldId="296"/>
            <ac:spMk id="2" creationId="{00000000-0000-0000-0000-000000000000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6:02.514" v="118" actId="20577"/>
        <pc:sldMkLst>
          <pc:docMk/>
          <pc:sldMk cId="0" sldId="297"/>
        </pc:sldMkLst>
        <pc:spChg chg="mod">
          <ac:chgData name="Vendégfelhasználó" userId="S::urn:spo:tenantanon#d290cc54-b29c-4d4f-acb3-a82030d14a4e::" providerId="AD" clId="Web-{3882DFA6-8BB4-A557-925D-764B2C16CD44}" dt="2026-03-10T09:06:02.514" v="118" actId="20577"/>
          <ac:spMkLst>
            <pc:docMk/>
            <pc:sldMk cId="0" sldId="297"/>
            <ac:spMk id="2" creationId="{00000000-0000-0000-0000-000000000000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6:13.671" v="122" actId="20577"/>
        <pc:sldMkLst>
          <pc:docMk/>
          <pc:sldMk cId="0" sldId="298"/>
        </pc:sldMkLst>
        <pc:spChg chg="mod">
          <ac:chgData name="Vendégfelhasználó" userId="S::urn:spo:tenantanon#d290cc54-b29c-4d4f-acb3-a82030d14a4e::" providerId="AD" clId="Web-{3882DFA6-8BB4-A557-925D-764B2C16CD44}" dt="2026-03-10T09:06:13.671" v="122" actId="20577"/>
          <ac:spMkLst>
            <pc:docMk/>
            <pc:sldMk cId="0" sldId="298"/>
            <ac:spMk id="2" creationId="{00000000-0000-0000-0000-000000000000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6:16.374" v="124" actId="20577"/>
        <pc:sldMkLst>
          <pc:docMk/>
          <pc:sldMk cId="0" sldId="301"/>
        </pc:sldMkLst>
        <pc:spChg chg="mod">
          <ac:chgData name="Vendégfelhasználó" userId="S::urn:spo:tenantanon#d290cc54-b29c-4d4f-acb3-a82030d14a4e::" providerId="AD" clId="Web-{3882DFA6-8BB4-A557-925D-764B2C16CD44}" dt="2026-03-10T09:06:16.374" v="124" actId="20577"/>
          <ac:spMkLst>
            <pc:docMk/>
            <pc:sldMk cId="0" sldId="301"/>
            <ac:spMk id="2" creationId="{00000000-0000-0000-0000-000000000000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6:19.202" v="125" actId="20577"/>
        <pc:sldMkLst>
          <pc:docMk/>
          <pc:sldMk cId="0" sldId="302"/>
        </pc:sldMkLst>
        <pc:spChg chg="mod">
          <ac:chgData name="Vendégfelhasználó" userId="S::urn:spo:tenantanon#d290cc54-b29c-4d4f-acb3-a82030d14a4e::" providerId="AD" clId="Web-{3882DFA6-8BB4-A557-925D-764B2C16CD44}" dt="2026-03-10T09:06:19.202" v="125" actId="20577"/>
          <ac:spMkLst>
            <pc:docMk/>
            <pc:sldMk cId="0" sldId="302"/>
            <ac:spMk id="2" creationId="{00000000-0000-0000-0000-000000000000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6:23.812" v="127" actId="20577"/>
        <pc:sldMkLst>
          <pc:docMk/>
          <pc:sldMk cId="0" sldId="303"/>
        </pc:sldMkLst>
        <pc:spChg chg="mod">
          <ac:chgData name="Vendégfelhasználó" userId="S::urn:spo:tenantanon#d290cc54-b29c-4d4f-acb3-a82030d14a4e::" providerId="AD" clId="Web-{3882DFA6-8BB4-A557-925D-764B2C16CD44}" dt="2026-03-10T09:06:23.812" v="127" actId="20577"/>
          <ac:spMkLst>
            <pc:docMk/>
            <pc:sldMk cId="0" sldId="303"/>
            <ac:spMk id="2" creationId="{00000000-0000-0000-0000-000000000000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6:28.890" v="128" actId="20577"/>
        <pc:sldMkLst>
          <pc:docMk/>
          <pc:sldMk cId="0" sldId="305"/>
        </pc:sldMkLst>
        <pc:spChg chg="mod">
          <ac:chgData name="Vendégfelhasználó" userId="S::urn:spo:tenantanon#d290cc54-b29c-4d4f-acb3-a82030d14a4e::" providerId="AD" clId="Web-{3882DFA6-8BB4-A557-925D-764B2C16CD44}" dt="2026-03-10T09:06:28.890" v="128" actId="20577"/>
          <ac:spMkLst>
            <pc:docMk/>
            <pc:sldMk cId="0" sldId="305"/>
            <ac:spMk id="2" creationId="{00000000-0000-0000-0000-000000000000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6:41.875" v="133" actId="20577"/>
        <pc:sldMkLst>
          <pc:docMk/>
          <pc:sldMk cId="0" sldId="306"/>
        </pc:sldMkLst>
        <pc:spChg chg="mod">
          <ac:chgData name="Vendégfelhasználó" userId="S::urn:spo:tenantanon#d290cc54-b29c-4d4f-acb3-a82030d14a4e::" providerId="AD" clId="Web-{3882DFA6-8BB4-A557-925D-764B2C16CD44}" dt="2026-03-10T09:06:41.875" v="133" actId="20577"/>
          <ac:spMkLst>
            <pc:docMk/>
            <pc:sldMk cId="0" sldId="306"/>
            <ac:spMk id="2" creationId="{00000000-0000-0000-0000-000000000000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7:03.953" v="136" actId="20577"/>
        <pc:sldMkLst>
          <pc:docMk/>
          <pc:sldMk cId="0" sldId="307"/>
        </pc:sldMkLst>
        <pc:spChg chg="mod">
          <ac:chgData name="Vendégfelhasználó" userId="S::urn:spo:tenantanon#d290cc54-b29c-4d4f-acb3-a82030d14a4e::" providerId="AD" clId="Web-{3882DFA6-8BB4-A557-925D-764B2C16CD44}" dt="2026-03-10T09:07:03.953" v="136" actId="20577"/>
          <ac:spMkLst>
            <pc:docMk/>
            <pc:sldMk cId="0" sldId="307"/>
            <ac:spMk id="2" creationId="{00000000-0000-0000-0000-000000000000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6:38.718" v="131" actId="20577"/>
        <pc:sldMkLst>
          <pc:docMk/>
          <pc:sldMk cId="0" sldId="308"/>
        </pc:sldMkLst>
        <pc:spChg chg="mod">
          <ac:chgData name="Vendégfelhasználó" userId="S::urn:spo:tenantanon#d290cc54-b29c-4d4f-acb3-a82030d14a4e::" providerId="AD" clId="Web-{3882DFA6-8BB4-A557-925D-764B2C16CD44}" dt="2026-03-10T09:06:38.718" v="131" actId="20577"/>
          <ac:spMkLst>
            <pc:docMk/>
            <pc:sldMk cId="0" sldId="308"/>
            <ac:spMk id="2" creationId="{00000000-0000-0000-0000-000000000000}"/>
          </ac:spMkLst>
        </pc:spChg>
        <pc:spChg chg="mod">
          <ac:chgData name="Vendégfelhasználó" userId="S::urn:spo:tenantanon#d290cc54-b29c-4d4f-acb3-a82030d14a4e::" providerId="AD" clId="Web-{3882DFA6-8BB4-A557-925D-764B2C16CD44}" dt="2026-03-10T09:06:33.515" v="130"/>
          <ac:spMkLst>
            <pc:docMk/>
            <pc:sldMk cId="0" sldId="308"/>
            <ac:spMk id="5" creationId="{74B7A515-9E88-48DD-A053-FBA845F004BA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7:23.891" v="139" actId="20577"/>
        <pc:sldMkLst>
          <pc:docMk/>
          <pc:sldMk cId="0" sldId="309"/>
        </pc:sldMkLst>
        <pc:spChg chg="mod">
          <ac:chgData name="Vendégfelhasználó" userId="S::urn:spo:tenantanon#d290cc54-b29c-4d4f-acb3-a82030d14a4e::" providerId="AD" clId="Web-{3882DFA6-8BB4-A557-925D-764B2C16CD44}" dt="2026-03-10T09:07:23.891" v="139" actId="20577"/>
          <ac:spMkLst>
            <pc:docMk/>
            <pc:sldMk cId="0" sldId="309"/>
            <ac:spMk id="2" creationId="{00000000-0000-0000-0000-000000000000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14:33.093" v="191" actId="20577"/>
        <pc:sldMkLst>
          <pc:docMk/>
          <pc:sldMk cId="0" sldId="310"/>
        </pc:sldMkLst>
        <pc:spChg chg="mod">
          <ac:chgData name="Vendégfelhasználó" userId="S::urn:spo:tenantanon#d290cc54-b29c-4d4f-acb3-a82030d14a4e::" providerId="AD" clId="Web-{3882DFA6-8BB4-A557-925D-764B2C16CD44}" dt="2026-03-10T09:07:27.516" v="141" actId="20577"/>
          <ac:spMkLst>
            <pc:docMk/>
            <pc:sldMk cId="0" sldId="310"/>
            <ac:spMk id="2" creationId="{00000000-0000-0000-0000-000000000000}"/>
          </ac:spMkLst>
        </pc:spChg>
        <pc:spChg chg="mod">
          <ac:chgData name="Vendégfelhasználó" userId="S::urn:spo:tenantanon#d290cc54-b29c-4d4f-acb3-a82030d14a4e::" providerId="AD" clId="Web-{3882DFA6-8BB4-A557-925D-764B2C16CD44}" dt="2026-03-10T09:14:33.093" v="191" actId="20577"/>
          <ac:spMkLst>
            <pc:docMk/>
            <pc:sldMk cId="0" sldId="310"/>
            <ac:spMk id="5" creationId="{75FD1E8E-DC00-43B2-B65F-D85E591DD206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14:36.406" v="192" actId="20577"/>
        <pc:sldMkLst>
          <pc:docMk/>
          <pc:sldMk cId="0" sldId="311"/>
        </pc:sldMkLst>
        <pc:spChg chg="mod">
          <ac:chgData name="Vendégfelhasználó" userId="S::urn:spo:tenantanon#d290cc54-b29c-4d4f-acb3-a82030d14a4e::" providerId="AD" clId="Web-{3882DFA6-8BB4-A557-925D-764B2C16CD44}" dt="2026-03-10T09:07:34.688" v="145" actId="20577"/>
          <ac:spMkLst>
            <pc:docMk/>
            <pc:sldMk cId="0" sldId="311"/>
            <ac:spMk id="2" creationId="{00000000-0000-0000-0000-000000000000}"/>
          </ac:spMkLst>
        </pc:spChg>
        <pc:spChg chg="mod">
          <ac:chgData name="Vendégfelhasználó" userId="S::urn:spo:tenantanon#d290cc54-b29c-4d4f-acb3-a82030d14a4e::" providerId="AD" clId="Web-{3882DFA6-8BB4-A557-925D-764B2C16CD44}" dt="2026-03-10T09:14:36.406" v="192" actId="20577"/>
          <ac:spMkLst>
            <pc:docMk/>
            <pc:sldMk cId="0" sldId="311"/>
            <ac:spMk id="4" creationId="{2D601734-DB7A-4D47-A960-C2C0C784CA7D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14:39.250" v="193" actId="20577"/>
        <pc:sldMkLst>
          <pc:docMk/>
          <pc:sldMk cId="0" sldId="312"/>
        </pc:sldMkLst>
        <pc:spChg chg="mod">
          <ac:chgData name="Vendégfelhasználó" userId="S::urn:spo:tenantanon#d290cc54-b29c-4d4f-acb3-a82030d14a4e::" providerId="AD" clId="Web-{3882DFA6-8BB4-A557-925D-764B2C16CD44}" dt="2026-03-10T09:07:38.063" v="147" actId="20577"/>
          <ac:spMkLst>
            <pc:docMk/>
            <pc:sldMk cId="0" sldId="312"/>
            <ac:spMk id="2" creationId="{00000000-0000-0000-0000-000000000000}"/>
          </ac:spMkLst>
        </pc:spChg>
        <pc:spChg chg="mod">
          <ac:chgData name="Vendégfelhasználó" userId="S::urn:spo:tenantanon#d290cc54-b29c-4d4f-acb3-a82030d14a4e::" providerId="AD" clId="Web-{3882DFA6-8BB4-A557-925D-764B2C16CD44}" dt="2026-03-10T09:14:39.250" v="193" actId="20577"/>
          <ac:spMkLst>
            <pc:docMk/>
            <pc:sldMk cId="0" sldId="312"/>
            <ac:spMk id="4" creationId="{D48DD9BB-C25D-4FF4-A05F-F986285C5825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14:42.828" v="194" actId="20577"/>
        <pc:sldMkLst>
          <pc:docMk/>
          <pc:sldMk cId="0" sldId="313"/>
        </pc:sldMkLst>
        <pc:spChg chg="mod">
          <ac:chgData name="Vendégfelhasználó" userId="S::urn:spo:tenantanon#d290cc54-b29c-4d4f-acb3-a82030d14a4e::" providerId="AD" clId="Web-{3882DFA6-8BB4-A557-925D-764B2C16CD44}" dt="2026-03-10T09:14:42.828" v="194" actId="20577"/>
          <ac:spMkLst>
            <pc:docMk/>
            <pc:sldMk cId="0" sldId="313"/>
            <ac:spMk id="3" creationId="{02765819-C385-471B-B61C-352D995BB6F3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14:46.907" v="196" actId="20577"/>
        <pc:sldMkLst>
          <pc:docMk/>
          <pc:sldMk cId="0" sldId="314"/>
        </pc:sldMkLst>
        <pc:spChg chg="mod">
          <ac:chgData name="Vendégfelhasználó" userId="S::urn:spo:tenantanon#d290cc54-b29c-4d4f-acb3-a82030d14a4e::" providerId="AD" clId="Web-{3882DFA6-8BB4-A557-925D-764B2C16CD44}" dt="2026-03-10T09:14:46.907" v="196" actId="20577"/>
          <ac:spMkLst>
            <pc:docMk/>
            <pc:sldMk cId="0" sldId="314"/>
            <ac:spMk id="2" creationId="{0BEE9D38-BC42-9496-5E41-82E69C6FFD83}"/>
          </ac:spMkLst>
        </pc:spChg>
        <pc:spChg chg="mod">
          <ac:chgData name="Vendégfelhasználó" userId="S::urn:spo:tenantanon#d290cc54-b29c-4d4f-acb3-a82030d14a4e::" providerId="AD" clId="Web-{3882DFA6-8BB4-A557-925D-764B2C16CD44}" dt="2026-03-10T09:07:43.392" v="148" actId="20577"/>
          <ac:spMkLst>
            <pc:docMk/>
            <pc:sldMk cId="0" sldId="314"/>
            <ac:spMk id="8" creationId="{7D25F461-ED5F-EB6E-1121-38AF3029D4DA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8:00.736" v="156" actId="20577"/>
        <pc:sldMkLst>
          <pc:docMk/>
          <pc:sldMk cId="0" sldId="315"/>
        </pc:sldMkLst>
        <pc:spChg chg="mod">
          <ac:chgData name="Vendégfelhasználó" userId="S::urn:spo:tenantanon#d290cc54-b29c-4d4f-acb3-a82030d14a4e::" providerId="AD" clId="Web-{3882DFA6-8BB4-A557-925D-764B2C16CD44}" dt="2026-03-10T09:08:00.736" v="156" actId="20577"/>
          <ac:spMkLst>
            <pc:docMk/>
            <pc:sldMk cId="0" sldId="315"/>
            <ac:spMk id="2" creationId="{00000000-0000-0000-0000-000000000000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12:02.286" v="169" actId="20577"/>
        <pc:sldMkLst>
          <pc:docMk/>
          <pc:sldMk cId="2304099507" sldId="316"/>
        </pc:sldMkLst>
        <pc:spChg chg="mod">
          <ac:chgData name="Vendégfelhasználó" userId="S::urn:spo:tenantanon#d290cc54-b29c-4d4f-acb3-a82030d14a4e::" providerId="AD" clId="Web-{3882DFA6-8BB4-A557-925D-764B2C16CD44}" dt="2026-03-10T09:02:20.664" v="37" actId="20577"/>
          <ac:spMkLst>
            <pc:docMk/>
            <pc:sldMk cId="2304099507" sldId="316"/>
            <ac:spMk id="2" creationId="{00000000-0000-0000-0000-000000000000}"/>
          </ac:spMkLst>
        </pc:spChg>
        <pc:spChg chg="mod">
          <ac:chgData name="Vendégfelhasználó" userId="S::urn:spo:tenantanon#d290cc54-b29c-4d4f-acb3-a82030d14a4e::" providerId="AD" clId="Web-{3882DFA6-8BB4-A557-925D-764B2C16CD44}" dt="2026-03-10T09:12:02.286" v="169" actId="20577"/>
          <ac:spMkLst>
            <pc:docMk/>
            <pc:sldMk cId="2304099507" sldId="316"/>
            <ac:spMk id="6" creationId="{1502411C-22E4-4909-B451-D7A7E7C0C263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12:04.552" v="170" actId="20577"/>
        <pc:sldMkLst>
          <pc:docMk/>
          <pc:sldMk cId="1497661919" sldId="317"/>
        </pc:sldMkLst>
        <pc:spChg chg="mod">
          <ac:chgData name="Vendégfelhasználó" userId="S::urn:spo:tenantanon#d290cc54-b29c-4d4f-acb3-a82030d14a4e::" providerId="AD" clId="Web-{3882DFA6-8BB4-A557-925D-764B2C16CD44}" dt="2026-03-10T09:02:26.289" v="40" actId="20577"/>
          <ac:spMkLst>
            <pc:docMk/>
            <pc:sldMk cId="1497661919" sldId="317"/>
            <ac:spMk id="2" creationId="{00000000-0000-0000-0000-000000000000}"/>
          </ac:spMkLst>
        </pc:spChg>
        <pc:spChg chg="mod">
          <ac:chgData name="Vendégfelhasználó" userId="S::urn:spo:tenantanon#d290cc54-b29c-4d4f-acb3-a82030d14a4e::" providerId="AD" clId="Web-{3882DFA6-8BB4-A557-925D-764B2C16CD44}" dt="2026-03-10T09:12:04.552" v="170" actId="20577"/>
          <ac:spMkLst>
            <pc:docMk/>
            <pc:sldMk cId="1497661919" sldId="317"/>
            <ac:spMk id="6" creationId="{674C2105-A690-42EC-9097-CC07FA93D73B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5:01.216" v="91" actId="20577"/>
        <pc:sldMkLst>
          <pc:docMk/>
          <pc:sldMk cId="377736026" sldId="318"/>
        </pc:sldMkLst>
        <pc:spChg chg="mod">
          <ac:chgData name="Vendégfelhasználó" userId="S::urn:spo:tenantanon#d290cc54-b29c-4d4f-acb3-a82030d14a4e::" providerId="AD" clId="Web-{3882DFA6-8BB4-A557-925D-764B2C16CD44}" dt="2026-03-10T09:05:01.216" v="91" actId="20577"/>
          <ac:spMkLst>
            <pc:docMk/>
            <pc:sldMk cId="377736026" sldId="318"/>
            <ac:spMk id="2" creationId="{00000000-0000-0000-0000-000000000000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12:32.693" v="180" actId="20577"/>
        <pc:sldMkLst>
          <pc:docMk/>
          <pc:sldMk cId="1782096121" sldId="319"/>
        </pc:sldMkLst>
        <pc:spChg chg="mod">
          <ac:chgData name="Vendégfelhasználó" userId="S::urn:spo:tenantanon#d290cc54-b29c-4d4f-acb3-a82030d14a4e::" providerId="AD" clId="Web-{3882DFA6-8BB4-A557-925D-764B2C16CD44}" dt="2026-03-10T09:12:32.693" v="180" actId="20577"/>
          <ac:spMkLst>
            <pc:docMk/>
            <pc:sldMk cId="1782096121" sldId="319"/>
            <ac:spMk id="3" creationId="{99BFFA60-5C2C-4FE6-AFC3-F2448898142F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5:10.888" v="95" actId="20577"/>
        <pc:sldMkLst>
          <pc:docMk/>
          <pc:sldMk cId="3435478130" sldId="321"/>
        </pc:sldMkLst>
        <pc:spChg chg="mod">
          <ac:chgData name="Vendégfelhasználó" userId="S::urn:spo:tenantanon#d290cc54-b29c-4d4f-acb3-a82030d14a4e::" providerId="AD" clId="Web-{3882DFA6-8BB4-A557-925D-764B2C16CD44}" dt="2026-03-10T09:05:10.888" v="95" actId="20577"/>
          <ac:spMkLst>
            <pc:docMk/>
            <pc:sldMk cId="3435478130" sldId="321"/>
            <ac:spMk id="2" creationId="{00000000-0000-0000-0000-000000000000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5:07.872" v="94" actId="20577"/>
        <pc:sldMkLst>
          <pc:docMk/>
          <pc:sldMk cId="2700151282" sldId="322"/>
        </pc:sldMkLst>
        <pc:spChg chg="mod">
          <ac:chgData name="Vendégfelhasználó" userId="S::urn:spo:tenantanon#d290cc54-b29c-4d4f-acb3-a82030d14a4e::" providerId="AD" clId="Web-{3882DFA6-8BB4-A557-925D-764B2C16CD44}" dt="2026-03-10T09:05:07.872" v="94" actId="20577"/>
          <ac:spMkLst>
            <pc:docMk/>
            <pc:sldMk cId="2700151282" sldId="322"/>
            <ac:spMk id="2" creationId="{00000000-0000-0000-0000-000000000000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4:52.231" v="84" actId="1076"/>
        <pc:sldMkLst>
          <pc:docMk/>
          <pc:sldMk cId="1522383595" sldId="323"/>
        </pc:sldMkLst>
        <pc:spChg chg="mod">
          <ac:chgData name="Vendégfelhasználó" userId="S::urn:spo:tenantanon#d290cc54-b29c-4d4f-acb3-a82030d14a4e::" providerId="AD" clId="Web-{3882DFA6-8BB4-A557-925D-764B2C16CD44}" dt="2026-03-10T09:04:52.231" v="84" actId="1076"/>
          <ac:spMkLst>
            <pc:docMk/>
            <pc:sldMk cId="1522383595" sldId="323"/>
            <ac:spMk id="2" creationId="{00000000-0000-0000-0000-000000000000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5:29.936" v="106" actId="20577"/>
        <pc:sldMkLst>
          <pc:docMk/>
          <pc:sldMk cId="1146969108" sldId="324"/>
        </pc:sldMkLst>
        <pc:spChg chg="mod">
          <ac:chgData name="Vendégfelhasználó" userId="S::urn:spo:tenantanon#d290cc54-b29c-4d4f-acb3-a82030d14a4e::" providerId="AD" clId="Web-{3882DFA6-8BB4-A557-925D-764B2C16CD44}" dt="2026-03-10T09:05:29.936" v="106" actId="20577"/>
          <ac:spMkLst>
            <pc:docMk/>
            <pc:sldMk cId="1146969108" sldId="324"/>
            <ac:spMk id="2" creationId="{00000000-0000-0000-0000-000000000000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5:34.092" v="108" actId="20577"/>
        <pc:sldMkLst>
          <pc:docMk/>
          <pc:sldMk cId="3668265104" sldId="325"/>
        </pc:sldMkLst>
        <pc:spChg chg="mod">
          <ac:chgData name="Vendégfelhasználó" userId="S::urn:spo:tenantanon#d290cc54-b29c-4d4f-acb3-a82030d14a4e::" providerId="AD" clId="Web-{3882DFA6-8BB4-A557-925D-764B2C16CD44}" dt="2026-03-10T09:05:34.092" v="108" actId="20577"/>
          <ac:spMkLst>
            <pc:docMk/>
            <pc:sldMk cId="3668265104" sldId="325"/>
            <ac:spMk id="2" creationId="{00000000-0000-0000-0000-000000000000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4:57.263" v="89" actId="20577"/>
        <pc:sldMkLst>
          <pc:docMk/>
          <pc:sldMk cId="2066307713" sldId="326"/>
        </pc:sldMkLst>
        <pc:spChg chg="mod">
          <ac:chgData name="Vendégfelhasználó" userId="S::urn:spo:tenantanon#d290cc54-b29c-4d4f-acb3-a82030d14a4e::" providerId="AD" clId="Web-{3882DFA6-8BB4-A557-925D-764B2C16CD44}" dt="2026-03-10T09:04:57.263" v="89" actId="20577"/>
          <ac:spMkLst>
            <pc:docMk/>
            <pc:sldMk cId="2066307713" sldId="326"/>
            <ac:spMk id="2" creationId="{00000000-0000-0000-0000-000000000000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5:21.670" v="100" actId="20577"/>
        <pc:sldMkLst>
          <pc:docMk/>
          <pc:sldMk cId="719398657" sldId="327"/>
        </pc:sldMkLst>
        <pc:spChg chg="mod">
          <ac:chgData name="Vendégfelhasználó" userId="S::urn:spo:tenantanon#d290cc54-b29c-4d4f-acb3-a82030d14a4e::" providerId="AD" clId="Web-{3882DFA6-8BB4-A557-925D-764B2C16CD44}" dt="2026-03-10T09:05:21.670" v="100" actId="20577"/>
          <ac:spMkLst>
            <pc:docMk/>
            <pc:sldMk cId="719398657" sldId="327"/>
            <ac:spMk id="2" creationId="{00000000-0000-0000-0000-000000000000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5:24.420" v="102" actId="20577"/>
        <pc:sldMkLst>
          <pc:docMk/>
          <pc:sldMk cId="3400614421" sldId="328"/>
        </pc:sldMkLst>
        <pc:spChg chg="mod">
          <ac:chgData name="Vendégfelhasználó" userId="S::urn:spo:tenantanon#d290cc54-b29c-4d4f-acb3-a82030d14a4e::" providerId="AD" clId="Web-{3882DFA6-8BB4-A557-925D-764B2C16CD44}" dt="2026-03-10T09:05:24.420" v="102" actId="20577"/>
          <ac:spMkLst>
            <pc:docMk/>
            <pc:sldMk cId="3400614421" sldId="328"/>
            <ac:spMk id="2" creationId="{00000000-0000-0000-0000-000000000000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5:28.123" v="104" actId="20577"/>
        <pc:sldMkLst>
          <pc:docMk/>
          <pc:sldMk cId="3925091149" sldId="329"/>
        </pc:sldMkLst>
        <pc:spChg chg="mod">
          <ac:chgData name="Vendégfelhasználó" userId="S::urn:spo:tenantanon#d290cc54-b29c-4d4f-acb3-a82030d14a4e::" providerId="AD" clId="Web-{3882DFA6-8BB4-A557-925D-764B2C16CD44}" dt="2026-03-10T09:05:28.123" v="104" actId="20577"/>
          <ac:spMkLst>
            <pc:docMk/>
            <pc:sldMk cId="3925091149" sldId="329"/>
            <ac:spMk id="2" creationId="{00000000-0000-0000-0000-000000000000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12:22.209" v="176" actId="20577"/>
        <pc:sldMkLst>
          <pc:docMk/>
          <pc:sldMk cId="3595005789" sldId="330"/>
        </pc:sldMkLst>
        <pc:spChg chg="mod">
          <ac:chgData name="Vendégfelhasználó" userId="S::urn:spo:tenantanon#d290cc54-b29c-4d4f-acb3-a82030d14a4e::" providerId="AD" clId="Web-{3882DFA6-8BB4-A557-925D-764B2C16CD44}" dt="2026-03-10T09:12:22.209" v="176" actId="20577"/>
          <ac:spMkLst>
            <pc:docMk/>
            <pc:sldMk cId="3595005789" sldId="330"/>
            <ac:spMk id="3" creationId="{6335D37B-6CD7-4A1A-B5D2-52E06004E32D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12:29.834" v="179" actId="20577"/>
        <pc:sldMkLst>
          <pc:docMk/>
          <pc:sldMk cId="2924703499" sldId="331"/>
        </pc:sldMkLst>
        <pc:spChg chg="mod">
          <ac:chgData name="Vendégfelhasználó" userId="S::urn:spo:tenantanon#d290cc54-b29c-4d4f-acb3-a82030d14a4e::" providerId="AD" clId="Web-{3882DFA6-8BB4-A557-925D-764B2C16CD44}" dt="2026-03-10T09:02:50.384" v="52" actId="20577"/>
          <ac:spMkLst>
            <pc:docMk/>
            <pc:sldMk cId="2924703499" sldId="331"/>
            <ac:spMk id="2" creationId="{00000000-0000-0000-0000-000000000000}"/>
          </ac:spMkLst>
        </pc:spChg>
        <pc:spChg chg="mod">
          <ac:chgData name="Vendégfelhasználó" userId="S::urn:spo:tenantanon#d290cc54-b29c-4d4f-acb3-a82030d14a4e::" providerId="AD" clId="Web-{3882DFA6-8BB4-A557-925D-764B2C16CD44}" dt="2026-03-10T09:12:29.834" v="179" actId="20577"/>
          <ac:spMkLst>
            <pc:docMk/>
            <pc:sldMk cId="2924703499" sldId="331"/>
            <ac:spMk id="10" creationId="{431E41F5-91D9-4A66-B4D6-390BF41F6B41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7:20.469" v="138" actId="20577"/>
        <pc:sldMkLst>
          <pc:docMk/>
          <pc:sldMk cId="230365227" sldId="332"/>
        </pc:sldMkLst>
        <pc:spChg chg="mod">
          <ac:chgData name="Vendégfelhasználó" userId="S::urn:spo:tenantanon#d290cc54-b29c-4d4f-acb3-a82030d14a4e::" providerId="AD" clId="Web-{3882DFA6-8BB4-A557-925D-764B2C16CD44}" dt="2026-03-10T09:07:20.469" v="138" actId="20577"/>
          <ac:spMkLst>
            <pc:docMk/>
            <pc:sldMk cId="230365227" sldId="332"/>
            <ac:spMk id="2" creationId="{3A4F6C75-5EA9-BE32-774E-E6324B2B671F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1:37.834" v="25" actId="20577"/>
        <pc:sldMkLst>
          <pc:docMk/>
          <pc:sldMk cId="3708327182" sldId="333"/>
        </pc:sldMkLst>
        <pc:spChg chg="mod">
          <ac:chgData name="Vendégfelhasználó" userId="S::urn:spo:tenantanon#d290cc54-b29c-4d4f-acb3-a82030d14a4e::" providerId="AD" clId="Web-{3882DFA6-8BB4-A557-925D-764B2C16CD44}" dt="2026-03-10T09:01:37.834" v="25" actId="20577"/>
          <ac:spMkLst>
            <pc:docMk/>
            <pc:sldMk cId="3708327182" sldId="333"/>
            <ac:spMk id="2" creationId="{FE8E0DE9-770D-E979-8550-92DC42F51AF0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14:49.172" v="197" actId="20577"/>
        <pc:sldMkLst>
          <pc:docMk/>
          <pc:sldMk cId="4210208034" sldId="334"/>
        </pc:sldMkLst>
        <pc:spChg chg="mod">
          <ac:chgData name="Vendégfelhasználó" userId="S::urn:spo:tenantanon#d290cc54-b29c-4d4f-acb3-a82030d14a4e::" providerId="AD" clId="Web-{3882DFA6-8BB4-A557-925D-764B2C16CD44}" dt="2026-03-10T09:14:49.172" v="197" actId="20577"/>
          <ac:spMkLst>
            <pc:docMk/>
            <pc:sldMk cId="4210208034" sldId="334"/>
            <ac:spMk id="2" creationId="{E1D133D2-3CF7-7E00-C467-5562273F37A3}"/>
          </ac:spMkLst>
        </pc:spChg>
        <pc:spChg chg="mod">
          <ac:chgData name="Vendégfelhasználó" userId="S::urn:spo:tenantanon#d290cc54-b29c-4d4f-acb3-a82030d14a4e::" providerId="AD" clId="Web-{3882DFA6-8BB4-A557-925D-764B2C16CD44}" dt="2026-03-10T09:07:52.814" v="152" actId="20577"/>
          <ac:spMkLst>
            <pc:docMk/>
            <pc:sldMk cId="4210208034" sldId="334"/>
            <ac:spMk id="4" creationId="{DBFC5315-2BE3-D215-A501-E1FCDEA1077A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14:57.126" v="199" actId="20577"/>
        <pc:sldMkLst>
          <pc:docMk/>
          <pc:sldMk cId="556402721" sldId="335"/>
        </pc:sldMkLst>
        <pc:spChg chg="mod">
          <ac:chgData name="Vendégfelhasználó" userId="S::urn:spo:tenantanon#d290cc54-b29c-4d4f-acb3-a82030d14a4e::" providerId="AD" clId="Web-{3882DFA6-8BB4-A557-925D-764B2C16CD44}" dt="2026-03-10T09:14:57.126" v="199" actId="20577"/>
          <ac:spMkLst>
            <pc:docMk/>
            <pc:sldMk cId="556402721" sldId="335"/>
            <ac:spMk id="2" creationId="{42C4B16E-9344-BEE1-979F-7687AEA44FE0}"/>
          </ac:spMkLst>
        </pc:spChg>
        <pc:spChg chg="mod">
          <ac:chgData name="Vendégfelhasználó" userId="S::urn:spo:tenantanon#d290cc54-b29c-4d4f-acb3-a82030d14a4e::" providerId="AD" clId="Web-{3882DFA6-8BB4-A557-925D-764B2C16CD44}" dt="2026-03-10T09:07:57.751" v="154" actId="20577"/>
          <ac:spMkLst>
            <pc:docMk/>
            <pc:sldMk cId="556402721" sldId="335"/>
            <ac:spMk id="4" creationId="{653CC0C6-0817-FE40-9352-2C39256BB1A3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14:51.704" v="198" actId="20577"/>
        <pc:sldMkLst>
          <pc:docMk/>
          <pc:sldMk cId="1528123194" sldId="336"/>
        </pc:sldMkLst>
        <pc:spChg chg="mod">
          <ac:chgData name="Vendégfelhasználó" userId="S::urn:spo:tenantanon#d290cc54-b29c-4d4f-acb3-a82030d14a4e::" providerId="AD" clId="Web-{3882DFA6-8BB4-A557-925D-764B2C16CD44}" dt="2026-03-10T09:14:51.704" v="198" actId="20577"/>
          <ac:spMkLst>
            <pc:docMk/>
            <pc:sldMk cId="1528123194" sldId="336"/>
            <ac:spMk id="3" creationId="{9897665C-B16A-1C1B-A824-2468B593C200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14:12.606" v="188" actId="20577"/>
        <pc:sldMkLst>
          <pc:docMk/>
          <pc:sldMk cId="1767736706" sldId="337"/>
        </pc:sldMkLst>
        <pc:spChg chg="mod">
          <ac:chgData name="Vendégfelhasználó" userId="S::urn:spo:tenantanon#d290cc54-b29c-4d4f-acb3-a82030d14a4e::" providerId="AD" clId="Web-{3882DFA6-8BB4-A557-925D-764B2C16CD44}" dt="2026-03-10T09:14:12.606" v="188" actId="20577"/>
          <ac:spMkLst>
            <pc:docMk/>
            <pc:sldMk cId="1767736706" sldId="337"/>
            <ac:spMk id="3" creationId="{1BDC989C-33D7-88C9-F195-E14418BB980F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5:37.436" v="110" actId="20577"/>
        <pc:sldMkLst>
          <pc:docMk/>
          <pc:sldMk cId="2980943722" sldId="338"/>
        </pc:sldMkLst>
        <pc:spChg chg="mod">
          <ac:chgData name="Vendégfelhasználó" userId="S::urn:spo:tenantanon#d290cc54-b29c-4d4f-acb3-a82030d14a4e::" providerId="AD" clId="Web-{3882DFA6-8BB4-A557-925D-764B2C16CD44}" dt="2026-03-10T09:05:37.436" v="110" actId="20577"/>
          <ac:spMkLst>
            <pc:docMk/>
            <pc:sldMk cId="2980943722" sldId="338"/>
            <ac:spMk id="2" creationId="{BE9BFDEE-23F8-6A4E-BA76-D388D09D3E99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5:40.780" v="112" actId="20577"/>
        <pc:sldMkLst>
          <pc:docMk/>
          <pc:sldMk cId="1109180993" sldId="339"/>
        </pc:sldMkLst>
        <pc:spChg chg="mod">
          <ac:chgData name="Vendégfelhasználó" userId="S::urn:spo:tenantanon#d290cc54-b29c-4d4f-acb3-a82030d14a4e::" providerId="AD" clId="Web-{3882DFA6-8BB4-A557-925D-764B2C16CD44}" dt="2026-03-10T09:05:40.780" v="112" actId="20577"/>
          <ac:spMkLst>
            <pc:docMk/>
            <pc:sldMk cId="1109180993" sldId="339"/>
            <ac:spMk id="2" creationId="{6EAD0A79-6762-6DB7-C48B-DE374DE1357D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12:17.615" v="175" actId="20577"/>
        <pc:sldMkLst>
          <pc:docMk/>
          <pc:sldMk cId="1484077642" sldId="341"/>
        </pc:sldMkLst>
        <pc:spChg chg="mod">
          <ac:chgData name="Vendégfelhasználó" userId="S::urn:spo:tenantanon#d290cc54-b29c-4d4f-acb3-a82030d14a4e::" providerId="AD" clId="Web-{3882DFA6-8BB4-A557-925D-764B2C16CD44}" dt="2026-03-10T09:02:42.649" v="48" actId="20577"/>
          <ac:spMkLst>
            <pc:docMk/>
            <pc:sldMk cId="1484077642" sldId="341"/>
            <ac:spMk id="2" creationId="{3FAB5741-DA71-D9C3-E8F1-34A2B36FA19E}"/>
          </ac:spMkLst>
        </pc:spChg>
        <pc:spChg chg="mod">
          <ac:chgData name="Vendégfelhasználó" userId="S::urn:spo:tenantanon#d290cc54-b29c-4d4f-acb3-a82030d14a4e::" providerId="AD" clId="Web-{3882DFA6-8BB4-A557-925D-764B2C16CD44}" dt="2026-03-10T09:12:17.615" v="175" actId="20577"/>
          <ac:spMkLst>
            <pc:docMk/>
            <pc:sldMk cId="1484077642" sldId="341"/>
            <ac:spMk id="6" creationId="{61AD107F-D7C0-BBD4-A670-FCD410C77C65}"/>
          </ac:spMkLst>
        </pc:spChg>
      </pc:sldChg>
      <pc:sldChg chg="modSp">
        <pc:chgData name="Vendégfelhasználó" userId="S::urn:spo:tenantanon#d290cc54-b29c-4d4f-acb3-a82030d14a4e::" providerId="AD" clId="Web-{3882DFA6-8BB4-A557-925D-764B2C16CD44}" dt="2026-03-10T09:05:17.029" v="97" actId="20577"/>
        <pc:sldMkLst>
          <pc:docMk/>
          <pc:sldMk cId="2066385949" sldId="342"/>
        </pc:sldMkLst>
        <pc:spChg chg="mod">
          <ac:chgData name="Vendégfelhasználó" userId="S::urn:spo:tenantanon#d290cc54-b29c-4d4f-acb3-a82030d14a4e::" providerId="AD" clId="Web-{3882DFA6-8BB4-A557-925D-764B2C16CD44}" dt="2026-03-10T09:05:17.029" v="97" actId="20577"/>
          <ac:spMkLst>
            <pc:docMk/>
            <pc:sldMk cId="2066385949" sldId="342"/>
            <ac:spMk id="2" creationId="{89B6F7E8-8C41-7ADC-AAE1-CCA1CE68CA51}"/>
          </ac:spMkLst>
        </pc:spChg>
      </pc:sldChg>
    </pc:docChg>
  </pc:docChgLst>
  <pc:docChgLst>
    <pc:chgData name="Jobbágy Dominik" userId="S::jobbagydominik@irinyi-ref.hu::7a0505e5-a79a-451a-a631-c8935f5c50ce" providerId="AD" clId="Web-{BBE65069-E9AC-DC1E-6A6B-F5862AA1A0E9}"/>
    <pc:docChg chg="modSld">
      <pc:chgData name="Jobbágy Dominik" userId="S::jobbagydominik@irinyi-ref.hu::7a0505e5-a79a-451a-a631-c8935f5c50ce" providerId="AD" clId="Web-{BBE65069-E9AC-DC1E-6A6B-F5862AA1A0E9}" dt="2026-03-17T09:18:46.061" v="53" actId="20577"/>
      <pc:docMkLst>
        <pc:docMk/>
      </pc:docMkLst>
      <pc:sldChg chg="modSp">
        <pc:chgData name="Jobbágy Dominik" userId="S::jobbagydominik@irinyi-ref.hu::7a0505e5-a79a-451a-a631-c8935f5c50ce" providerId="AD" clId="Web-{BBE65069-E9AC-DC1E-6A6B-F5862AA1A0E9}" dt="2026-03-17T09:00:34.012" v="12" actId="20577"/>
        <pc:sldMkLst>
          <pc:docMk/>
          <pc:sldMk cId="0" sldId="314"/>
        </pc:sldMkLst>
        <pc:spChg chg="mod">
          <ac:chgData name="Jobbágy Dominik" userId="S::jobbagydominik@irinyi-ref.hu::7a0505e5-a79a-451a-a631-c8935f5c50ce" providerId="AD" clId="Web-{BBE65069-E9AC-DC1E-6A6B-F5862AA1A0E9}" dt="2026-03-17T09:00:34.012" v="12" actId="20577"/>
          <ac:spMkLst>
            <pc:docMk/>
            <pc:sldMk cId="0" sldId="314"/>
            <ac:spMk id="6" creationId="{BB7A9128-3624-F700-1A84-69E330A7CDA8}"/>
          </ac:spMkLst>
        </pc:spChg>
      </pc:sldChg>
      <pc:sldChg chg="modSp">
        <pc:chgData name="Jobbágy Dominik" userId="S::jobbagydominik@irinyi-ref.hu::7a0505e5-a79a-451a-a631-c8935f5c50ce" providerId="AD" clId="Web-{BBE65069-E9AC-DC1E-6A6B-F5862AA1A0E9}" dt="2026-03-17T09:18:46.061" v="53" actId="20577"/>
        <pc:sldMkLst>
          <pc:docMk/>
          <pc:sldMk cId="4210208034" sldId="334"/>
        </pc:sldMkLst>
        <pc:spChg chg="mod">
          <ac:chgData name="Jobbágy Dominik" userId="S::jobbagydominik@irinyi-ref.hu::7a0505e5-a79a-451a-a631-c8935f5c50ce" providerId="AD" clId="Web-{BBE65069-E9AC-DC1E-6A6B-F5862AA1A0E9}" dt="2026-03-17T09:18:46.061" v="53" actId="20577"/>
          <ac:spMkLst>
            <pc:docMk/>
            <pc:sldMk cId="4210208034" sldId="334"/>
            <ac:spMk id="5" creationId="{15DA0EC8-D359-ED6D-8DD1-01CCD6813B12}"/>
          </ac:spMkLst>
        </pc:spChg>
      </pc:sldChg>
    </pc:docChg>
  </pc:docChgLst>
  <pc:docChgLst>
    <pc:chgData name="Jobbágy Dominik" userId="S::jobbagydominik@irinyi-ref.hu::7a0505e5-a79a-451a-a631-c8935f5c50ce" providerId="AD" clId="Web-{FA160B13-64A1-3FFF-2D3D-873A522BDA04}"/>
    <pc:docChg chg="modSld">
      <pc:chgData name="Jobbágy Dominik" userId="S::jobbagydominik@irinyi-ref.hu::7a0505e5-a79a-451a-a631-c8935f5c50ce" providerId="AD" clId="Web-{FA160B13-64A1-3FFF-2D3D-873A522BDA04}" dt="2026-03-24T07:49:32.912" v="20"/>
      <pc:docMkLst>
        <pc:docMk/>
      </pc:docMkLst>
      <pc:sldChg chg="addSp delSp modSp">
        <pc:chgData name="Jobbágy Dominik" userId="S::jobbagydominik@irinyi-ref.hu::7a0505e5-a79a-451a-a631-c8935f5c50ce" providerId="AD" clId="Web-{FA160B13-64A1-3FFF-2D3D-873A522BDA04}" dt="2026-03-24T07:49:32.912" v="20"/>
        <pc:sldMkLst>
          <pc:docMk/>
          <pc:sldMk cId="0" sldId="260"/>
        </pc:sldMkLst>
        <pc:spChg chg="add del mod">
          <ac:chgData name="Jobbágy Dominik" userId="S::jobbagydominik@irinyi-ref.hu::7a0505e5-a79a-451a-a631-c8935f5c50ce" providerId="AD" clId="Web-{FA160B13-64A1-3FFF-2D3D-873A522BDA04}" dt="2026-03-24T07:49:26.193" v="19"/>
          <ac:spMkLst>
            <pc:docMk/>
            <pc:sldMk cId="0" sldId="260"/>
            <ac:spMk id="3" creationId="{07285888-3668-5599-11B9-C43EFCC9BA75}"/>
          </ac:spMkLst>
        </pc:spChg>
        <pc:picChg chg="add del">
          <ac:chgData name="Jobbágy Dominik" userId="S::jobbagydominik@irinyi-ref.hu::7a0505e5-a79a-451a-a631-c8935f5c50ce" providerId="AD" clId="Web-{FA160B13-64A1-3FFF-2D3D-873A522BDA04}" dt="2026-03-24T07:49:32.912" v="20"/>
          <ac:picMkLst>
            <pc:docMk/>
            <pc:sldMk cId="0" sldId="260"/>
            <ac:picMk id="5" creationId="{AD1E7378-2BA0-4218-ACB5-DAB034B8D63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70388" cy="2841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5711825" y="0"/>
            <a:ext cx="4370388" cy="2841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D4905E-DC75-4565-A27B-F01A93BB64FC}" type="datetimeFigureOut">
              <a:rPr lang="hu-HU" smtClean="0"/>
              <a:t>2026.03.31.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3340100" y="709613"/>
            <a:ext cx="3403600" cy="1916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1008063" y="2732088"/>
            <a:ext cx="8067675" cy="22352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5392738"/>
            <a:ext cx="4370388" cy="2841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5711825" y="5392738"/>
            <a:ext cx="4370388" cy="2841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8739B0-A542-459C-8702-457C1041B5E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6923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24575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/>
              <a:t>Bevezetőként megtekinthetik a hálózatunk egyes részeit és azok szerepeit. Nem kell felsorolni</a:t>
            </a:r>
          </a:p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918598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/>
              <a:t>Ezen a </a:t>
            </a:r>
            <a:r>
              <a:rPr lang="hu-HU" err="1"/>
              <a:t>dian</a:t>
            </a:r>
            <a:r>
              <a:rPr lang="hu-HU"/>
              <a:t> </a:t>
            </a:r>
            <a:r>
              <a:rPr lang="hu-HU" err="1"/>
              <a:t>megtalalhatoak</a:t>
            </a:r>
            <a:r>
              <a:rPr lang="hu-HU"/>
              <a:t> a </a:t>
            </a:r>
            <a:r>
              <a:rPr lang="hu-HU" err="1"/>
              <a:t>munkank</a:t>
            </a:r>
            <a:r>
              <a:rPr lang="hu-HU"/>
              <a:t> </a:t>
            </a:r>
            <a:r>
              <a:rPr lang="hu-HU" err="1"/>
              <a:t>soran</a:t>
            </a:r>
            <a:r>
              <a:rPr lang="hu-HU"/>
              <a:t> </a:t>
            </a:r>
            <a:r>
              <a:rPr lang="hu-HU" err="1"/>
              <a:t>hasznalt</a:t>
            </a:r>
            <a:r>
              <a:rPr lang="hu-HU"/>
              <a:t> eszközök </a:t>
            </a:r>
            <a:r>
              <a:rPr lang="hu-HU" err="1"/>
              <a:t>listaja</a:t>
            </a:r>
            <a:endParaRPr lang="hu-HU"/>
          </a:p>
          <a:p>
            <a:r>
              <a:rPr lang="hu-HU"/>
              <a:t>Nem kell felsorolni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0887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Nem kell felsorolni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89319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Itt látható a hálózatunk topológiája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856516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6CF90-2FCF-ECBC-430A-0985AB3EF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1878A810-FD8F-4AEE-09EA-47E493ED32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6C2717EE-D782-4C72-BFB7-FAD749243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Eszközeink és azok </a:t>
            </a:r>
            <a:r>
              <a:rPr lang="hu-HU" dirty="0" err="1"/>
              <a:t>portjainak</a:t>
            </a:r>
            <a:r>
              <a:rPr lang="hu-HU" dirty="0"/>
              <a:t> IP cím kiosztása táblázatba rendezve, mint IPv4 és IPv6-tal.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A4FC0D5-4A57-1743-35ED-0D8F4A982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301379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3AE46-9586-8DD8-AC92-4E90374E9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3F88BD9D-9EED-4D57-89AD-8922206AA2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0FB19E78-7316-B96E-BD44-944753106F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Eszközeink es azok </a:t>
            </a:r>
            <a:r>
              <a:rPr lang="hu-HU" dirty="0" err="1"/>
              <a:t>portjainak</a:t>
            </a:r>
            <a:r>
              <a:rPr lang="hu-HU" dirty="0"/>
              <a:t> IP cím kiosztása táblázatba rendezve, mint IPv4 és IPv6-tal.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8E75E3B-BC7E-2C59-0645-93A1F344FC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614274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12952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1-2 </a:t>
            </a:r>
            <a:r>
              <a:rPr lang="hu-HU" err="1"/>
              <a:t>portchannel</a:t>
            </a:r>
            <a:r>
              <a:rPr lang="hu-HU"/>
              <a:t>, STP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15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15375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1-2 </a:t>
            </a:r>
            <a:r>
              <a:rPr lang="hu-HU" dirty="0" err="1"/>
              <a:t>portchannel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16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32898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2-3 </a:t>
            </a:r>
            <a:r>
              <a:rPr lang="hu-HU" err="1"/>
              <a:t>portchannel</a:t>
            </a:r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17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685616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Magas rendelkezésre állás biztosítása</a:t>
            </a:r>
            <a:br>
              <a:rPr lang="hu-HU"/>
            </a:br>
            <a:r>
              <a:rPr lang="hu-HU"/>
              <a:t>Ha a fő router (Telep_R1) valami indok miatt kiesik, helyét átveszi a Telep_R2, ha a hibát elhárítjuk, az R1 visszakapja szerepét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22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82461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Következő csere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23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677885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Most be szeretnem mutatni a szolgáltató hálózatot,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24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086874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Feladata a forgalmak irányítása a hálózataink között és az internet eleres is innen van biztosítva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25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219932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WAN hálózatot szimulálunk ezen a területen, lássuk az IPv4-es verzióját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26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392513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Egyterületű OSPF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27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908581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C2561-C766-975C-E108-3C53915C5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6D9F0EA1-FEB8-AE8F-52F3-C0E2DA26C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E53CA5A2-F188-A220-E412-BC4B4410F5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Egyterületű OSPF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EA071E6-C56A-3736-3930-70E8C6DD8E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28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700033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29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16916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30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094187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err="1"/>
              <a:t>ospf</a:t>
            </a:r>
            <a:r>
              <a:rPr lang="hu-HU"/>
              <a:t> </a:t>
            </a:r>
            <a:r>
              <a:rPr lang="hu-HU" err="1"/>
              <a:t>message-digest-key</a:t>
            </a:r>
            <a:r>
              <a:rPr lang="hu-HU"/>
              <a:t>, cost, hello-</a:t>
            </a:r>
            <a:r>
              <a:rPr lang="hu-HU" err="1"/>
              <a:t>interval</a:t>
            </a:r>
            <a:r>
              <a:rPr lang="hu-HU"/>
              <a:t>, </a:t>
            </a:r>
            <a:r>
              <a:rPr lang="hu-HU" err="1"/>
              <a:t>bandwidth</a:t>
            </a:r>
            <a:r>
              <a:rPr lang="hu-HU"/>
              <a:t>, </a:t>
            </a:r>
            <a:r>
              <a:rPr lang="hu-HU" err="1"/>
              <a:t>egyeni</a:t>
            </a:r>
            <a:r>
              <a:rPr lang="hu-HU"/>
              <a:t> router </a:t>
            </a:r>
            <a:r>
              <a:rPr lang="hu-HU" err="1"/>
              <a:t>id</a:t>
            </a:r>
            <a:r>
              <a:rPr lang="hu-HU"/>
              <a:t>,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31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298559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32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829305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Most lássuk az IPv6-os verzióját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33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9327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34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134936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35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109751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36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251319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37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334104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38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85817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39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196112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A hálózat egy otthoni környezetet szimulál, mely egy távmunkás elérését biztosítja háza kényelméből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40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50136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D96D6-D6F1-E088-B338-C7C99BCB9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38356B4F-ACAD-DC16-BF9B-DB93BCA7D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34AC7823-4F34-EEF4-C272-3D3BA9987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Internet felé néző és belső interfészt statikusan konfiguráltunk, belső hálózatba DHCP-vel címet is oszt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049BB7A-3299-A38C-5B4F-86ECC565F9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41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85471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82CB3-82F9-2DFA-E890-30F07DB97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E5D952DD-040B-5C25-9E6D-0B70FAE540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474C7379-1840-F34D-7233-573CF1F2E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vezeték nélküli hálózat SSID-ja </a:t>
            </a:r>
            <a:r>
              <a:rPr lang="hu-HU" dirty="0" err="1"/>
              <a:t>HomeWifi</a:t>
            </a:r>
            <a:r>
              <a:rPr lang="hu-HU" dirty="0"/>
              <a:t>, melyhez a Start123 jelszóval lehet csatlakozni, ezt WPA2 </a:t>
            </a:r>
            <a:r>
              <a:rPr lang="hu-HU" dirty="0" err="1"/>
              <a:t>Personal</a:t>
            </a:r>
            <a:r>
              <a:rPr lang="hu-HU" dirty="0"/>
              <a:t> biztonsággal láttuk el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20E6DDE-AF63-3344-2B22-297876BF2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42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360357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43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161639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Egyaránt fut egy-egy </a:t>
            </a:r>
            <a:r>
              <a:rPr lang="hu-HU" err="1"/>
              <a:t>linux</a:t>
            </a:r>
            <a:r>
              <a:rPr lang="hu-HU"/>
              <a:t> szerver az iroda, valamint a szerverpark területén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44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8875327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Paraméterek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45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5285146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A Linux szerverek IP cím beállításai, mind az Irodában, mind a Szerverparkban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46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271966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Távoli elérés engedélyezve mindkét Linux szerveren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47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9855609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Automatikus mentés az Irodai szerverünkön fut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48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5050391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DNS szerverünk a szerverpark területén fut</a:t>
            </a:r>
            <a:br>
              <a:rPr lang="hu-HU" dirty="0"/>
            </a:br>
            <a:r>
              <a:rPr lang="hu-HU" dirty="0" err="1"/>
              <a:t>Domain</a:t>
            </a:r>
            <a:r>
              <a:rPr lang="hu-HU" dirty="0"/>
              <a:t> nevünk intercoolest.hu, valamint </a:t>
            </a:r>
            <a:r>
              <a:rPr lang="hu-HU" dirty="0" err="1"/>
              <a:t>CrazyDrive.zrt</a:t>
            </a:r>
            <a:r>
              <a:rPr lang="hu-HU" dirty="0"/>
              <a:t> néven is elérhetőek vagyunk, mindkét cím a webszerverre mutat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49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44262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 a weboldalunk kódjának egy része, mely teljesen egészében így néz ki, egy rövid ismertetőt helyeztünk el a </a:t>
            </a:r>
            <a:r>
              <a:rPr lang="hu-HU" dirty="0" err="1"/>
              <a:t>CrazyDrive</a:t>
            </a:r>
            <a:r>
              <a:rPr lang="hu-HU" dirty="0"/>
              <a:t> cégről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50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8606876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DHCP szerver az iroda területén működik, mely a 3 VLAN </a:t>
            </a:r>
            <a:r>
              <a:rPr lang="hu-HU" err="1"/>
              <a:t>gépeinek</a:t>
            </a:r>
            <a:r>
              <a:rPr lang="hu-HU"/>
              <a:t> oszt címet (VLAN10,20,30)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51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3892638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FTP szolgáltatásunk szintén az iroda hálózatán fut, amelyre </a:t>
            </a:r>
            <a:r>
              <a:rPr lang="hu-HU" dirty="0" err="1"/>
              <a:t>admin</a:t>
            </a:r>
            <a:r>
              <a:rPr lang="hu-HU" dirty="0"/>
              <a:t> nevű felhasználóval lehet bejelentkezni, ezeket a fájlokat biztosítjuk a már említett automatikus mentéssel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52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1208846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Windows szerverünk a szerverparkban fut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53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808099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A szerveren címtárszolgáltatás fut, mindhárom VLAN-</a:t>
            </a:r>
            <a:r>
              <a:rPr lang="hu-HU" err="1"/>
              <a:t>nak</a:t>
            </a:r>
            <a:r>
              <a:rPr lang="hu-HU"/>
              <a:t> külön csoportot hoztunk létre a jobb átláthatóságért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54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3104352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Új felhasználó bejelentkezésekor a csoportházirend automatikusan telepíti a </a:t>
            </a:r>
            <a:r>
              <a:rPr lang="hu-HU" err="1"/>
              <a:t>PuTTY</a:t>
            </a:r>
            <a:r>
              <a:rPr lang="hu-HU"/>
              <a:t> alkalmazást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55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388746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Az </a:t>
            </a:r>
            <a:r>
              <a:rPr lang="hu-HU" dirty="0" err="1"/>
              <a:t>Active</a:t>
            </a:r>
            <a:r>
              <a:rPr lang="hu-HU" dirty="0"/>
              <a:t> </a:t>
            </a:r>
            <a:r>
              <a:rPr lang="hu-HU" dirty="0" err="1"/>
              <a:t>Directoryban</a:t>
            </a:r>
            <a:r>
              <a:rPr lang="hu-HU" dirty="0"/>
              <a:t> szereplő felhasználóknak meghajtót csatolunk fel a felhasználónévvel megegyező néven, valamint a központi nyomtató is megosztásra kerül 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56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0096201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A </a:t>
            </a:r>
            <a:r>
              <a:rPr lang="hu-HU" err="1"/>
              <a:t>windows</a:t>
            </a:r>
            <a:r>
              <a:rPr lang="hu-HU"/>
              <a:t> szerver a szerverpark, azaz saját területére oszt címet felhasználóknak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57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9767486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58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3311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59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5091738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61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947234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62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464935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program futását követően kér egy IP címet, csatlakozás után kiírja az eszköz felírt IP címeit, valamint a </a:t>
            </a:r>
            <a:r>
              <a:rPr lang="hu-HU" dirty="0" err="1"/>
              <a:t>hostname</a:t>
            </a:r>
            <a:r>
              <a:rPr lang="hu-HU" dirty="0"/>
              <a:t>-el megegyező néven szöveges állományba menti az eszköz futó konfigurációját. Ha ez a fájl már létezik, azt felülírja.</a:t>
            </a:r>
          </a:p>
          <a:p>
            <a:endParaRPr lang="hu-HU" dirty="0"/>
          </a:p>
          <a:p>
            <a:r>
              <a:rPr lang="hu-HU" dirty="0"/>
              <a:t>Egy függvény felveszi az eszközt IP címmel, a másik lekéri az adatokat és elmenti.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63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2562368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pc="-10" dirty="0">
                <a:ea typeface="+mn-lt"/>
                <a:cs typeface="+mn-lt"/>
              </a:rPr>
              <a:t>Dominik villámgyorsan kiszúrta a hibákat, Máté kreatívan hozta a megoldásokat, Milán pedig gondoskodott róla, hogy minden tökéletesen </a:t>
            </a:r>
            <a:r>
              <a:rPr lang="hu-HU" spc="-10" dirty="0" err="1">
                <a:ea typeface="+mn-lt"/>
                <a:cs typeface="+mn-lt"/>
              </a:rPr>
              <a:t>működjön</a:t>
            </a:r>
            <a:r>
              <a:rPr lang="hu-HU" spc="-10" dirty="0">
                <a:ea typeface="+mn-lt"/>
                <a:cs typeface="+mn-lt"/>
              </a:rPr>
              <a:t>. Így hárman együtt igazi nyerő csapatot alkottunk jókedvvel, lendülettel és sok nevetéssel!</a:t>
            </a:r>
            <a:br>
              <a:rPr lang="hu-HU" spc="-10" dirty="0">
                <a:ea typeface="+mn-lt"/>
                <a:cs typeface="+mn-lt"/>
              </a:rPr>
            </a:br>
            <a:r>
              <a:rPr lang="hu-HU" spc="-10" dirty="0"/>
              <a:t>A legfontosabb dolgok azok a kommunikáció, bizalom, illetve a szenvedély.</a:t>
            </a:r>
            <a:endParaRPr lang="en-US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64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4351790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And </a:t>
            </a:r>
            <a:r>
              <a:rPr lang="hu-HU" err="1"/>
              <a:t>now</a:t>
            </a:r>
            <a:r>
              <a:rPr lang="hu-HU"/>
              <a:t> </a:t>
            </a:r>
            <a:r>
              <a:rPr lang="hu-HU" err="1"/>
              <a:t>unto</a:t>
            </a:r>
            <a:r>
              <a:rPr lang="hu-HU"/>
              <a:t> </a:t>
            </a:r>
            <a:r>
              <a:rPr lang="hu-HU" err="1"/>
              <a:t>our</a:t>
            </a:r>
            <a:r>
              <a:rPr lang="hu-HU"/>
              <a:t> English </a:t>
            </a:r>
            <a:r>
              <a:rPr lang="hu-HU" err="1"/>
              <a:t>Presentation</a:t>
            </a:r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65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9124080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Our network consists of 4 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Local </a:t>
            </a:r>
            <a:r>
              <a:rPr lang="hu-HU" spc="-10" noProof="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Area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Network</a:t>
            </a:r>
            <a:r>
              <a:rPr lang="en-GB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s which are: Office, Warehouse, Server farm and a Remote worker. The fifth network simulates a 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Wide </a:t>
            </a:r>
            <a:r>
              <a:rPr lang="hu-HU" spc="-10" noProof="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Area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Network</a:t>
            </a:r>
            <a:r>
              <a:rPr lang="en-GB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, which is named Service Provider. We use a total of 12 modern cisco devices, meaning all sites are up to date. For our Office network we have multiple VLANs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(</a:t>
            </a:r>
            <a:r>
              <a:rPr lang="hu-HU" spc="-10" noProof="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or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noProof="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Virtual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Local </a:t>
            </a:r>
            <a:r>
              <a:rPr lang="hu-HU" spc="-10" noProof="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Area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Network) </a:t>
            </a:r>
            <a:r>
              <a:rPr lang="en-GB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with a router-on-a-stick solution, the switches are connected with 2 ethernet cables to each other, with the help of EtherChannel, we can combine the bandwidth and ensure high speed communication all year round.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noProof="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To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noProof="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prevent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noProof="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Layer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2 </a:t>
            </a:r>
            <a:r>
              <a:rPr lang="hu-HU" spc="-10" noProof="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loops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noProof="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from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noProof="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forming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noProof="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we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noProof="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configured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a </a:t>
            </a:r>
            <a:r>
              <a:rPr lang="hu-HU" spc="-10" noProof="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Spanning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noProof="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Tree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noProof="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Protocol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noProof="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with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Rapid-PVST. </a:t>
            </a:r>
            <a:r>
              <a:rPr lang="en-GB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Moving on to our Warehouse, 2 routers are connecting it to the Provider, configured with HSRP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version 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2 and version 3</a:t>
            </a:r>
            <a:r>
              <a:rPr lang="en-GB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, these devices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noProof="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secure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a </a:t>
            </a:r>
            <a:r>
              <a:rPr lang="hu-HU" spc="-10" noProof="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reliable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noProof="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connection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noProof="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with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noProof="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little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down-</a:t>
            </a:r>
            <a:r>
              <a:rPr lang="hu-HU" spc="-10" noProof="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time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. The Office and </a:t>
            </a:r>
            <a:r>
              <a:rPr lang="hu-HU" spc="-10" noProof="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Warehouse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noProof="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networks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noProof="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have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an </a:t>
            </a:r>
            <a:r>
              <a:rPr lang="hu-HU" spc="-10" noProof="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unsecured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VPN </a:t>
            </a:r>
            <a:r>
              <a:rPr lang="hu-HU" spc="-10" noProof="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connection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noProof="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using</a:t>
            </a:r>
            <a:r>
              <a:rPr lang="hu-HU" spc="-10" noProof="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a GRE </a:t>
            </a:r>
            <a:r>
              <a:rPr lang="hu-HU" spc="-10" noProof="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Tunnel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. The Server park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houses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2 servers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running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various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services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,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such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as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Active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Directory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, DNS, HTTP and file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sharing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spc="-10" dirty="0">
              <a:solidFill>
                <a:schemeClr val="bg1"/>
              </a:solidFill>
              <a:latin typeface="Bookman Old Style" panose="02050604050505020204" pitchFamily="18" charset="0"/>
              <a:cs typeface="Arial M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spc="-10" dirty="0">
              <a:solidFill>
                <a:schemeClr val="bg1"/>
              </a:solidFill>
              <a:latin typeface="Bookman Old Style" panose="02050604050505020204" pitchFamily="18" charset="0"/>
              <a:cs typeface="Arial M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The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cisco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ASA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device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separates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a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secure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subnet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,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which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allows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no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traffic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towards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the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inside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but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has NAT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configured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,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which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allows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traffic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to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go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outside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.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Onto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our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Remote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worker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,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this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subnet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has a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wireless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connection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provided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by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the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WRT300N SOHO router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with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the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SSID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HomeWifi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,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so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all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websites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and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services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are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available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,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even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from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home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! The Service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Provider’s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network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connects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all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the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other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sites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together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and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routes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traffic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between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them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with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a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single-area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OSPF.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While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some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routers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have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Serial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connections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with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PPP and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ospf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message-digest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security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options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enabled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,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some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are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connected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with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a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switch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in a multi-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access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network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.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With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all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that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said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,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this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concludes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our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english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presentation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of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the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</a:t>
            </a:r>
            <a:r>
              <a:rPr lang="hu-HU" spc="-10" dirty="0" err="1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network</a:t>
            </a:r>
            <a:r>
              <a:rPr lang="hu-HU" spc="-10" dirty="0">
                <a:solidFill>
                  <a:schemeClr val="bg1"/>
                </a:solidFill>
                <a:latin typeface="Bookman Old Style" panose="02050604050505020204" pitchFamily="18" charset="0"/>
                <a:cs typeface="Arial MT"/>
              </a:rPr>
              <a:t> of Intercoolest.bt.</a:t>
            </a:r>
            <a:endParaRPr lang="en-GB" spc="-10" noProof="0" dirty="0">
              <a:solidFill>
                <a:schemeClr val="bg1"/>
              </a:solidFill>
              <a:latin typeface="Bookman Old Style" panose="02050604050505020204" pitchFamily="18" charset="0"/>
              <a:cs typeface="Arial MT"/>
            </a:endParaRP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66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1888126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739B0-A542-459C-8702-457C1041B5E2}" type="slidenum">
              <a:rPr lang="hu-HU" smtClean="0"/>
              <a:t>67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22316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5244" y="1198457"/>
            <a:ext cx="7299555" cy="2756153"/>
          </a:xfrm>
        </p:spPr>
        <p:txBody>
          <a:bodyPr anchor="b"/>
          <a:lstStyle>
            <a:lvl1pPr>
              <a:defRPr sz="12789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5244" y="3954609"/>
            <a:ext cx="7299555" cy="713064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242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363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484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60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727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6848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496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725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434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5245" y="2368879"/>
            <a:ext cx="7299554" cy="1585730"/>
          </a:xfrm>
        </p:spPr>
        <p:txBody>
          <a:bodyPr anchor="b"/>
          <a:lstStyle>
            <a:lvl1pPr algn="l">
              <a:defRPr sz="7105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5244" y="3954610"/>
            <a:ext cx="7299555" cy="712220"/>
          </a:xfrm>
        </p:spPr>
        <p:txBody>
          <a:bodyPr anchor="t"/>
          <a:lstStyle>
            <a:lvl1pPr marL="0" indent="0" algn="l">
              <a:buNone/>
              <a:defRPr sz="3553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124" indent="0">
              <a:buNone/>
              <a:defRPr sz="3197">
                <a:solidFill>
                  <a:schemeClr val="tx1">
                    <a:tint val="75000"/>
                  </a:schemeClr>
                </a:solidFill>
              </a:defRPr>
            </a:lvl2pPr>
            <a:lvl3pPr marL="1624249" indent="0">
              <a:buNone/>
              <a:defRPr sz="2842">
                <a:solidFill>
                  <a:schemeClr val="tx1">
                    <a:tint val="75000"/>
                  </a:schemeClr>
                </a:solidFill>
              </a:defRPr>
            </a:lvl3pPr>
            <a:lvl4pPr marL="2436373" indent="0">
              <a:buNone/>
              <a:defRPr sz="2487">
                <a:solidFill>
                  <a:schemeClr val="tx1">
                    <a:tint val="75000"/>
                  </a:schemeClr>
                </a:solidFill>
              </a:defRPr>
            </a:lvl4pPr>
            <a:lvl5pPr marL="3248497" indent="0">
              <a:buNone/>
              <a:defRPr sz="2487">
                <a:solidFill>
                  <a:schemeClr val="tx1">
                    <a:tint val="75000"/>
                  </a:schemeClr>
                </a:solidFill>
              </a:defRPr>
            </a:lvl5pPr>
            <a:lvl6pPr marL="4060622" indent="0">
              <a:buNone/>
              <a:defRPr sz="2487">
                <a:solidFill>
                  <a:schemeClr val="tx1">
                    <a:tint val="75000"/>
                  </a:schemeClr>
                </a:solidFill>
              </a:defRPr>
            </a:lvl6pPr>
            <a:lvl7pPr marL="4872746" indent="0">
              <a:buNone/>
              <a:defRPr sz="2487">
                <a:solidFill>
                  <a:schemeClr val="tx1">
                    <a:tint val="75000"/>
                  </a:schemeClr>
                </a:solidFill>
              </a:defRPr>
            </a:lvl7pPr>
            <a:lvl8pPr marL="5684871" indent="0">
              <a:buNone/>
              <a:defRPr sz="2487">
                <a:solidFill>
                  <a:schemeClr val="tx1">
                    <a:tint val="75000"/>
                  </a:schemeClr>
                </a:solidFill>
              </a:defRPr>
            </a:lvl8pPr>
            <a:lvl9pPr marL="6496995" indent="0">
              <a:buNone/>
              <a:defRPr sz="248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448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2531" y="1705699"/>
            <a:ext cx="3636139" cy="3473159"/>
          </a:xfrm>
        </p:spPr>
        <p:txBody>
          <a:bodyPr>
            <a:normAutofit/>
          </a:bodyPr>
          <a:lstStyle>
            <a:lvl1pPr>
              <a:defRPr sz="3197"/>
            </a:lvl1pPr>
            <a:lvl2pPr>
              <a:defRPr sz="2842"/>
            </a:lvl2pPr>
            <a:lvl3pPr>
              <a:defRPr sz="2487"/>
            </a:lvl3pPr>
            <a:lvl4pPr>
              <a:defRPr sz="2132"/>
            </a:lvl4pPr>
            <a:lvl5pPr>
              <a:defRPr sz="2132"/>
            </a:lvl5pPr>
            <a:lvl6pPr>
              <a:defRPr sz="2132"/>
            </a:lvl6pPr>
            <a:lvl7pPr>
              <a:defRPr sz="2132"/>
            </a:lvl7pPr>
            <a:lvl8pPr>
              <a:defRPr sz="2132"/>
            </a:lvl8pPr>
            <a:lvl9pPr>
              <a:defRPr sz="2132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6738" y="1701988"/>
            <a:ext cx="3636140" cy="3476869"/>
          </a:xfrm>
        </p:spPr>
        <p:txBody>
          <a:bodyPr>
            <a:normAutofit/>
          </a:bodyPr>
          <a:lstStyle>
            <a:lvl1pPr>
              <a:defRPr sz="3197"/>
            </a:lvl1pPr>
            <a:lvl2pPr>
              <a:defRPr sz="2842"/>
            </a:lvl2pPr>
            <a:lvl3pPr>
              <a:defRPr sz="2487"/>
            </a:lvl3pPr>
            <a:lvl4pPr>
              <a:defRPr sz="2132"/>
            </a:lvl4pPr>
            <a:lvl5pPr>
              <a:defRPr sz="2132"/>
            </a:lvl5pPr>
            <a:lvl6pPr>
              <a:defRPr sz="2132"/>
            </a:lvl6pPr>
            <a:lvl7pPr>
              <a:defRPr sz="2132"/>
            </a:lvl7pPr>
            <a:lvl8pPr>
              <a:defRPr sz="2132"/>
            </a:lvl8pPr>
            <a:lvl9pPr>
              <a:defRPr sz="2132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685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2532" y="1576917"/>
            <a:ext cx="3636138" cy="477017"/>
          </a:xfrm>
        </p:spPr>
        <p:txBody>
          <a:bodyPr anchor="b">
            <a:noAutofit/>
          </a:bodyPr>
          <a:lstStyle>
            <a:lvl1pPr marL="0" indent="0">
              <a:buNone/>
              <a:defRPr sz="4263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124" indent="0">
              <a:buNone/>
              <a:defRPr sz="3553" b="1"/>
            </a:lvl2pPr>
            <a:lvl3pPr marL="1624249" indent="0">
              <a:buNone/>
              <a:defRPr sz="3197" b="1"/>
            </a:lvl3pPr>
            <a:lvl4pPr marL="2436373" indent="0">
              <a:buNone/>
              <a:defRPr sz="2842" b="1"/>
            </a:lvl4pPr>
            <a:lvl5pPr marL="3248497" indent="0">
              <a:buNone/>
              <a:defRPr sz="2842" b="1"/>
            </a:lvl5pPr>
            <a:lvl6pPr marL="4060622" indent="0">
              <a:buNone/>
              <a:defRPr sz="2842" b="1"/>
            </a:lvl6pPr>
            <a:lvl7pPr marL="4872746" indent="0">
              <a:buNone/>
              <a:defRPr sz="2842" b="1"/>
            </a:lvl7pPr>
            <a:lvl8pPr marL="5684871" indent="0">
              <a:buNone/>
              <a:defRPr sz="2842" b="1"/>
            </a:lvl8pPr>
            <a:lvl9pPr marL="6496995" indent="0">
              <a:buNone/>
              <a:defRPr sz="2842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2531" y="2081530"/>
            <a:ext cx="3636139" cy="3097328"/>
          </a:xfrm>
        </p:spPr>
        <p:txBody>
          <a:bodyPr>
            <a:normAutofit/>
          </a:bodyPr>
          <a:lstStyle>
            <a:lvl1pPr>
              <a:defRPr sz="3197"/>
            </a:lvl1pPr>
            <a:lvl2pPr>
              <a:defRPr sz="2842"/>
            </a:lvl2pPr>
            <a:lvl3pPr>
              <a:defRPr sz="2487"/>
            </a:lvl3pPr>
            <a:lvl4pPr>
              <a:defRPr sz="2132"/>
            </a:lvl4pPr>
            <a:lvl5pPr>
              <a:defRPr sz="2132"/>
            </a:lvl5pPr>
            <a:lvl6pPr>
              <a:defRPr sz="2132"/>
            </a:lvl6pPr>
            <a:lvl7pPr>
              <a:defRPr sz="2132"/>
            </a:lvl7pPr>
            <a:lvl8pPr>
              <a:defRPr sz="2132"/>
            </a:lvl8pPr>
            <a:lvl9pPr>
              <a:defRPr sz="2132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76739" y="1576917"/>
            <a:ext cx="3636139" cy="477017"/>
          </a:xfrm>
        </p:spPr>
        <p:txBody>
          <a:bodyPr anchor="b">
            <a:noAutofit/>
          </a:bodyPr>
          <a:lstStyle>
            <a:lvl1pPr marL="0" indent="0">
              <a:buNone/>
              <a:defRPr sz="4263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124" indent="0">
              <a:buNone/>
              <a:defRPr sz="3553" b="1"/>
            </a:lvl2pPr>
            <a:lvl3pPr marL="1624249" indent="0">
              <a:buNone/>
              <a:defRPr sz="3197" b="1"/>
            </a:lvl3pPr>
            <a:lvl4pPr marL="2436373" indent="0">
              <a:buNone/>
              <a:defRPr sz="2842" b="1"/>
            </a:lvl4pPr>
            <a:lvl5pPr marL="3248497" indent="0">
              <a:buNone/>
              <a:defRPr sz="2842" b="1"/>
            </a:lvl5pPr>
            <a:lvl6pPr marL="4060622" indent="0">
              <a:buNone/>
              <a:defRPr sz="2842" b="1"/>
            </a:lvl6pPr>
            <a:lvl7pPr marL="4872746" indent="0">
              <a:buNone/>
              <a:defRPr sz="2842" b="1"/>
            </a:lvl7pPr>
            <a:lvl8pPr marL="5684871" indent="0">
              <a:buNone/>
              <a:defRPr sz="2842" b="1"/>
            </a:lvl8pPr>
            <a:lvl9pPr marL="6496995" indent="0">
              <a:buNone/>
              <a:defRPr sz="2842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76739" y="2081530"/>
            <a:ext cx="3636139" cy="3097328"/>
          </a:xfrm>
        </p:spPr>
        <p:txBody>
          <a:bodyPr>
            <a:normAutofit/>
          </a:bodyPr>
          <a:lstStyle>
            <a:lvl1pPr>
              <a:defRPr sz="3197"/>
            </a:lvl1pPr>
            <a:lvl2pPr>
              <a:defRPr sz="2842"/>
            </a:lvl2pPr>
            <a:lvl3pPr>
              <a:defRPr sz="2487"/>
            </a:lvl3pPr>
            <a:lvl4pPr>
              <a:defRPr sz="2132"/>
            </a:lvl4pPr>
            <a:lvl5pPr>
              <a:defRPr sz="2132"/>
            </a:lvl5pPr>
            <a:lvl6pPr>
              <a:defRPr sz="2132"/>
            </a:lvl6pPr>
            <a:lvl7pPr>
              <a:defRPr sz="2132"/>
            </a:lvl7pPr>
            <a:lvl8pPr>
              <a:defRPr sz="2132"/>
            </a:lvl8pPr>
            <a:lvl9pPr>
              <a:defRPr sz="2132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934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669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237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5243" y="1198457"/>
            <a:ext cx="2812963" cy="1198457"/>
          </a:xfrm>
        </p:spPr>
        <p:txBody>
          <a:bodyPr anchor="b"/>
          <a:lstStyle>
            <a:lvl1pPr algn="l">
              <a:defRPr sz="4263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7276" y="1198457"/>
            <a:ext cx="4297523" cy="3784600"/>
          </a:xfrm>
        </p:spPr>
        <p:txBody>
          <a:bodyPr anchor="ctr">
            <a:normAutofit/>
          </a:bodyPr>
          <a:lstStyle>
            <a:lvl1pPr>
              <a:defRPr sz="3553"/>
            </a:lvl1pPr>
            <a:lvl2pPr>
              <a:defRPr sz="3197"/>
            </a:lvl2pPr>
            <a:lvl3pPr>
              <a:defRPr sz="2842"/>
            </a:lvl3pPr>
            <a:lvl4pPr>
              <a:defRPr sz="2487"/>
            </a:lvl4pPr>
            <a:lvl5pPr>
              <a:defRPr sz="2487"/>
            </a:lvl5pPr>
            <a:lvl6pPr>
              <a:defRPr sz="2487"/>
            </a:lvl6pPr>
            <a:lvl7pPr>
              <a:defRPr sz="2487"/>
            </a:lvl7pPr>
            <a:lvl8pPr>
              <a:defRPr sz="2487"/>
            </a:lvl8pPr>
            <a:lvl9pPr>
              <a:defRPr sz="2487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5243" y="2590349"/>
            <a:ext cx="2812963" cy="2396913"/>
          </a:xfrm>
        </p:spPr>
        <p:txBody>
          <a:bodyPr/>
          <a:lstStyle>
            <a:lvl1pPr marL="0" indent="0">
              <a:buNone/>
              <a:defRPr sz="2487"/>
            </a:lvl1pPr>
            <a:lvl2pPr marL="812124" indent="0">
              <a:buNone/>
              <a:defRPr sz="2132"/>
            </a:lvl2pPr>
            <a:lvl3pPr marL="1624249" indent="0">
              <a:buNone/>
              <a:defRPr sz="1776"/>
            </a:lvl3pPr>
            <a:lvl4pPr marL="2436373" indent="0">
              <a:buNone/>
              <a:defRPr sz="1599"/>
            </a:lvl4pPr>
            <a:lvl5pPr marL="3248497" indent="0">
              <a:buNone/>
              <a:defRPr sz="1599"/>
            </a:lvl5pPr>
            <a:lvl6pPr marL="4060622" indent="0">
              <a:buNone/>
              <a:defRPr sz="1599"/>
            </a:lvl6pPr>
            <a:lvl7pPr marL="4872746" indent="0">
              <a:buNone/>
              <a:defRPr sz="1599"/>
            </a:lvl7pPr>
            <a:lvl8pPr marL="5684871" indent="0">
              <a:buNone/>
              <a:defRPr sz="1599"/>
            </a:lvl8pPr>
            <a:lvl9pPr marL="6496995" indent="0">
              <a:buNone/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431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377" y="1534859"/>
            <a:ext cx="4212258" cy="1303591"/>
          </a:xfrm>
        </p:spPr>
        <p:txBody>
          <a:bodyPr anchor="b">
            <a:normAutofit/>
          </a:bodyPr>
          <a:lstStyle>
            <a:lvl1pPr algn="l">
              <a:defRPr sz="6395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47853" y="946150"/>
            <a:ext cx="2646998" cy="37846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2"/>
            </a:lvl1pPr>
            <a:lvl2pPr marL="812124" indent="0">
              <a:buNone/>
              <a:defRPr sz="2842"/>
            </a:lvl2pPr>
            <a:lvl3pPr marL="1624249" indent="0">
              <a:buNone/>
              <a:defRPr sz="2842"/>
            </a:lvl3pPr>
            <a:lvl4pPr marL="2436373" indent="0">
              <a:buNone/>
              <a:defRPr sz="2842"/>
            </a:lvl4pPr>
            <a:lvl5pPr marL="3248497" indent="0">
              <a:buNone/>
              <a:defRPr sz="2842"/>
            </a:lvl5pPr>
            <a:lvl6pPr marL="4060622" indent="0">
              <a:buNone/>
              <a:defRPr sz="2842"/>
            </a:lvl6pPr>
            <a:lvl7pPr marL="4872746" indent="0">
              <a:buNone/>
              <a:defRPr sz="2842"/>
            </a:lvl7pPr>
            <a:lvl8pPr marL="5684871" indent="0">
              <a:buNone/>
              <a:defRPr sz="2842"/>
            </a:lvl8pPr>
            <a:lvl9pPr marL="6496995" indent="0">
              <a:buNone/>
              <a:defRPr sz="2842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5244" y="3027680"/>
            <a:ext cx="4205701" cy="1135380"/>
          </a:xfrm>
        </p:spPr>
        <p:txBody>
          <a:bodyPr>
            <a:normAutofit/>
          </a:bodyPr>
          <a:lstStyle>
            <a:lvl1pPr marL="0" indent="0">
              <a:buNone/>
              <a:defRPr sz="2487"/>
            </a:lvl1pPr>
            <a:lvl2pPr marL="812124" indent="0">
              <a:buNone/>
              <a:defRPr sz="2132"/>
            </a:lvl2pPr>
            <a:lvl3pPr marL="1624249" indent="0">
              <a:buNone/>
              <a:defRPr sz="1776"/>
            </a:lvl3pPr>
            <a:lvl4pPr marL="2436373" indent="0">
              <a:buNone/>
              <a:defRPr sz="1599"/>
            </a:lvl4pPr>
            <a:lvl5pPr marL="3248497" indent="0">
              <a:buNone/>
              <a:defRPr sz="1599"/>
            </a:lvl5pPr>
            <a:lvl6pPr marL="4060622" indent="0">
              <a:buNone/>
              <a:defRPr sz="1599"/>
            </a:lvl6pPr>
            <a:lvl7pPr marL="4872746" indent="0">
              <a:buNone/>
              <a:defRPr sz="1599"/>
            </a:lvl7pPr>
            <a:lvl8pPr marL="5684871" indent="0">
              <a:buNone/>
              <a:defRPr sz="1599"/>
            </a:lvl8pPr>
            <a:lvl9pPr marL="6496995" indent="0">
              <a:buNone/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882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5245" y="3973819"/>
            <a:ext cx="7299554" cy="469133"/>
          </a:xfrm>
        </p:spPr>
        <p:txBody>
          <a:bodyPr anchor="b">
            <a:normAutofit/>
          </a:bodyPr>
          <a:lstStyle>
            <a:lvl1pPr algn="l">
              <a:defRPr sz="4263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55244" y="567690"/>
            <a:ext cx="7299555" cy="301366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2"/>
            </a:lvl1pPr>
            <a:lvl2pPr marL="812124" indent="0">
              <a:buNone/>
              <a:defRPr sz="2842"/>
            </a:lvl2pPr>
            <a:lvl3pPr marL="1624249" indent="0">
              <a:buNone/>
              <a:defRPr sz="2842"/>
            </a:lvl3pPr>
            <a:lvl4pPr marL="2436373" indent="0">
              <a:buNone/>
              <a:defRPr sz="2842"/>
            </a:lvl4pPr>
            <a:lvl5pPr marL="3248497" indent="0">
              <a:buNone/>
              <a:defRPr sz="2842"/>
            </a:lvl5pPr>
            <a:lvl6pPr marL="4060622" indent="0">
              <a:buNone/>
              <a:defRPr sz="2842"/>
            </a:lvl6pPr>
            <a:lvl7pPr marL="4872746" indent="0">
              <a:buNone/>
              <a:defRPr sz="2842"/>
            </a:lvl7pPr>
            <a:lvl8pPr marL="5684871" indent="0">
              <a:buNone/>
              <a:defRPr sz="2842"/>
            </a:lvl8pPr>
            <a:lvl9pPr marL="6496995" indent="0">
              <a:buNone/>
              <a:defRPr sz="2842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5245" y="4442952"/>
            <a:ext cx="7299553" cy="408684"/>
          </a:xfrm>
        </p:spPr>
        <p:txBody>
          <a:bodyPr>
            <a:normAutofit/>
          </a:bodyPr>
          <a:lstStyle>
            <a:lvl1pPr marL="0" indent="0">
              <a:buNone/>
              <a:defRPr sz="2132"/>
            </a:lvl1pPr>
            <a:lvl2pPr marL="812124" indent="0">
              <a:buNone/>
              <a:defRPr sz="2132"/>
            </a:lvl2pPr>
            <a:lvl3pPr marL="1624249" indent="0">
              <a:buNone/>
              <a:defRPr sz="1776"/>
            </a:lvl3pPr>
            <a:lvl4pPr marL="2436373" indent="0">
              <a:buNone/>
              <a:defRPr sz="1599"/>
            </a:lvl4pPr>
            <a:lvl5pPr marL="3248497" indent="0">
              <a:buNone/>
              <a:defRPr sz="1599"/>
            </a:lvl5pPr>
            <a:lvl6pPr marL="4060622" indent="0">
              <a:buNone/>
              <a:defRPr sz="1599"/>
            </a:lvl6pPr>
            <a:lvl7pPr marL="4872746" indent="0">
              <a:buNone/>
              <a:defRPr sz="1599"/>
            </a:lvl7pPr>
            <a:lvl8pPr marL="5684871" indent="0">
              <a:buNone/>
              <a:defRPr sz="1599"/>
            </a:lvl8pPr>
            <a:lvl9pPr marL="6496995" indent="0">
              <a:buNone/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219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5244" y="1198457"/>
            <a:ext cx="7299555" cy="1639993"/>
          </a:xfrm>
        </p:spPr>
        <p:txBody>
          <a:bodyPr/>
          <a:lstStyle>
            <a:lvl1pPr>
              <a:defRPr sz="8526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955244" y="3027680"/>
            <a:ext cx="7299555" cy="1955377"/>
          </a:xfrm>
        </p:spPr>
        <p:txBody>
          <a:bodyPr anchor="ctr">
            <a:normAutofit/>
          </a:bodyPr>
          <a:lstStyle>
            <a:lvl1pPr marL="0" indent="0">
              <a:buNone/>
              <a:defRPr sz="3197"/>
            </a:lvl1pPr>
            <a:lvl2pPr marL="812124" indent="0">
              <a:buNone/>
              <a:defRPr sz="2132"/>
            </a:lvl2pPr>
            <a:lvl3pPr marL="1624249" indent="0">
              <a:buNone/>
              <a:defRPr sz="1776"/>
            </a:lvl3pPr>
            <a:lvl4pPr marL="2436373" indent="0">
              <a:buNone/>
              <a:defRPr sz="1599"/>
            </a:lvl4pPr>
            <a:lvl5pPr marL="3248497" indent="0">
              <a:buNone/>
              <a:defRPr sz="1599"/>
            </a:lvl5pPr>
            <a:lvl6pPr marL="4060622" indent="0">
              <a:buNone/>
              <a:defRPr sz="1599"/>
            </a:lvl6pPr>
            <a:lvl7pPr marL="4872746" indent="0">
              <a:buNone/>
              <a:defRPr sz="1599"/>
            </a:lvl7pPr>
            <a:lvl8pPr marL="5684871" indent="0">
              <a:buNone/>
              <a:defRPr sz="1599"/>
            </a:lvl8pPr>
            <a:lvl9pPr marL="6496995" indent="0">
              <a:buNone/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336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2492" y="1198457"/>
            <a:ext cx="6616100" cy="1923237"/>
          </a:xfrm>
        </p:spPr>
        <p:txBody>
          <a:bodyPr/>
          <a:lstStyle>
            <a:lvl1pPr>
              <a:defRPr sz="8526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596602" y="3121694"/>
            <a:ext cx="6020876" cy="28324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487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812124" indent="0">
              <a:buNone/>
              <a:defRPr sz="2132"/>
            </a:lvl2pPr>
            <a:lvl3pPr marL="1624249" indent="0">
              <a:buNone/>
              <a:defRPr sz="1776"/>
            </a:lvl3pPr>
            <a:lvl4pPr marL="2436373" indent="0">
              <a:buNone/>
              <a:defRPr sz="1599"/>
            </a:lvl4pPr>
            <a:lvl5pPr marL="3248497" indent="0">
              <a:buNone/>
              <a:defRPr sz="1599"/>
            </a:lvl5pPr>
            <a:lvl6pPr marL="4060622" indent="0">
              <a:buNone/>
              <a:defRPr sz="1599"/>
            </a:lvl6pPr>
            <a:lvl7pPr marL="4872746" indent="0">
              <a:buNone/>
              <a:defRPr sz="1599"/>
            </a:lvl7pPr>
            <a:lvl8pPr marL="5684871" indent="0">
              <a:buNone/>
              <a:defRPr sz="1599"/>
            </a:lvl8pPr>
            <a:lvl9pPr marL="6496995" indent="0">
              <a:buNone/>
              <a:defRPr sz="1599"/>
            </a:lvl9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955244" y="3601377"/>
            <a:ext cx="7299555" cy="1387687"/>
          </a:xfrm>
        </p:spPr>
        <p:txBody>
          <a:bodyPr anchor="ctr">
            <a:normAutofit/>
          </a:bodyPr>
          <a:lstStyle>
            <a:lvl1pPr marL="0" indent="0">
              <a:buNone/>
              <a:defRPr sz="3197"/>
            </a:lvl1pPr>
            <a:lvl2pPr marL="812124" indent="0">
              <a:buNone/>
              <a:defRPr sz="2132"/>
            </a:lvl2pPr>
            <a:lvl3pPr marL="1624249" indent="0">
              <a:buNone/>
              <a:defRPr sz="1776"/>
            </a:lvl3pPr>
            <a:lvl4pPr marL="2436373" indent="0">
              <a:buNone/>
              <a:defRPr sz="1599"/>
            </a:lvl4pPr>
            <a:lvl5pPr marL="3248497" indent="0">
              <a:buNone/>
              <a:defRPr sz="1599"/>
            </a:lvl5pPr>
            <a:lvl6pPr marL="4060622" indent="0">
              <a:buNone/>
              <a:defRPr sz="1599"/>
            </a:lvl6pPr>
            <a:lvl7pPr marL="4872746" indent="0">
              <a:buNone/>
              <a:defRPr sz="1599"/>
            </a:lvl7pPr>
            <a:lvl8pPr marL="5684871" indent="0">
              <a:buNone/>
              <a:defRPr sz="1599"/>
            </a:lvl8pPr>
            <a:lvl9pPr marL="6496995" indent="0">
              <a:buNone/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42965" y="803982"/>
            <a:ext cx="663248" cy="3427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21671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7093" y="2163635"/>
            <a:ext cx="663248" cy="3427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21671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41153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5243" y="2586144"/>
            <a:ext cx="7299556" cy="1368466"/>
          </a:xfrm>
        </p:spPr>
        <p:txBody>
          <a:bodyPr anchor="b"/>
          <a:lstStyle>
            <a:lvl1pPr algn="l">
              <a:defRPr sz="7105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5244" y="3954610"/>
            <a:ext cx="7299555" cy="712220"/>
          </a:xfrm>
        </p:spPr>
        <p:txBody>
          <a:bodyPr anchor="t"/>
          <a:lstStyle>
            <a:lvl1pPr marL="0" indent="0" algn="l">
              <a:buNone/>
              <a:defRPr sz="3553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124" indent="0">
              <a:buNone/>
              <a:defRPr sz="3197">
                <a:solidFill>
                  <a:schemeClr val="tx1">
                    <a:tint val="75000"/>
                  </a:schemeClr>
                </a:solidFill>
              </a:defRPr>
            </a:lvl2pPr>
            <a:lvl3pPr marL="1624249" indent="0">
              <a:buNone/>
              <a:defRPr sz="2842">
                <a:solidFill>
                  <a:schemeClr val="tx1">
                    <a:tint val="75000"/>
                  </a:schemeClr>
                </a:solidFill>
              </a:defRPr>
            </a:lvl3pPr>
            <a:lvl4pPr marL="2436373" indent="0">
              <a:buNone/>
              <a:defRPr sz="2487">
                <a:solidFill>
                  <a:schemeClr val="tx1">
                    <a:tint val="75000"/>
                  </a:schemeClr>
                </a:solidFill>
              </a:defRPr>
            </a:lvl4pPr>
            <a:lvl5pPr marL="3248497" indent="0">
              <a:buNone/>
              <a:defRPr sz="2487">
                <a:solidFill>
                  <a:schemeClr val="tx1">
                    <a:tint val="75000"/>
                  </a:schemeClr>
                </a:solidFill>
              </a:defRPr>
            </a:lvl5pPr>
            <a:lvl6pPr marL="4060622" indent="0">
              <a:buNone/>
              <a:defRPr sz="2487">
                <a:solidFill>
                  <a:schemeClr val="tx1">
                    <a:tint val="75000"/>
                  </a:schemeClr>
                </a:solidFill>
              </a:defRPr>
            </a:lvl6pPr>
            <a:lvl7pPr marL="4872746" indent="0">
              <a:buNone/>
              <a:defRPr sz="2487">
                <a:solidFill>
                  <a:schemeClr val="tx1">
                    <a:tint val="75000"/>
                  </a:schemeClr>
                </a:solidFill>
              </a:defRPr>
            </a:lvl7pPr>
            <a:lvl8pPr marL="5684871" indent="0">
              <a:buNone/>
              <a:defRPr sz="2487">
                <a:solidFill>
                  <a:schemeClr val="tx1">
                    <a:tint val="75000"/>
                  </a:schemeClr>
                </a:solidFill>
              </a:defRPr>
            </a:lvl8pPr>
            <a:lvl9pPr marL="6496995" indent="0">
              <a:buNone/>
              <a:defRPr sz="248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9714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746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500" y="1639993"/>
            <a:ext cx="2437304" cy="477017"/>
          </a:xfrm>
        </p:spPr>
        <p:txBody>
          <a:bodyPr anchor="b">
            <a:noAutofit/>
          </a:bodyPr>
          <a:lstStyle>
            <a:lvl1pPr marL="0" indent="0">
              <a:buNone/>
              <a:defRPr sz="4263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124" indent="0">
              <a:buNone/>
              <a:defRPr sz="3553" b="1"/>
            </a:lvl2pPr>
            <a:lvl3pPr marL="1624249" indent="0">
              <a:buNone/>
              <a:defRPr sz="3197" b="1"/>
            </a:lvl3pPr>
            <a:lvl4pPr marL="2436373" indent="0">
              <a:buNone/>
              <a:defRPr sz="2842" b="1"/>
            </a:lvl4pPr>
            <a:lvl5pPr marL="3248497" indent="0">
              <a:buNone/>
              <a:defRPr sz="2842" b="1"/>
            </a:lvl5pPr>
            <a:lvl6pPr marL="4060622" indent="0">
              <a:buNone/>
              <a:defRPr sz="2842" b="1"/>
            </a:lvl6pPr>
            <a:lvl7pPr marL="4872746" indent="0">
              <a:buNone/>
              <a:defRPr sz="2842" b="1"/>
            </a:lvl7pPr>
            <a:lvl8pPr marL="5684871" indent="0">
              <a:buNone/>
              <a:defRPr sz="2842" b="1"/>
            </a:lvl8pPr>
            <a:lvl9pPr marL="6496995" indent="0">
              <a:buNone/>
              <a:defRPr sz="2842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641" y="2207683"/>
            <a:ext cx="2421162" cy="2971174"/>
          </a:xfrm>
        </p:spPr>
        <p:txBody>
          <a:bodyPr anchor="t">
            <a:normAutofit/>
          </a:bodyPr>
          <a:lstStyle>
            <a:lvl1pPr marL="0" indent="0">
              <a:buNone/>
              <a:defRPr sz="2487"/>
            </a:lvl1pPr>
            <a:lvl2pPr marL="812124" indent="0">
              <a:buNone/>
              <a:defRPr sz="2132"/>
            </a:lvl2pPr>
            <a:lvl3pPr marL="1624249" indent="0">
              <a:buNone/>
              <a:defRPr sz="1776"/>
            </a:lvl3pPr>
            <a:lvl4pPr marL="2436373" indent="0">
              <a:buNone/>
              <a:defRPr sz="1599"/>
            </a:lvl4pPr>
            <a:lvl5pPr marL="3248497" indent="0">
              <a:buNone/>
              <a:defRPr sz="1599"/>
            </a:lvl5pPr>
            <a:lvl6pPr marL="4060622" indent="0">
              <a:buNone/>
              <a:defRPr sz="1599"/>
            </a:lvl6pPr>
            <a:lvl7pPr marL="4872746" indent="0">
              <a:buNone/>
              <a:defRPr sz="1599"/>
            </a:lvl7pPr>
            <a:lvl8pPr marL="5684871" indent="0">
              <a:buNone/>
              <a:defRPr sz="1599"/>
            </a:lvl8pPr>
            <a:lvl9pPr marL="6496995" indent="0">
              <a:buNone/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12110" y="1639993"/>
            <a:ext cx="2428516" cy="477017"/>
          </a:xfrm>
        </p:spPr>
        <p:txBody>
          <a:bodyPr anchor="b">
            <a:noAutofit/>
          </a:bodyPr>
          <a:lstStyle>
            <a:lvl1pPr marL="0" indent="0">
              <a:buNone/>
              <a:defRPr sz="4263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124" indent="0">
              <a:buNone/>
              <a:defRPr sz="3553" b="1"/>
            </a:lvl2pPr>
            <a:lvl3pPr marL="1624249" indent="0">
              <a:buNone/>
              <a:defRPr sz="3197" b="1"/>
            </a:lvl3pPr>
            <a:lvl4pPr marL="2436373" indent="0">
              <a:buNone/>
              <a:defRPr sz="2842" b="1"/>
            </a:lvl4pPr>
            <a:lvl5pPr marL="3248497" indent="0">
              <a:buNone/>
              <a:defRPr sz="2842" b="1"/>
            </a:lvl5pPr>
            <a:lvl6pPr marL="4060622" indent="0">
              <a:buNone/>
              <a:defRPr sz="2842" b="1"/>
            </a:lvl6pPr>
            <a:lvl7pPr marL="4872746" indent="0">
              <a:buNone/>
              <a:defRPr sz="2842" b="1"/>
            </a:lvl7pPr>
            <a:lvl8pPr marL="5684871" indent="0">
              <a:buNone/>
              <a:defRPr sz="2842" b="1"/>
            </a:lvl8pPr>
            <a:lvl9pPr marL="6496995" indent="0">
              <a:buNone/>
              <a:defRPr sz="2842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203382" y="2207683"/>
            <a:ext cx="2437244" cy="2971174"/>
          </a:xfrm>
        </p:spPr>
        <p:txBody>
          <a:bodyPr anchor="t">
            <a:normAutofit/>
          </a:bodyPr>
          <a:lstStyle>
            <a:lvl1pPr marL="0" indent="0">
              <a:buNone/>
              <a:defRPr sz="2487"/>
            </a:lvl1pPr>
            <a:lvl2pPr marL="812124" indent="0">
              <a:buNone/>
              <a:defRPr sz="2132"/>
            </a:lvl2pPr>
            <a:lvl3pPr marL="1624249" indent="0">
              <a:buNone/>
              <a:defRPr sz="1776"/>
            </a:lvl3pPr>
            <a:lvl4pPr marL="2436373" indent="0">
              <a:buNone/>
              <a:defRPr sz="1599"/>
            </a:lvl4pPr>
            <a:lvl5pPr marL="3248497" indent="0">
              <a:buNone/>
              <a:defRPr sz="1599"/>
            </a:lvl5pPr>
            <a:lvl6pPr marL="4060622" indent="0">
              <a:buNone/>
              <a:defRPr sz="1599"/>
            </a:lvl6pPr>
            <a:lvl7pPr marL="4872746" indent="0">
              <a:buNone/>
              <a:defRPr sz="1599"/>
            </a:lvl7pPr>
            <a:lvl8pPr marL="5684871" indent="0">
              <a:buNone/>
              <a:defRPr sz="1599"/>
            </a:lvl8pPr>
            <a:lvl9pPr marL="6496995" indent="0">
              <a:buNone/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92721" y="1639993"/>
            <a:ext cx="2425102" cy="477017"/>
          </a:xfrm>
        </p:spPr>
        <p:txBody>
          <a:bodyPr anchor="b">
            <a:noAutofit/>
          </a:bodyPr>
          <a:lstStyle>
            <a:lvl1pPr marL="0" indent="0">
              <a:buNone/>
              <a:defRPr sz="4263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124" indent="0">
              <a:buNone/>
              <a:defRPr sz="3553" b="1"/>
            </a:lvl2pPr>
            <a:lvl3pPr marL="1624249" indent="0">
              <a:buNone/>
              <a:defRPr sz="3197" b="1"/>
            </a:lvl3pPr>
            <a:lvl4pPr marL="2436373" indent="0">
              <a:buNone/>
              <a:defRPr sz="2842" b="1"/>
            </a:lvl4pPr>
            <a:lvl5pPr marL="3248497" indent="0">
              <a:buNone/>
              <a:defRPr sz="2842" b="1"/>
            </a:lvl5pPr>
            <a:lvl6pPr marL="4060622" indent="0">
              <a:buNone/>
              <a:defRPr sz="2842" b="1"/>
            </a:lvl6pPr>
            <a:lvl7pPr marL="4872746" indent="0">
              <a:buNone/>
              <a:defRPr sz="2842" b="1"/>
            </a:lvl7pPr>
            <a:lvl8pPr marL="5684871" indent="0">
              <a:buNone/>
              <a:defRPr sz="2842" b="1"/>
            </a:lvl8pPr>
            <a:lvl9pPr marL="6496995" indent="0">
              <a:buNone/>
              <a:defRPr sz="2842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92721" y="2207683"/>
            <a:ext cx="2425102" cy="2971174"/>
          </a:xfrm>
        </p:spPr>
        <p:txBody>
          <a:bodyPr anchor="t">
            <a:normAutofit/>
          </a:bodyPr>
          <a:lstStyle>
            <a:lvl1pPr marL="0" indent="0">
              <a:buNone/>
              <a:defRPr sz="2487"/>
            </a:lvl1pPr>
            <a:lvl2pPr marL="812124" indent="0">
              <a:buNone/>
              <a:defRPr sz="2132"/>
            </a:lvl2pPr>
            <a:lvl3pPr marL="1624249" indent="0">
              <a:buNone/>
              <a:defRPr sz="1776"/>
            </a:lvl3pPr>
            <a:lvl4pPr marL="2436373" indent="0">
              <a:buNone/>
              <a:defRPr sz="1599"/>
            </a:lvl4pPr>
            <a:lvl5pPr marL="3248497" indent="0">
              <a:buNone/>
              <a:defRPr sz="1599"/>
            </a:lvl5pPr>
            <a:lvl6pPr marL="4060622" indent="0">
              <a:buNone/>
              <a:defRPr sz="1599"/>
            </a:lvl6pPr>
            <a:lvl7pPr marL="4872746" indent="0">
              <a:buNone/>
              <a:defRPr sz="1599"/>
            </a:lvl7pPr>
            <a:lvl8pPr marL="5684871" indent="0">
              <a:buNone/>
              <a:defRPr sz="1599"/>
            </a:lvl8pPr>
            <a:lvl9pPr marL="6496995" indent="0">
              <a:buNone/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081830" y="1766147"/>
            <a:ext cx="0" cy="3279987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758342" y="1766147"/>
            <a:ext cx="0" cy="3283697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4025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746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641" y="3518841"/>
            <a:ext cx="2431666" cy="477017"/>
          </a:xfrm>
        </p:spPr>
        <p:txBody>
          <a:bodyPr anchor="b">
            <a:noAutofit/>
          </a:bodyPr>
          <a:lstStyle>
            <a:lvl1pPr marL="0" indent="0">
              <a:buNone/>
              <a:defRPr sz="4263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124" indent="0">
              <a:buNone/>
              <a:defRPr sz="3553" b="1"/>
            </a:lvl2pPr>
            <a:lvl3pPr marL="1624249" indent="0">
              <a:buNone/>
              <a:defRPr sz="3197" b="1"/>
            </a:lvl3pPr>
            <a:lvl4pPr marL="2436373" indent="0">
              <a:buNone/>
              <a:defRPr sz="2842" b="1"/>
            </a:lvl4pPr>
            <a:lvl5pPr marL="3248497" indent="0">
              <a:buNone/>
              <a:defRPr sz="2842" b="1"/>
            </a:lvl5pPr>
            <a:lvl6pPr marL="4060622" indent="0">
              <a:buNone/>
              <a:defRPr sz="2842" b="1"/>
            </a:lvl6pPr>
            <a:lvl7pPr marL="4872746" indent="0">
              <a:buNone/>
              <a:defRPr sz="2842" b="1"/>
            </a:lvl7pPr>
            <a:lvl8pPr marL="5684871" indent="0">
              <a:buNone/>
              <a:defRPr sz="2842" b="1"/>
            </a:lvl8pPr>
            <a:lvl9pPr marL="6496995" indent="0">
              <a:buNone/>
              <a:defRPr sz="2842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9641" y="1829224"/>
            <a:ext cx="2431666" cy="12615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2"/>
            </a:lvl1pPr>
            <a:lvl2pPr marL="812124" indent="0">
              <a:buNone/>
              <a:defRPr sz="2842"/>
            </a:lvl2pPr>
            <a:lvl3pPr marL="1624249" indent="0">
              <a:buNone/>
              <a:defRPr sz="2842"/>
            </a:lvl3pPr>
            <a:lvl4pPr marL="2436373" indent="0">
              <a:buNone/>
              <a:defRPr sz="2842"/>
            </a:lvl4pPr>
            <a:lvl5pPr marL="3248497" indent="0">
              <a:buNone/>
              <a:defRPr sz="2842"/>
            </a:lvl5pPr>
            <a:lvl6pPr marL="4060622" indent="0">
              <a:buNone/>
              <a:defRPr sz="2842"/>
            </a:lvl6pPr>
            <a:lvl7pPr marL="4872746" indent="0">
              <a:buNone/>
              <a:defRPr sz="2842"/>
            </a:lvl7pPr>
            <a:lvl8pPr marL="5684871" indent="0">
              <a:buNone/>
              <a:defRPr sz="2842"/>
            </a:lvl8pPr>
            <a:lvl9pPr marL="6496995" indent="0">
              <a:buNone/>
              <a:defRPr sz="2842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9641" y="3995858"/>
            <a:ext cx="2431666" cy="545662"/>
          </a:xfrm>
        </p:spPr>
        <p:txBody>
          <a:bodyPr anchor="t">
            <a:normAutofit/>
          </a:bodyPr>
          <a:lstStyle>
            <a:lvl1pPr marL="0" indent="0">
              <a:buNone/>
              <a:defRPr sz="2487"/>
            </a:lvl1pPr>
            <a:lvl2pPr marL="812124" indent="0">
              <a:buNone/>
              <a:defRPr sz="2132"/>
            </a:lvl2pPr>
            <a:lvl3pPr marL="1624249" indent="0">
              <a:buNone/>
              <a:defRPr sz="1776"/>
            </a:lvl3pPr>
            <a:lvl4pPr marL="2436373" indent="0">
              <a:buNone/>
              <a:defRPr sz="1599"/>
            </a:lvl4pPr>
            <a:lvl5pPr marL="3248497" indent="0">
              <a:buNone/>
              <a:defRPr sz="1599"/>
            </a:lvl5pPr>
            <a:lvl6pPr marL="4060622" indent="0">
              <a:buNone/>
              <a:defRPr sz="1599"/>
            </a:lvl6pPr>
            <a:lvl7pPr marL="4872746" indent="0">
              <a:buNone/>
              <a:defRPr sz="1599"/>
            </a:lvl7pPr>
            <a:lvl8pPr marL="5684871" indent="0">
              <a:buNone/>
              <a:defRPr sz="1599"/>
            </a:lvl8pPr>
            <a:lvl9pPr marL="6496995" indent="0">
              <a:buNone/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16838" y="3518841"/>
            <a:ext cx="2423788" cy="477017"/>
          </a:xfrm>
        </p:spPr>
        <p:txBody>
          <a:bodyPr anchor="b">
            <a:noAutofit/>
          </a:bodyPr>
          <a:lstStyle>
            <a:lvl1pPr marL="0" indent="0">
              <a:buNone/>
              <a:defRPr sz="4263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124" indent="0">
              <a:buNone/>
              <a:defRPr sz="3553" b="1"/>
            </a:lvl2pPr>
            <a:lvl3pPr marL="1624249" indent="0">
              <a:buNone/>
              <a:defRPr sz="3197" b="1"/>
            </a:lvl3pPr>
            <a:lvl4pPr marL="2436373" indent="0">
              <a:buNone/>
              <a:defRPr sz="2842" b="1"/>
            </a:lvl4pPr>
            <a:lvl5pPr marL="3248497" indent="0">
              <a:buNone/>
              <a:defRPr sz="2842" b="1"/>
            </a:lvl5pPr>
            <a:lvl6pPr marL="4060622" indent="0">
              <a:buNone/>
              <a:defRPr sz="2842" b="1"/>
            </a:lvl6pPr>
            <a:lvl7pPr marL="4872746" indent="0">
              <a:buNone/>
              <a:defRPr sz="2842" b="1"/>
            </a:lvl7pPr>
            <a:lvl8pPr marL="5684871" indent="0">
              <a:buNone/>
              <a:defRPr sz="2842" b="1"/>
            </a:lvl8pPr>
            <a:lvl9pPr marL="6496995" indent="0">
              <a:buNone/>
              <a:defRPr sz="2842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16837" y="1829224"/>
            <a:ext cx="2423788" cy="12615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2"/>
            </a:lvl1pPr>
            <a:lvl2pPr marL="812124" indent="0">
              <a:buNone/>
              <a:defRPr sz="2842"/>
            </a:lvl2pPr>
            <a:lvl3pPr marL="1624249" indent="0">
              <a:buNone/>
              <a:defRPr sz="2842"/>
            </a:lvl3pPr>
            <a:lvl4pPr marL="2436373" indent="0">
              <a:buNone/>
              <a:defRPr sz="2842"/>
            </a:lvl4pPr>
            <a:lvl5pPr marL="3248497" indent="0">
              <a:buNone/>
              <a:defRPr sz="2842"/>
            </a:lvl5pPr>
            <a:lvl6pPr marL="4060622" indent="0">
              <a:buNone/>
              <a:defRPr sz="2842"/>
            </a:lvl6pPr>
            <a:lvl7pPr marL="4872746" indent="0">
              <a:buNone/>
              <a:defRPr sz="2842"/>
            </a:lvl7pPr>
            <a:lvl8pPr marL="5684871" indent="0">
              <a:buNone/>
              <a:defRPr sz="2842"/>
            </a:lvl8pPr>
            <a:lvl9pPr marL="6496995" indent="0">
              <a:buNone/>
              <a:defRPr sz="2842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15718" y="3995858"/>
            <a:ext cx="2426998" cy="545662"/>
          </a:xfrm>
        </p:spPr>
        <p:txBody>
          <a:bodyPr anchor="t">
            <a:normAutofit/>
          </a:bodyPr>
          <a:lstStyle>
            <a:lvl1pPr marL="0" indent="0">
              <a:buNone/>
              <a:defRPr sz="2487"/>
            </a:lvl1pPr>
            <a:lvl2pPr marL="812124" indent="0">
              <a:buNone/>
              <a:defRPr sz="2132"/>
            </a:lvl2pPr>
            <a:lvl3pPr marL="1624249" indent="0">
              <a:buNone/>
              <a:defRPr sz="1776"/>
            </a:lvl3pPr>
            <a:lvl4pPr marL="2436373" indent="0">
              <a:buNone/>
              <a:defRPr sz="1599"/>
            </a:lvl4pPr>
            <a:lvl5pPr marL="3248497" indent="0">
              <a:buNone/>
              <a:defRPr sz="1599"/>
            </a:lvl5pPr>
            <a:lvl6pPr marL="4060622" indent="0">
              <a:buNone/>
              <a:defRPr sz="1599"/>
            </a:lvl6pPr>
            <a:lvl7pPr marL="4872746" indent="0">
              <a:buNone/>
              <a:defRPr sz="1599"/>
            </a:lvl7pPr>
            <a:lvl8pPr marL="5684871" indent="0">
              <a:buNone/>
              <a:defRPr sz="1599"/>
            </a:lvl8pPr>
            <a:lvl9pPr marL="6496995" indent="0">
              <a:buNone/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92721" y="3518841"/>
            <a:ext cx="2425102" cy="477017"/>
          </a:xfrm>
        </p:spPr>
        <p:txBody>
          <a:bodyPr anchor="b">
            <a:noAutofit/>
          </a:bodyPr>
          <a:lstStyle>
            <a:lvl1pPr marL="0" indent="0">
              <a:buNone/>
              <a:defRPr sz="4263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124" indent="0">
              <a:buNone/>
              <a:defRPr sz="3553" b="1"/>
            </a:lvl2pPr>
            <a:lvl3pPr marL="1624249" indent="0">
              <a:buNone/>
              <a:defRPr sz="3197" b="1"/>
            </a:lvl3pPr>
            <a:lvl4pPr marL="2436373" indent="0">
              <a:buNone/>
              <a:defRPr sz="2842" b="1"/>
            </a:lvl4pPr>
            <a:lvl5pPr marL="3248497" indent="0">
              <a:buNone/>
              <a:defRPr sz="2842" b="1"/>
            </a:lvl5pPr>
            <a:lvl6pPr marL="4060622" indent="0">
              <a:buNone/>
              <a:defRPr sz="2842" b="1"/>
            </a:lvl6pPr>
            <a:lvl7pPr marL="4872746" indent="0">
              <a:buNone/>
              <a:defRPr sz="2842" b="1"/>
            </a:lvl7pPr>
            <a:lvl8pPr marL="5684871" indent="0">
              <a:buNone/>
              <a:defRPr sz="2842" b="1"/>
            </a:lvl8pPr>
            <a:lvl9pPr marL="6496995" indent="0">
              <a:buNone/>
              <a:defRPr sz="2842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92720" y="1829224"/>
            <a:ext cx="2425102" cy="12615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2"/>
            </a:lvl1pPr>
            <a:lvl2pPr marL="812124" indent="0">
              <a:buNone/>
              <a:defRPr sz="2842"/>
            </a:lvl2pPr>
            <a:lvl3pPr marL="1624249" indent="0">
              <a:buNone/>
              <a:defRPr sz="2842"/>
            </a:lvl3pPr>
            <a:lvl4pPr marL="2436373" indent="0">
              <a:buNone/>
              <a:defRPr sz="2842"/>
            </a:lvl4pPr>
            <a:lvl5pPr marL="3248497" indent="0">
              <a:buNone/>
              <a:defRPr sz="2842"/>
            </a:lvl5pPr>
            <a:lvl6pPr marL="4060622" indent="0">
              <a:buNone/>
              <a:defRPr sz="2842"/>
            </a:lvl6pPr>
            <a:lvl7pPr marL="4872746" indent="0">
              <a:buNone/>
              <a:defRPr sz="2842"/>
            </a:lvl7pPr>
            <a:lvl8pPr marL="5684871" indent="0">
              <a:buNone/>
              <a:defRPr sz="2842"/>
            </a:lvl8pPr>
            <a:lvl9pPr marL="6496995" indent="0">
              <a:buNone/>
              <a:defRPr sz="2842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92618" y="3995856"/>
            <a:ext cx="2428314" cy="545662"/>
          </a:xfrm>
        </p:spPr>
        <p:txBody>
          <a:bodyPr anchor="t">
            <a:normAutofit/>
          </a:bodyPr>
          <a:lstStyle>
            <a:lvl1pPr marL="0" indent="0">
              <a:buNone/>
              <a:defRPr sz="2487"/>
            </a:lvl1pPr>
            <a:lvl2pPr marL="812124" indent="0">
              <a:buNone/>
              <a:defRPr sz="2132"/>
            </a:lvl2pPr>
            <a:lvl3pPr marL="1624249" indent="0">
              <a:buNone/>
              <a:defRPr sz="1776"/>
            </a:lvl3pPr>
            <a:lvl4pPr marL="2436373" indent="0">
              <a:buNone/>
              <a:defRPr sz="1599"/>
            </a:lvl4pPr>
            <a:lvl5pPr marL="3248497" indent="0">
              <a:buNone/>
              <a:defRPr sz="1599"/>
            </a:lvl5pPr>
            <a:lvl6pPr marL="4060622" indent="0">
              <a:buNone/>
              <a:defRPr sz="1599"/>
            </a:lvl6pPr>
            <a:lvl7pPr marL="4872746" indent="0">
              <a:buNone/>
              <a:defRPr sz="1599"/>
            </a:lvl7pPr>
            <a:lvl8pPr marL="5684871" indent="0">
              <a:buNone/>
              <a:defRPr sz="1599"/>
            </a:lvl8pPr>
            <a:lvl9pPr marL="6496995" indent="0">
              <a:buNone/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081830" y="1766147"/>
            <a:ext cx="0" cy="3279987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758342" y="1766147"/>
            <a:ext cx="0" cy="3283697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1704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0905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68276" y="356121"/>
            <a:ext cx="1449547" cy="4822737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642" y="734582"/>
            <a:ext cx="6139563" cy="444427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5474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C6233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4190" y="1305687"/>
            <a:ext cx="4386453" cy="37467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52644" y="1656587"/>
            <a:ext cx="4427220" cy="2958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DDDDDD"/>
                </a:solidFill>
                <a:latin typeface="Arial"/>
                <a:cs typeface="Arial"/>
              </a:defRPr>
            </a:lvl1pPr>
          </a:lstStyle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endParaRPr spc="-2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2597E9-15ED-4A8C-9825-DDDCE7C4907F}" type="datetime1">
              <a:rPr lang="en-US" smtClean="0"/>
              <a:t>3/31/2026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57370637"/>
      </p:ext>
    </p:extLst>
  </p:cSld>
  <p:clrMapOvr>
    <a:masterClrMapping/>
  </p:clrMapOvr>
  <p:transition spd="med">
    <p:pull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209906"/>
            <a:ext cx="3338945" cy="34669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394221"/>
            <a:ext cx="1259162" cy="1958069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7120370" y="1387687"/>
            <a:ext cx="2331879" cy="2333837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6616181" y="1"/>
            <a:ext cx="1326135" cy="94483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7117778" y="5046133"/>
            <a:ext cx="821901" cy="63076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632940" y="0"/>
            <a:ext cx="567214" cy="946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88" y="374750"/>
            <a:ext cx="7778490" cy="11593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2531" y="1699360"/>
            <a:ext cx="7399535" cy="3472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8399216" y="1482409"/>
            <a:ext cx="819996" cy="25209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954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7402357" y="2669935"/>
            <a:ext cx="3195053" cy="25209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954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8562414" y="244798"/>
            <a:ext cx="693260" cy="63547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4974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7102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53" r:id="rId1"/>
    <p:sldLayoutId id="2147484254" r:id="rId2"/>
    <p:sldLayoutId id="2147484255" r:id="rId3"/>
    <p:sldLayoutId id="2147484256" r:id="rId4"/>
    <p:sldLayoutId id="2147484257" r:id="rId5"/>
    <p:sldLayoutId id="2147484258" r:id="rId6"/>
    <p:sldLayoutId id="2147484259" r:id="rId7"/>
    <p:sldLayoutId id="2147484260" r:id="rId8"/>
    <p:sldLayoutId id="2147484261" r:id="rId9"/>
    <p:sldLayoutId id="2147484262" r:id="rId10"/>
    <p:sldLayoutId id="2147484263" r:id="rId11"/>
    <p:sldLayoutId id="2147484264" r:id="rId12"/>
    <p:sldLayoutId id="2147484265" r:id="rId13"/>
    <p:sldLayoutId id="2147484266" r:id="rId14"/>
    <p:sldLayoutId id="2147484267" r:id="rId15"/>
    <p:sldLayoutId id="2147484268" r:id="rId16"/>
    <p:sldLayoutId id="2147484269" r:id="rId17"/>
    <p:sldLayoutId id="2147484270" r:id="rId18"/>
  </p:sldLayoutIdLst>
  <p:transition spd="med">
    <p:pull dir="u"/>
  </p:transition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3708FA8-292A-C086-CB41-E9544128DB46}"/>
              </a:ext>
            </a:extLst>
          </p:cNvPr>
          <p:cNvSpPr/>
          <p:nvPr/>
        </p:nvSpPr>
        <p:spPr>
          <a:xfrm>
            <a:off x="-681" y="1703287"/>
            <a:ext cx="10083924" cy="127540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6100" y="781050"/>
            <a:ext cx="6472735" cy="1980029"/>
          </a:xfrm>
          <a:prstGeom prst="rect">
            <a:avLst/>
          </a:prstGeom>
          <a:noFill/>
        </p:spPr>
        <p:txBody>
          <a:bodyPr vert="horz" wrap="square" lIns="0" tIns="3759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960"/>
              </a:spcBef>
            </a:pPr>
            <a:endParaRPr lang="en-US" sz="4400" b="1" dirty="0">
              <a:solidFill>
                <a:schemeClr val="tx1"/>
              </a:solidFill>
            </a:endParaRPr>
          </a:p>
          <a:p>
            <a:pPr marL="71755"/>
            <a:r>
              <a:rPr lang="en-US" sz="6000" b="1" dirty="0" err="1">
                <a:solidFill>
                  <a:schemeClr val="tx1"/>
                </a:solidFill>
                <a:latin typeface="Bookman Old Style"/>
              </a:rPr>
              <a:t>CrazyDrive</a:t>
            </a:r>
            <a:r>
              <a:rPr lang="en-US" sz="6000" b="1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lang="en-US" sz="6000" b="1" dirty="0" err="1">
                <a:solidFill>
                  <a:schemeClr val="tx1"/>
                </a:solidFill>
                <a:latin typeface="Bookman Old Style"/>
              </a:rPr>
              <a:t>Zrt</a:t>
            </a:r>
            <a:r>
              <a:rPr lang="en-US" sz="6000" b="1" dirty="0">
                <a:solidFill>
                  <a:schemeClr val="tx1"/>
                </a:solidFill>
                <a:latin typeface="Bookman Old Style"/>
              </a:rPr>
              <a:t>.</a:t>
            </a:r>
          </a:p>
        </p:txBody>
      </p:sp>
      <p:sp>
        <p:nvSpPr>
          <p:cNvPr id="2" name="Élőláb helye 1">
            <a:extLst>
              <a:ext uri="{FF2B5EF4-FFF2-40B4-BE49-F238E27FC236}">
                <a16:creationId xmlns:a16="http://schemas.microsoft.com/office/drawing/2014/main" id="{2954D2DE-7D71-4BEC-8089-20E3FF8E2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436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 dirty="0">
                <a:solidFill>
                  <a:schemeClr val="tx1"/>
                </a:solidFill>
                <a:latin typeface="Bookman Old Style"/>
              </a:rPr>
              <a:t>2025-2026</a:t>
            </a:r>
            <a:endParaRPr lang="hu-HU" sz="1600" spc="-2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99100" y="3752850"/>
            <a:ext cx="4495800" cy="1406154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 marR="5080">
              <a:lnSpc>
                <a:spcPct val="99700"/>
              </a:lnSpc>
              <a:spcBef>
                <a:spcPts val="105"/>
              </a:spcBef>
            </a:pPr>
            <a:r>
              <a:rPr sz="2200" spc="-10" dirty="0" err="1">
                <a:latin typeface="Bookman Old Style"/>
                <a:cs typeface="Arial MT"/>
              </a:rPr>
              <a:t>Készítette</a:t>
            </a:r>
            <a:r>
              <a:rPr sz="2200" spc="-10" dirty="0">
                <a:latin typeface="Bookman Old Style"/>
                <a:cs typeface="Arial MT"/>
              </a:rPr>
              <a:t>:</a:t>
            </a:r>
            <a:r>
              <a:rPr lang="hu-HU" sz="2200" spc="-10" dirty="0">
                <a:latin typeface="Bookman Old Style"/>
                <a:cs typeface="Arial MT"/>
              </a:rPr>
              <a:t> 13/C</a:t>
            </a:r>
          </a:p>
          <a:p>
            <a:pPr marL="12700" marR="5080">
              <a:lnSpc>
                <a:spcPct val="99700"/>
              </a:lnSpc>
              <a:spcBef>
                <a:spcPts val="105"/>
              </a:spcBef>
            </a:pPr>
            <a:r>
              <a:rPr lang="hu-HU" sz="2200" spc="-10" dirty="0">
                <a:latin typeface="Bookman Old Style"/>
                <a:cs typeface="Arial MT"/>
              </a:rPr>
              <a:t>Béres Máté</a:t>
            </a:r>
          </a:p>
          <a:p>
            <a:pPr marL="12700" marR="5080">
              <a:lnSpc>
                <a:spcPct val="99700"/>
              </a:lnSpc>
              <a:spcBef>
                <a:spcPts val="105"/>
              </a:spcBef>
            </a:pPr>
            <a:r>
              <a:rPr lang="hu-HU" sz="2200" spc="-10" dirty="0" err="1">
                <a:latin typeface="Bookman Old Style"/>
                <a:cs typeface="Arial MT"/>
              </a:rPr>
              <a:t>Fridel</a:t>
            </a:r>
            <a:r>
              <a:rPr lang="hu-HU" sz="2200" spc="-10" dirty="0">
                <a:latin typeface="Bookman Old Style"/>
                <a:cs typeface="Arial MT"/>
              </a:rPr>
              <a:t> Milán</a:t>
            </a:r>
          </a:p>
          <a:p>
            <a:pPr marL="12700" marR="5080">
              <a:lnSpc>
                <a:spcPct val="99700"/>
              </a:lnSpc>
              <a:spcBef>
                <a:spcPts val="105"/>
              </a:spcBef>
            </a:pPr>
            <a:r>
              <a:rPr lang="hu-HU" sz="2200" spc="-10" dirty="0">
                <a:latin typeface="Bookman Old Style"/>
                <a:cs typeface="Arial MT"/>
              </a:rPr>
              <a:t>Jobbágy Dominik</a:t>
            </a:r>
          </a:p>
        </p:txBody>
      </p:sp>
    </p:spTree>
  </p:cSld>
  <p:clrMapOvr>
    <a:masterClrMapping/>
  </p:clrMapOvr>
  <p:transition spd="med">
    <p:pull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628" y="246752"/>
            <a:ext cx="1770751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u="sng" spc="-270" dirty="0" err="1">
                <a:solidFill>
                  <a:schemeClr val="tx1"/>
                </a:solidFill>
                <a:latin typeface="Bookman Old Style"/>
              </a:rPr>
              <a:t>Bevezető</a:t>
            </a:r>
            <a:endParaRPr lang="en-US" u="sng" spc="-270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4" name="Élőláb helye 1">
            <a:extLst>
              <a:ext uri="{FF2B5EF4-FFF2-40B4-BE49-F238E27FC236}">
                <a16:creationId xmlns:a16="http://schemas.microsoft.com/office/drawing/2014/main" id="{A075FAF5-5416-44CD-89B2-7B324D48C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436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>
                <a:solidFill>
                  <a:schemeClr val="tx1"/>
                </a:solidFill>
                <a:latin typeface="Bookman Old Style"/>
              </a:rPr>
              <a:t>2025-2026</a:t>
            </a:r>
            <a:endParaRPr lang="hu-HU" sz="1600" spc="-2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0" y="628650"/>
            <a:ext cx="9619351" cy="4928913"/>
          </a:xfrm>
          <a:prstGeom prst="rect">
            <a:avLst/>
          </a:prstGeom>
        </p:spPr>
        <p:txBody>
          <a:bodyPr vert="horz" wrap="square" lIns="0" tIns="253365" rIns="0" bIns="0" rtlCol="0" anchor="t">
            <a:spAutoFit/>
          </a:bodyPr>
          <a:lstStyle/>
          <a:p>
            <a:pPr marL="335280" indent="-322580">
              <a:lnSpc>
                <a:spcPct val="100000"/>
              </a:lnSpc>
              <a:spcBef>
                <a:spcPts val="1995"/>
              </a:spcBef>
              <a:buSzPct val="45312"/>
              <a:buFont typeface="Wingdings"/>
              <a:buChar char=""/>
              <a:tabLst>
                <a:tab pos="335280" algn="l"/>
              </a:tabLst>
            </a:pPr>
            <a:r>
              <a:rPr sz="3200" dirty="0">
                <a:latin typeface="Bookman Old Style"/>
                <a:cs typeface="Arial MT"/>
              </a:rPr>
              <a:t>A</a:t>
            </a:r>
            <a:r>
              <a:rPr sz="3200" spc="-215" dirty="0">
                <a:latin typeface="Bookman Old Style"/>
                <a:cs typeface="Arial MT"/>
              </a:rPr>
              <a:t> </a:t>
            </a:r>
            <a:r>
              <a:rPr sz="3200" dirty="0" err="1">
                <a:latin typeface="Bookman Old Style"/>
                <a:cs typeface="Arial MT"/>
              </a:rPr>
              <a:t>megvalósított</a:t>
            </a:r>
            <a:r>
              <a:rPr sz="3200" spc="-85" dirty="0">
                <a:latin typeface="Bookman Old Style"/>
                <a:cs typeface="Arial MT"/>
              </a:rPr>
              <a:t> </a:t>
            </a:r>
            <a:r>
              <a:rPr sz="3200" dirty="0" err="1">
                <a:latin typeface="Bookman Old Style"/>
                <a:cs typeface="Arial MT"/>
              </a:rPr>
              <a:t>hálózat</a:t>
            </a:r>
            <a:r>
              <a:rPr sz="3200" spc="-60" dirty="0">
                <a:latin typeface="Bookman Old Style"/>
                <a:cs typeface="Arial MT"/>
              </a:rPr>
              <a:t> </a:t>
            </a:r>
            <a:r>
              <a:rPr sz="3200" spc="-10" dirty="0" err="1">
                <a:latin typeface="Bookman Old Style"/>
                <a:cs typeface="Arial MT"/>
              </a:rPr>
              <a:t>részei</a:t>
            </a:r>
            <a:r>
              <a:rPr sz="3200" spc="-10" dirty="0">
                <a:latin typeface="Bookman Old Style"/>
                <a:cs typeface="Arial MT"/>
              </a:rPr>
              <a:t>:</a:t>
            </a:r>
            <a:endParaRPr lang="en-US" sz="3200" dirty="0">
              <a:latin typeface="Bookman Old Style"/>
              <a:cs typeface="Arial MT"/>
            </a:endParaRPr>
          </a:p>
          <a:p>
            <a:pPr marL="1199515" lvl="1" indent="-287655">
              <a:lnSpc>
                <a:spcPct val="100000"/>
              </a:lnSpc>
              <a:spcBef>
                <a:spcPts val="1425"/>
              </a:spcBef>
              <a:buSzPct val="43750"/>
              <a:buFont typeface="Wingdings"/>
              <a:buChar char=""/>
              <a:tabLst>
                <a:tab pos="1199515" algn="l"/>
              </a:tabLst>
            </a:pPr>
            <a:r>
              <a:rPr lang="hu-HU" sz="2400" u="sng" spc="-10" dirty="0">
                <a:latin typeface="Bookman Old Style"/>
                <a:cs typeface="Arial MT"/>
              </a:rPr>
              <a:t>Iroda</a:t>
            </a:r>
            <a:r>
              <a:rPr sz="2400" spc="-10" dirty="0">
                <a:latin typeface="Bookman Old Style"/>
                <a:cs typeface="Arial MT"/>
              </a:rPr>
              <a:t>:</a:t>
            </a:r>
            <a:r>
              <a:rPr sz="2400" spc="-20" dirty="0">
                <a:latin typeface="Bookman Old Style"/>
                <a:cs typeface="Arial MT"/>
              </a:rPr>
              <a:t> </a:t>
            </a:r>
            <a:r>
              <a:rPr lang="hu-HU" sz="2400" dirty="0">
                <a:latin typeface="Bookman Old Style"/>
                <a:cs typeface="Arial MT"/>
              </a:rPr>
              <a:t>3 emeletes épület</a:t>
            </a:r>
            <a:r>
              <a:rPr sz="2400" spc="-35" dirty="0">
                <a:latin typeface="Bookman Old Style"/>
                <a:cs typeface="Arial MT"/>
              </a:rPr>
              <a:t>,</a:t>
            </a:r>
            <a:r>
              <a:rPr sz="2400" spc="-130" dirty="0">
                <a:latin typeface="Bookman Old Style"/>
                <a:cs typeface="Arial MT"/>
              </a:rPr>
              <a:t> </a:t>
            </a:r>
            <a:r>
              <a:rPr lang="hu-HU" sz="2400" spc="-10" dirty="0">
                <a:latin typeface="Bookman Old Style"/>
                <a:cs typeface="Arial MT"/>
              </a:rPr>
              <a:t>Emelet1</a:t>
            </a:r>
            <a:r>
              <a:rPr sz="2400" spc="-10" dirty="0">
                <a:latin typeface="Bookman Old Style"/>
                <a:cs typeface="Arial MT"/>
              </a:rPr>
              <a:t>,</a:t>
            </a:r>
            <a:r>
              <a:rPr lang="hu-HU" sz="2400" spc="-10" dirty="0">
                <a:latin typeface="Bookman Old Style"/>
                <a:cs typeface="Arial MT"/>
              </a:rPr>
              <a:t> </a:t>
            </a:r>
            <a:r>
              <a:rPr lang="hu-HU" sz="2400" spc="-40" dirty="0">
                <a:latin typeface="Bookman Old Style"/>
                <a:cs typeface="Arial MT"/>
              </a:rPr>
              <a:t>Emelet2</a:t>
            </a:r>
            <a:r>
              <a:rPr sz="2400" spc="-40" dirty="0">
                <a:latin typeface="Bookman Old Style"/>
                <a:cs typeface="Arial MT"/>
              </a:rPr>
              <a:t>,</a:t>
            </a:r>
            <a:r>
              <a:rPr sz="2400" spc="-75" dirty="0">
                <a:latin typeface="Bookman Old Style"/>
                <a:cs typeface="Arial MT"/>
              </a:rPr>
              <a:t> </a:t>
            </a:r>
            <a:r>
              <a:rPr lang="hu-HU" sz="2400" spc="-50" dirty="0">
                <a:latin typeface="Bookman Old Style"/>
                <a:cs typeface="Arial MT"/>
              </a:rPr>
              <a:t>Emelet3, </a:t>
            </a:r>
            <a:r>
              <a:rPr lang="hu-HU" sz="2400" err="1">
                <a:latin typeface="Bookman Old Style"/>
                <a:cs typeface="Arial MT"/>
              </a:rPr>
              <a:t>Native</a:t>
            </a:r>
            <a:r>
              <a:rPr sz="2400" spc="-110" dirty="0">
                <a:latin typeface="Bookman Old Style"/>
                <a:cs typeface="Arial MT"/>
              </a:rPr>
              <a:t> </a:t>
            </a:r>
            <a:r>
              <a:rPr sz="2400" spc="-30" dirty="0">
                <a:latin typeface="Bookman Old Style"/>
                <a:cs typeface="Arial MT"/>
              </a:rPr>
              <a:t>VLAN</a:t>
            </a:r>
            <a:r>
              <a:rPr lang="hu-HU" sz="2400" spc="-30" dirty="0">
                <a:latin typeface="Bookman Old Style"/>
                <a:cs typeface="Arial MT"/>
              </a:rPr>
              <a:t> </a:t>
            </a:r>
            <a:r>
              <a:rPr lang="hu-HU" sz="2400" spc="-10" dirty="0">
                <a:latin typeface="Bookman Old Style"/>
                <a:cs typeface="Arial MT"/>
              </a:rPr>
              <a:t>és Linux szerver.</a:t>
            </a:r>
            <a:endParaRPr sz="2400" dirty="0">
              <a:latin typeface="Bookman Old Style"/>
              <a:cs typeface="Arial MT"/>
            </a:endParaRPr>
          </a:p>
          <a:p>
            <a:pPr marL="1199515" lvl="1" indent="-287655">
              <a:lnSpc>
                <a:spcPct val="100000"/>
              </a:lnSpc>
              <a:spcBef>
                <a:spcPts val="600"/>
              </a:spcBef>
              <a:buSzPct val="43750"/>
              <a:buFont typeface="Wingdings"/>
              <a:buChar char=""/>
              <a:tabLst>
                <a:tab pos="1199515" algn="l"/>
              </a:tabLst>
            </a:pPr>
            <a:r>
              <a:rPr lang="en-US" sz="2400" u="sng" spc="-114" err="1">
                <a:latin typeface="Bookman Old Style"/>
                <a:cs typeface="Arial MT"/>
              </a:rPr>
              <a:t>Szerverpark</a:t>
            </a:r>
            <a:r>
              <a:rPr lang="en-US" sz="2400" spc="-114" dirty="0">
                <a:latin typeface="Bookman Old Style"/>
                <a:cs typeface="Arial MT"/>
              </a:rPr>
              <a:t>:</a:t>
            </a:r>
            <a:r>
              <a:rPr sz="2400" spc="-114" dirty="0">
                <a:latin typeface="Bookman Old Style"/>
                <a:cs typeface="Arial MT"/>
              </a:rPr>
              <a:t> </a:t>
            </a:r>
            <a:r>
              <a:rPr sz="2400" dirty="0">
                <a:latin typeface="Bookman Old Style"/>
                <a:cs typeface="Arial MT"/>
              </a:rPr>
              <a:t>Windows</a:t>
            </a:r>
            <a:r>
              <a:rPr sz="2400" spc="-75" dirty="0">
                <a:latin typeface="Bookman Old Style"/>
                <a:cs typeface="Arial MT"/>
              </a:rPr>
              <a:t> </a:t>
            </a:r>
            <a:r>
              <a:rPr sz="2400" dirty="0">
                <a:latin typeface="Bookman Old Style"/>
                <a:cs typeface="Arial MT"/>
              </a:rPr>
              <a:t>20</a:t>
            </a:r>
            <a:r>
              <a:rPr lang="hu-HU" sz="2400" dirty="0">
                <a:latin typeface="Bookman Old Style"/>
                <a:cs typeface="Arial MT"/>
              </a:rPr>
              <a:t>22</a:t>
            </a:r>
            <a:r>
              <a:rPr sz="2400" spc="-75" dirty="0">
                <a:latin typeface="Bookman Old Style"/>
                <a:cs typeface="Arial MT"/>
              </a:rPr>
              <a:t> </a:t>
            </a:r>
            <a:r>
              <a:rPr sz="2400" err="1">
                <a:latin typeface="Bookman Old Style"/>
                <a:cs typeface="Arial MT"/>
              </a:rPr>
              <a:t>és</a:t>
            </a:r>
            <a:r>
              <a:rPr sz="2400" spc="-90" dirty="0">
                <a:latin typeface="Bookman Old Style"/>
                <a:cs typeface="Arial MT"/>
              </a:rPr>
              <a:t> </a:t>
            </a:r>
            <a:r>
              <a:rPr sz="2400" dirty="0">
                <a:latin typeface="Bookman Old Style"/>
                <a:cs typeface="Arial MT"/>
              </a:rPr>
              <a:t>Linux</a:t>
            </a:r>
            <a:r>
              <a:rPr sz="2400" spc="-75" dirty="0">
                <a:latin typeface="Bookman Old Style"/>
                <a:cs typeface="Arial MT"/>
              </a:rPr>
              <a:t> </a:t>
            </a:r>
            <a:r>
              <a:rPr sz="2400" spc="-10" err="1">
                <a:latin typeface="Bookman Old Style"/>
                <a:cs typeface="Arial MT"/>
              </a:rPr>
              <a:t>szerverekkel</a:t>
            </a:r>
            <a:r>
              <a:rPr lang="hu-HU" sz="2400" spc="-10" dirty="0">
                <a:latin typeface="Bookman Old Style"/>
                <a:cs typeface="Arial MT"/>
              </a:rPr>
              <a:t>, valamint tűzfallal védett terület.</a:t>
            </a:r>
            <a:endParaRPr sz="2400" dirty="0">
              <a:latin typeface="Bookman Old Style"/>
              <a:cs typeface="Arial MT"/>
            </a:endParaRPr>
          </a:p>
          <a:p>
            <a:pPr marL="1199515" lvl="1" indent="-287655">
              <a:lnSpc>
                <a:spcPct val="100000"/>
              </a:lnSpc>
              <a:spcBef>
                <a:spcPts val="600"/>
              </a:spcBef>
              <a:buSzPct val="43750"/>
              <a:buFont typeface="Wingdings"/>
              <a:buChar char=""/>
              <a:tabLst>
                <a:tab pos="1199515" algn="l"/>
              </a:tabLst>
            </a:pPr>
            <a:r>
              <a:rPr lang="en-US" sz="2400" u="sng" err="1">
                <a:latin typeface="Bookman Old Style"/>
                <a:cs typeface="Arial MT"/>
              </a:rPr>
              <a:t>Telephely</a:t>
            </a:r>
            <a:r>
              <a:rPr lang="en-US" sz="2400" dirty="0">
                <a:latin typeface="Bookman Old Style"/>
                <a:cs typeface="Arial MT"/>
              </a:rPr>
              <a:t>:</a:t>
            </a:r>
            <a:r>
              <a:rPr lang="hu-HU" sz="2400" dirty="0">
                <a:latin typeface="Bookman Old Style"/>
                <a:cs typeface="Arial MT"/>
              </a:rPr>
              <a:t> HSRP-vel biztosított hálózat és GRE </a:t>
            </a:r>
            <a:r>
              <a:rPr lang="hu-HU" sz="2400" err="1">
                <a:latin typeface="Bookman Old Style"/>
                <a:cs typeface="Arial MT"/>
              </a:rPr>
              <a:t>Tunnel</a:t>
            </a:r>
            <a:r>
              <a:rPr lang="hu-HU" sz="2400" dirty="0">
                <a:latin typeface="Bookman Old Style"/>
                <a:cs typeface="Arial MT"/>
              </a:rPr>
              <a:t> az Iroda felé.</a:t>
            </a:r>
            <a:endParaRPr sz="2400">
              <a:latin typeface="Bookman Old Style"/>
              <a:cs typeface="Arial MT"/>
            </a:endParaRPr>
          </a:p>
          <a:p>
            <a:pPr marL="1199515" marR="5080" lvl="1" indent="-288290">
              <a:spcBef>
                <a:spcPts val="600"/>
              </a:spcBef>
              <a:buSzPct val="43750"/>
              <a:buFont typeface="Wingdings"/>
              <a:buChar char=""/>
              <a:tabLst>
                <a:tab pos="1199515" algn="l"/>
              </a:tabLst>
            </a:pPr>
            <a:r>
              <a:rPr lang="en-US" sz="2400" u="sng" err="1">
                <a:latin typeface="Bookman Old Style"/>
                <a:cs typeface="Arial MT"/>
              </a:rPr>
              <a:t>Otthoni</a:t>
            </a:r>
            <a:r>
              <a:rPr lang="en-US" sz="2400" u="sng" dirty="0">
                <a:latin typeface="Bookman Old Style"/>
                <a:cs typeface="Arial MT"/>
              </a:rPr>
              <a:t> Munkás</a:t>
            </a:r>
            <a:r>
              <a:rPr sz="2400" dirty="0">
                <a:latin typeface="Bookman Old Style"/>
                <a:cs typeface="Arial MT"/>
              </a:rPr>
              <a:t>:</a:t>
            </a:r>
            <a:r>
              <a:rPr sz="2400" spc="-100" dirty="0">
                <a:latin typeface="Bookman Old Style"/>
                <a:cs typeface="Arial MT"/>
              </a:rPr>
              <a:t> </a:t>
            </a:r>
            <a:r>
              <a:rPr lang="hu-HU" sz="2400" dirty="0">
                <a:latin typeface="Bookman Old Style"/>
                <a:cs typeface="Arial MT"/>
              </a:rPr>
              <a:t>O</a:t>
            </a:r>
            <a:r>
              <a:rPr sz="2400" err="1">
                <a:latin typeface="Bookman Old Style"/>
                <a:cs typeface="Arial MT"/>
              </a:rPr>
              <a:t>tthon</a:t>
            </a:r>
            <a:r>
              <a:rPr lang="hu-HU" sz="2400" dirty="0">
                <a:latin typeface="Bookman Old Style"/>
                <a:cs typeface="Arial MT"/>
              </a:rPr>
              <a:t>i munkára alkalmas hálózat</a:t>
            </a:r>
            <a:r>
              <a:rPr sz="2400" spc="-10" dirty="0">
                <a:latin typeface="Bookman Old Style"/>
                <a:cs typeface="Arial MT"/>
              </a:rPr>
              <a:t>,</a:t>
            </a:r>
            <a:r>
              <a:rPr sz="2400" spc="-70" dirty="0">
                <a:latin typeface="Bookman Old Style"/>
                <a:cs typeface="Arial MT"/>
              </a:rPr>
              <a:t> </a:t>
            </a:r>
            <a:r>
              <a:rPr lang="hu-HU" sz="2400" spc="-50" dirty="0">
                <a:latin typeface="Bookman Old Style"/>
                <a:cs typeface="Arial MT"/>
              </a:rPr>
              <a:t>akár a</a:t>
            </a:r>
            <a:r>
              <a:rPr sz="2400" spc="-50" dirty="0">
                <a:latin typeface="Bookman Old Style"/>
                <a:cs typeface="Arial MT"/>
              </a:rPr>
              <a:t> </a:t>
            </a:r>
            <a:r>
              <a:rPr sz="2400" spc="-10" err="1">
                <a:latin typeface="Bookman Old Style"/>
                <a:cs typeface="Arial MT"/>
              </a:rPr>
              <a:t>rendszergazda</a:t>
            </a:r>
            <a:r>
              <a:rPr lang="hu-HU" sz="2400" spc="-10" dirty="0">
                <a:latin typeface="Bookman Old Style"/>
                <a:cs typeface="Arial MT"/>
              </a:rPr>
              <a:t> számára</a:t>
            </a:r>
            <a:r>
              <a:rPr sz="2400" spc="-90" dirty="0">
                <a:latin typeface="Bookman Old Style"/>
                <a:cs typeface="Arial MT"/>
              </a:rPr>
              <a:t> </a:t>
            </a:r>
            <a:r>
              <a:rPr sz="2400" spc="-25" dirty="0">
                <a:latin typeface="Bookman Old Style"/>
                <a:cs typeface="Arial MT"/>
              </a:rPr>
              <a:t>is</a:t>
            </a:r>
            <a:r>
              <a:rPr lang="hu-HU" sz="2400" spc="-25" dirty="0">
                <a:latin typeface="Bookman Old Style"/>
                <a:cs typeface="Arial MT"/>
              </a:rPr>
              <a:t>.</a:t>
            </a:r>
          </a:p>
          <a:p>
            <a:pPr marL="1199515" marR="5080" lvl="1" indent="-288290">
              <a:lnSpc>
                <a:spcPct val="100000"/>
              </a:lnSpc>
              <a:spcBef>
                <a:spcPts val="600"/>
              </a:spcBef>
              <a:buSzPct val="43750"/>
              <a:buFont typeface="Wingdings"/>
              <a:buChar char=""/>
              <a:tabLst>
                <a:tab pos="1199515" algn="l"/>
              </a:tabLst>
            </a:pPr>
            <a:r>
              <a:rPr lang="hu-HU" sz="2400" u="sng" spc="-25" dirty="0">
                <a:latin typeface="Bookman Old Style"/>
                <a:cs typeface="Arial MT"/>
              </a:rPr>
              <a:t>Szolgáltató</a:t>
            </a:r>
            <a:r>
              <a:rPr lang="hu-HU" sz="2400" spc="-25" dirty="0">
                <a:latin typeface="Bookman Old Style"/>
                <a:cs typeface="Arial MT"/>
              </a:rPr>
              <a:t>: Kapcsolatot létesít az Internet és a cég hálózatai között.</a:t>
            </a:r>
            <a:endParaRPr sz="2400" dirty="0">
              <a:latin typeface="Bookman Old Style"/>
              <a:cs typeface="Arial MT"/>
            </a:endParaRPr>
          </a:p>
        </p:txBody>
      </p:sp>
    </p:spTree>
  </p:cSld>
  <p:clrMapOvr>
    <a:masterClrMapping/>
  </p:clrMapOvr>
  <p:transition spd="med">
    <p:pull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9900" y="961892"/>
            <a:ext cx="8893861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u="sng" dirty="0">
                <a:solidFill>
                  <a:schemeClr val="tx1"/>
                </a:solidFill>
                <a:latin typeface="Bookman Old Style"/>
              </a:rPr>
              <a:t>A</a:t>
            </a:r>
            <a:r>
              <a:rPr sz="3600" u="sng" spc="-254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sz="3600" u="sng" dirty="0" err="1">
                <a:solidFill>
                  <a:schemeClr val="tx1"/>
                </a:solidFill>
                <a:latin typeface="Bookman Old Style"/>
              </a:rPr>
              <a:t>megvalósítás</a:t>
            </a:r>
            <a:r>
              <a:rPr sz="3600" u="sng" spc="-85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sz="3600" u="sng" dirty="0" err="1">
                <a:solidFill>
                  <a:schemeClr val="tx1"/>
                </a:solidFill>
                <a:latin typeface="Bookman Old Style"/>
              </a:rPr>
              <a:t>során</a:t>
            </a:r>
            <a:r>
              <a:rPr sz="3600" u="sng" spc="-65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sz="3600" u="sng" dirty="0" err="1">
                <a:solidFill>
                  <a:schemeClr val="tx1"/>
                </a:solidFill>
                <a:latin typeface="Bookman Old Style"/>
              </a:rPr>
              <a:t>használt</a:t>
            </a:r>
            <a:r>
              <a:rPr sz="3600" u="sng" spc="-60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sz="3600" u="sng" spc="-10" dirty="0" err="1">
                <a:solidFill>
                  <a:schemeClr val="tx1"/>
                </a:solidFill>
                <a:latin typeface="Bookman Old Style"/>
              </a:rPr>
              <a:t>eszközök</a:t>
            </a:r>
            <a:endParaRPr lang="en-US" sz="3600" u="sng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4" name="Élőláb helye 1">
            <a:extLst>
              <a:ext uri="{FF2B5EF4-FFF2-40B4-BE49-F238E27FC236}">
                <a16:creationId xmlns:a16="http://schemas.microsoft.com/office/drawing/2014/main" id="{2509C268-0568-4323-A4C7-51D1FFEE5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436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 dirty="0">
                <a:solidFill>
                  <a:schemeClr val="tx1"/>
                </a:solidFill>
                <a:latin typeface="Bookman Old Style"/>
              </a:rPr>
              <a:t>2025-2026</a:t>
            </a:r>
            <a:endParaRPr lang="hu-HU" sz="1600" spc="-2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9643" y="1560068"/>
            <a:ext cx="9090457" cy="3583032"/>
          </a:xfrm>
          <a:prstGeom prst="rect">
            <a:avLst/>
          </a:prstGeom>
        </p:spPr>
        <p:txBody>
          <a:bodyPr vert="horz" wrap="square" lIns="0" tIns="88900" rIns="0" bIns="0" rtlCol="0" anchor="t">
            <a:spAutoFit/>
          </a:bodyPr>
          <a:lstStyle/>
          <a:p>
            <a:pPr marL="335280" indent="-322580">
              <a:lnSpc>
                <a:spcPct val="100000"/>
              </a:lnSpc>
              <a:spcBef>
                <a:spcPts val="700"/>
              </a:spcBef>
              <a:buSzPct val="43750"/>
              <a:buFont typeface="Wingdings"/>
              <a:buChar char=""/>
              <a:tabLst>
                <a:tab pos="335280" algn="l"/>
              </a:tabLst>
            </a:pPr>
            <a:r>
              <a:rPr sz="2400" dirty="0">
                <a:latin typeface="Bookman Old Style"/>
                <a:cs typeface="Arial MT"/>
              </a:rPr>
              <a:t>CISCO</a:t>
            </a:r>
            <a:r>
              <a:rPr sz="2400" spc="-45" dirty="0">
                <a:latin typeface="Bookman Old Style"/>
                <a:cs typeface="Arial MT"/>
              </a:rPr>
              <a:t> </a:t>
            </a:r>
            <a:r>
              <a:rPr sz="2400" dirty="0">
                <a:latin typeface="Bookman Old Style"/>
                <a:cs typeface="Arial MT"/>
              </a:rPr>
              <a:t>4</a:t>
            </a:r>
            <a:r>
              <a:rPr lang="hu-HU" sz="2400" dirty="0">
                <a:latin typeface="Bookman Old Style"/>
                <a:cs typeface="Arial MT"/>
              </a:rPr>
              <a:t>3</a:t>
            </a:r>
            <a:r>
              <a:rPr sz="2400" dirty="0">
                <a:latin typeface="Bookman Old Style"/>
                <a:cs typeface="Arial MT"/>
              </a:rPr>
              <a:t>21</a:t>
            </a:r>
            <a:r>
              <a:rPr sz="2400" spc="-35" dirty="0">
                <a:latin typeface="Bookman Old Style"/>
                <a:cs typeface="Arial MT"/>
              </a:rPr>
              <a:t> </a:t>
            </a:r>
            <a:r>
              <a:rPr sz="2400" spc="-10" dirty="0" err="1">
                <a:latin typeface="Bookman Old Style"/>
                <a:cs typeface="Arial MT"/>
              </a:rPr>
              <a:t>forgalomirányító</a:t>
            </a:r>
            <a:r>
              <a:rPr sz="2400" spc="-55" dirty="0">
                <a:latin typeface="Bookman Old Style"/>
                <a:cs typeface="Arial MT"/>
              </a:rPr>
              <a:t> </a:t>
            </a:r>
            <a:r>
              <a:rPr sz="2400" dirty="0">
                <a:latin typeface="Bookman Old Style"/>
                <a:cs typeface="Arial MT"/>
              </a:rPr>
              <a:t>6</a:t>
            </a:r>
            <a:r>
              <a:rPr sz="2400" spc="-50" dirty="0">
                <a:latin typeface="Bookman Old Style"/>
                <a:cs typeface="Arial MT"/>
              </a:rPr>
              <a:t> </a:t>
            </a:r>
            <a:r>
              <a:rPr sz="2400" spc="-25" dirty="0" err="1">
                <a:latin typeface="Bookman Old Style"/>
                <a:cs typeface="Arial MT"/>
              </a:rPr>
              <a:t>db</a:t>
            </a:r>
            <a:endParaRPr lang="en-US" sz="2400">
              <a:latin typeface="Bookman Old Style"/>
              <a:cs typeface="Arial MT"/>
            </a:endParaRPr>
          </a:p>
          <a:p>
            <a:pPr marL="335280" indent="-322580">
              <a:lnSpc>
                <a:spcPct val="100000"/>
              </a:lnSpc>
              <a:spcBef>
                <a:spcPts val="600"/>
              </a:spcBef>
              <a:buSzPct val="43750"/>
              <a:buFont typeface="Wingdings"/>
              <a:buChar char=""/>
              <a:tabLst>
                <a:tab pos="335280" algn="l"/>
              </a:tabLst>
            </a:pPr>
            <a:r>
              <a:rPr sz="2400" dirty="0">
                <a:latin typeface="Bookman Old Style"/>
                <a:cs typeface="Arial MT"/>
              </a:rPr>
              <a:t>CISCO</a:t>
            </a:r>
            <a:r>
              <a:rPr sz="2400" spc="-80" dirty="0">
                <a:latin typeface="Bookman Old Style"/>
                <a:cs typeface="Arial MT"/>
              </a:rPr>
              <a:t> </a:t>
            </a:r>
            <a:r>
              <a:rPr sz="2400" dirty="0">
                <a:latin typeface="Bookman Old Style"/>
                <a:cs typeface="Arial MT"/>
              </a:rPr>
              <a:t>2960</a:t>
            </a:r>
            <a:r>
              <a:rPr sz="2400" spc="-70" dirty="0">
                <a:latin typeface="Bookman Old Style"/>
                <a:cs typeface="Arial MT"/>
              </a:rPr>
              <a:t> </a:t>
            </a:r>
            <a:r>
              <a:rPr sz="2400" dirty="0">
                <a:latin typeface="Bookman Old Style"/>
                <a:cs typeface="Arial MT"/>
              </a:rPr>
              <a:t>kapcsoló</a:t>
            </a:r>
            <a:r>
              <a:rPr sz="2400" spc="-70" dirty="0">
                <a:latin typeface="Bookman Old Style"/>
                <a:cs typeface="Arial MT"/>
              </a:rPr>
              <a:t> </a:t>
            </a:r>
            <a:r>
              <a:rPr lang="hu-HU" sz="2400" spc="-70" dirty="0">
                <a:latin typeface="Bookman Old Style"/>
                <a:cs typeface="Arial MT"/>
              </a:rPr>
              <a:t>6</a:t>
            </a:r>
            <a:r>
              <a:rPr sz="2400" spc="-75" dirty="0">
                <a:latin typeface="Bookman Old Style"/>
                <a:cs typeface="Arial MT"/>
              </a:rPr>
              <a:t> </a:t>
            </a:r>
            <a:r>
              <a:rPr sz="2400" spc="-25" dirty="0">
                <a:latin typeface="Bookman Old Style"/>
                <a:cs typeface="Arial MT"/>
              </a:rPr>
              <a:t>db</a:t>
            </a:r>
            <a:endParaRPr lang="hu-HU" sz="2400" spc="-25">
              <a:latin typeface="Bookman Old Style"/>
              <a:cs typeface="Arial MT"/>
            </a:endParaRPr>
          </a:p>
          <a:p>
            <a:pPr marL="335280" indent="-322580">
              <a:lnSpc>
                <a:spcPct val="100000"/>
              </a:lnSpc>
              <a:spcBef>
                <a:spcPts val="600"/>
              </a:spcBef>
              <a:buSzPct val="43750"/>
              <a:buFont typeface="Wingdings"/>
              <a:buChar char=""/>
              <a:tabLst>
                <a:tab pos="335280" algn="l"/>
              </a:tabLst>
            </a:pPr>
            <a:r>
              <a:rPr lang="hu-HU" sz="2400" spc="-25" dirty="0">
                <a:latin typeface="Bookman Old Style"/>
                <a:cs typeface="Arial MT"/>
              </a:rPr>
              <a:t>CISCO WRT300N SOHO </a:t>
            </a:r>
            <a:r>
              <a:rPr lang="hu-HU" sz="2400" spc="-10" dirty="0">
                <a:latin typeface="Bookman Old Style"/>
                <a:cs typeface="Arial MT"/>
              </a:rPr>
              <a:t>forgalomirányító</a:t>
            </a:r>
            <a:r>
              <a:rPr lang="hu-HU" sz="2400" spc="-25" dirty="0">
                <a:latin typeface="Bookman Old Style"/>
                <a:cs typeface="Arial MT"/>
              </a:rPr>
              <a:t> 1 db</a:t>
            </a:r>
          </a:p>
          <a:p>
            <a:pPr marL="335280" indent="-322580">
              <a:lnSpc>
                <a:spcPct val="100000"/>
              </a:lnSpc>
              <a:spcBef>
                <a:spcPts val="600"/>
              </a:spcBef>
              <a:buSzPct val="43750"/>
              <a:buFont typeface="Wingdings"/>
              <a:buChar char=""/>
              <a:tabLst>
                <a:tab pos="335280" algn="l"/>
              </a:tabLst>
            </a:pPr>
            <a:r>
              <a:rPr lang="hu-HU" sz="2400" spc="-25" dirty="0">
                <a:latin typeface="Bookman Old Style"/>
                <a:cs typeface="Arial MT"/>
              </a:rPr>
              <a:t>CISCO ASA tűzfal 1 db</a:t>
            </a:r>
            <a:endParaRPr sz="2400" dirty="0">
              <a:latin typeface="Bookman Old Style"/>
              <a:cs typeface="Arial MT"/>
            </a:endParaRPr>
          </a:p>
          <a:p>
            <a:pPr marL="335280" indent="-322580">
              <a:lnSpc>
                <a:spcPct val="100000"/>
              </a:lnSpc>
              <a:spcBef>
                <a:spcPts val="600"/>
              </a:spcBef>
              <a:buSzPct val="43750"/>
              <a:buFont typeface="Wingdings"/>
              <a:buChar char=""/>
              <a:tabLst>
                <a:tab pos="335280" algn="l"/>
              </a:tabLst>
            </a:pPr>
            <a:r>
              <a:rPr lang="en-US" sz="2400" dirty="0">
                <a:latin typeface="Bookman Old Style"/>
                <a:cs typeface="Arial MT"/>
              </a:rPr>
              <a:t>Hyper-V</a:t>
            </a:r>
            <a:r>
              <a:rPr sz="2400" spc="-70" dirty="0">
                <a:latin typeface="Bookman Old Style"/>
                <a:cs typeface="Arial MT"/>
              </a:rPr>
              <a:t> </a:t>
            </a:r>
            <a:r>
              <a:rPr sz="2400" dirty="0">
                <a:latin typeface="Bookman Old Style"/>
                <a:cs typeface="Arial MT"/>
              </a:rPr>
              <a:t>a</a:t>
            </a:r>
            <a:r>
              <a:rPr lang="hu-HU" sz="2400" dirty="0">
                <a:latin typeface="Bookman Old Style"/>
                <a:cs typeface="Arial MT"/>
              </a:rPr>
              <a:t> Linux és Windows </a:t>
            </a:r>
            <a:r>
              <a:rPr sz="2400" dirty="0" err="1">
                <a:latin typeface="Bookman Old Style"/>
                <a:cs typeface="Arial MT"/>
              </a:rPr>
              <a:t>szerverek</a:t>
            </a:r>
            <a:r>
              <a:rPr lang="hu-HU" sz="2400" spc="-85" dirty="0">
                <a:latin typeface="Bookman Old Style"/>
                <a:cs typeface="Arial MT"/>
              </a:rPr>
              <a:t> </a:t>
            </a:r>
            <a:r>
              <a:rPr sz="2400" spc="-10" dirty="0" err="1">
                <a:latin typeface="Bookman Old Style"/>
                <a:cs typeface="Arial MT"/>
              </a:rPr>
              <a:t>számára</a:t>
            </a:r>
            <a:r>
              <a:rPr lang="hu-HU" sz="2400" spc="-10" dirty="0">
                <a:latin typeface="Bookman Old Style"/>
                <a:cs typeface="Arial MT"/>
              </a:rPr>
              <a:t> 3 db</a:t>
            </a:r>
          </a:p>
          <a:p>
            <a:pPr marL="335280" indent="-322580">
              <a:lnSpc>
                <a:spcPct val="100000"/>
              </a:lnSpc>
              <a:spcBef>
                <a:spcPts val="600"/>
              </a:spcBef>
              <a:buSzPct val="43750"/>
              <a:buFont typeface="Wingdings"/>
              <a:buChar char=""/>
              <a:tabLst>
                <a:tab pos="335280" algn="l"/>
              </a:tabLst>
            </a:pPr>
            <a:r>
              <a:rPr lang="hu-HU" sz="2400" dirty="0">
                <a:latin typeface="Bookman Old Style"/>
                <a:cs typeface="Arial MT"/>
              </a:rPr>
              <a:t>Laptopok a Windows felhasználóknak 7 db</a:t>
            </a:r>
            <a:endParaRPr sz="2400" dirty="0">
              <a:latin typeface="Bookman Old Style"/>
              <a:cs typeface="Arial MT"/>
            </a:endParaRPr>
          </a:p>
          <a:p>
            <a:pPr marL="335280" indent="-322580">
              <a:lnSpc>
                <a:spcPct val="100000"/>
              </a:lnSpc>
              <a:spcBef>
                <a:spcPts val="600"/>
              </a:spcBef>
              <a:buSzPct val="43750"/>
              <a:buFont typeface="Wingdings"/>
              <a:buChar char=""/>
              <a:tabLst>
                <a:tab pos="335280" algn="l"/>
              </a:tabLst>
            </a:pPr>
            <a:r>
              <a:rPr lang="hu-HU" sz="2400" dirty="0">
                <a:latin typeface="Bookman Old Style"/>
                <a:cs typeface="Arial MT"/>
              </a:rPr>
              <a:t>Laptop</a:t>
            </a:r>
            <a:r>
              <a:rPr sz="2400" spc="-55" dirty="0">
                <a:latin typeface="Bookman Old Style"/>
                <a:cs typeface="Arial MT"/>
              </a:rPr>
              <a:t> </a:t>
            </a:r>
            <a:r>
              <a:rPr sz="2400" dirty="0">
                <a:latin typeface="Bookman Old Style"/>
                <a:cs typeface="Arial MT"/>
              </a:rPr>
              <a:t>a</a:t>
            </a:r>
            <a:r>
              <a:rPr lang="hu-HU" sz="2400" dirty="0">
                <a:latin typeface="Bookman Old Style"/>
                <a:cs typeface="Arial MT"/>
              </a:rPr>
              <a:t>z</a:t>
            </a:r>
            <a:r>
              <a:rPr sz="2400" spc="-50" dirty="0">
                <a:latin typeface="Bookman Old Style"/>
                <a:cs typeface="Arial MT"/>
              </a:rPr>
              <a:t> </a:t>
            </a:r>
            <a:r>
              <a:rPr lang="hu-HU" sz="2400" dirty="0">
                <a:latin typeface="Bookman Old Style"/>
                <a:cs typeface="Arial MT"/>
              </a:rPr>
              <a:t>otthoni munkás</a:t>
            </a:r>
            <a:r>
              <a:rPr sz="2400" spc="-40" dirty="0">
                <a:latin typeface="Bookman Old Style"/>
                <a:cs typeface="Arial MT"/>
              </a:rPr>
              <a:t> </a:t>
            </a:r>
            <a:r>
              <a:rPr sz="2400" spc="-10" dirty="0" err="1">
                <a:latin typeface="Bookman Old Style"/>
                <a:cs typeface="Arial MT"/>
              </a:rPr>
              <a:t>részére</a:t>
            </a:r>
            <a:r>
              <a:rPr lang="hu-HU" sz="2400" spc="-10" dirty="0">
                <a:latin typeface="Bookman Old Style"/>
                <a:cs typeface="Arial MT"/>
              </a:rPr>
              <a:t> 1 db</a:t>
            </a:r>
          </a:p>
          <a:p>
            <a:pPr marL="335280" indent="-322580">
              <a:lnSpc>
                <a:spcPct val="100000"/>
              </a:lnSpc>
              <a:spcBef>
                <a:spcPts val="600"/>
              </a:spcBef>
              <a:buSzPct val="43750"/>
              <a:buFont typeface="Wingdings"/>
              <a:buChar char=""/>
              <a:tabLst>
                <a:tab pos="335280" algn="l"/>
              </a:tabLst>
            </a:pP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pull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9643" y="704850"/>
            <a:ext cx="881062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u="sng" dirty="0">
                <a:solidFill>
                  <a:schemeClr val="tx1"/>
                </a:solidFill>
                <a:latin typeface="Bookman Old Style"/>
              </a:rPr>
              <a:t>A</a:t>
            </a:r>
            <a:r>
              <a:rPr sz="3600" u="sng" spc="-280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sz="3600" u="sng" dirty="0" err="1">
                <a:solidFill>
                  <a:schemeClr val="tx1"/>
                </a:solidFill>
                <a:latin typeface="Bookman Old Style"/>
              </a:rPr>
              <a:t>dokumentáció</a:t>
            </a:r>
            <a:r>
              <a:rPr sz="3600" u="sng" spc="-60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sz="3600" u="sng" spc="-10" dirty="0" err="1">
                <a:solidFill>
                  <a:schemeClr val="tx1"/>
                </a:solidFill>
                <a:latin typeface="Bookman Old Style"/>
              </a:rPr>
              <a:t>részei</a:t>
            </a:r>
            <a:endParaRPr lang="en-US" sz="3600" u="sng" spc="-10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4" name="Élőláb helye 1">
            <a:extLst>
              <a:ext uri="{FF2B5EF4-FFF2-40B4-BE49-F238E27FC236}">
                <a16:creationId xmlns:a16="http://schemas.microsoft.com/office/drawing/2014/main" id="{9B8872B1-3CBA-4BC8-97FD-51A3B0E55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436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>
                <a:solidFill>
                  <a:schemeClr val="tx1"/>
                </a:solidFill>
                <a:latin typeface="Bookman Old Style"/>
              </a:rPr>
              <a:t>2025-2026</a:t>
            </a:r>
            <a:endParaRPr lang="hu-HU" sz="1600" spc="-2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9643" y="1560068"/>
            <a:ext cx="8633257" cy="3775710"/>
          </a:xfrm>
          <a:prstGeom prst="rect">
            <a:avLst/>
          </a:prstGeom>
        </p:spPr>
        <p:txBody>
          <a:bodyPr vert="horz" wrap="square" lIns="0" tIns="88900" rIns="0" bIns="0" rtlCol="0" anchor="t">
            <a:spAutoFit/>
          </a:bodyPr>
          <a:lstStyle/>
          <a:p>
            <a:pPr marL="335280" indent="-322580">
              <a:lnSpc>
                <a:spcPct val="100000"/>
              </a:lnSpc>
              <a:spcBef>
                <a:spcPts val="700"/>
              </a:spcBef>
              <a:buSzPct val="43750"/>
              <a:buFont typeface="Wingdings"/>
              <a:buChar char=""/>
              <a:tabLst>
                <a:tab pos="335280" algn="l"/>
              </a:tabLst>
            </a:pPr>
            <a:r>
              <a:rPr sz="2400">
                <a:latin typeface="Bookman Old Style"/>
                <a:cs typeface="Arial MT"/>
              </a:rPr>
              <a:t>A</a:t>
            </a:r>
            <a:r>
              <a:rPr sz="2400" spc="-170">
                <a:latin typeface="Bookman Old Style"/>
                <a:cs typeface="Arial MT"/>
              </a:rPr>
              <a:t> </a:t>
            </a:r>
            <a:r>
              <a:rPr sz="2400">
                <a:latin typeface="Bookman Old Style"/>
                <a:cs typeface="Arial MT"/>
              </a:rPr>
              <a:t>fizikai</a:t>
            </a:r>
            <a:r>
              <a:rPr sz="2400" spc="-110">
                <a:latin typeface="Bookman Old Style"/>
                <a:cs typeface="Arial MT"/>
              </a:rPr>
              <a:t> </a:t>
            </a:r>
            <a:r>
              <a:rPr sz="2400">
                <a:latin typeface="Bookman Old Style"/>
                <a:cs typeface="Arial MT"/>
              </a:rPr>
              <a:t>topológia:</a:t>
            </a:r>
            <a:r>
              <a:rPr sz="2400" spc="-65">
                <a:latin typeface="Bookman Old Style"/>
                <a:cs typeface="Arial MT"/>
              </a:rPr>
              <a:t> </a:t>
            </a:r>
            <a:r>
              <a:rPr sz="2400" b="1" spc="-10">
                <a:latin typeface="Bookman Old Style"/>
                <a:cs typeface="Arial MT"/>
              </a:rPr>
              <a:t>Fizikai_topo.pdf</a:t>
            </a:r>
            <a:endParaRPr lang="en-US" sz="2400" b="1">
              <a:latin typeface="Bookman Old Style"/>
              <a:cs typeface="Arial MT"/>
            </a:endParaRPr>
          </a:p>
          <a:p>
            <a:pPr marL="335280" marR="5080" indent="-323215">
              <a:lnSpc>
                <a:spcPct val="100000"/>
              </a:lnSpc>
              <a:spcBef>
                <a:spcPts val="600"/>
              </a:spcBef>
              <a:buSzPct val="43750"/>
              <a:buFont typeface="Wingdings"/>
              <a:buChar char=""/>
              <a:tabLst>
                <a:tab pos="335280" algn="l"/>
              </a:tabLst>
            </a:pPr>
            <a:r>
              <a:rPr sz="2400">
                <a:latin typeface="Bookman Old Style"/>
                <a:cs typeface="Arial MT"/>
              </a:rPr>
              <a:t>A</a:t>
            </a:r>
            <a:r>
              <a:rPr sz="2400" spc="-170">
                <a:latin typeface="Bookman Old Style"/>
                <a:cs typeface="Arial MT"/>
              </a:rPr>
              <a:t> </a:t>
            </a:r>
            <a:r>
              <a:rPr sz="2400">
                <a:latin typeface="Bookman Old Style"/>
                <a:cs typeface="Arial MT"/>
              </a:rPr>
              <a:t>logikai</a:t>
            </a:r>
            <a:r>
              <a:rPr sz="2400" spc="-85">
                <a:latin typeface="Bookman Old Style"/>
                <a:cs typeface="Arial MT"/>
              </a:rPr>
              <a:t> </a:t>
            </a:r>
            <a:r>
              <a:rPr sz="2400">
                <a:latin typeface="Bookman Old Style"/>
                <a:cs typeface="Arial MT"/>
              </a:rPr>
              <a:t>topológia:</a:t>
            </a:r>
            <a:r>
              <a:rPr sz="2400" spc="-65">
                <a:latin typeface="Bookman Old Style"/>
                <a:cs typeface="Arial MT"/>
              </a:rPr>
              <a:t> </a:t>
            </a:r>
            <a:r>
              <a:rPr sz="2400" b="1">
                <a:latin typeface="Bookman Old Style"/>
                <a:cs typeface="Arial MT"/>
              </a:rPr>
              <a:t>Logikai_topo.xlsx</a:t>
            </a:r>
            <a:r>
              <a:rPr sz="2400" spc="-50">
                <a:latin typeface="Bookman Old Style"/>
                <a:cs typeface="Arial MT"/>
              </a:rPr>
              <a:t> </a:t>
            </a:r>
            <a:r>
              <a:rPr sz="2400">
                <a:latin typeface="Bookman Old Style"/>
                <a:cs typeface="Arial MT"/>
              </a:rPr>
              <a:t>(VLSM,</a:t>
            </a:r>
            <a:r>
              <a:rPr sz="2400" spc="-90">
                <a:latin typeface="Bookman Old Style"/>
                <a:cs typeface="Arial MT"/>
              </a:rPr>
              <a:t> </a:t>
            </a:r>
            <a:r>
              <a:rPr sz="2400" spc="-25">
                <a:latin typeface="Bookman Old Style"/>
                <a:cs typeface="Arial MT"/>
              </a:rPr>
              <a:t>VLAN-</a:t>
            </a:r>
            <a:r>
              <a:rPr sz="2400">
                <a:latin typeface="Bookman Old Style"/>
                <a:cs typeface="Arial MT"/>
              </a:rPr>
              <a:t>ok,</a:t>
            </a:r>
            <a:r>
              <a:rPr sz="2400" spc="-75">
                <a:latin typeface="Bookman Old Style"/>
                <a:cs typeface="Arial MT"/>
              </a:rPr>
              <a:t> </a:t>
            </a:r>
            <a:r>
              <a:rPr sz="2400" spc="-20">
                <a:latin typeface="Bookman Old Style"/>
                <a:cs typeface="Arial MT"/>
              </a:rPr>
              <a:t>VTP, </a:t>
            </a:r>
            <a:r>
              <a:rPr sz="2400" spc="-10">
                <a:latin typeface="Bookman Old Style"/>
                <a:cs typeface="Arial MT"/>
              </a:rPr>
              <a:t>Portkiosztás)</a:t>
            </a:r>
            <a:endParaRPr sz="2400">
              <a:latin typeface="Bookman Old Style"/>
              <a:cs typeface="Arial MT"/>
            </a:endParaRPr>
          </a:p>
          <a:p>
            <a:pPr marL="335280" marR="313055" indent="-323215">
              <a:lnSpc>
                <a:spcPct val="100000"/>
              </a:lnSpc>
              <a:spcBef>
                <a:spcPts val="600"/>
              </a:spcBef>
              <a:buSzPct val="43750"/>
              <a:buFont typeface="Wingdings"/>
              <a:buChar char=""/>
              <a:tabLst>
                <a:tab pos="335280" algn="l"/>
              </a:tabLst>
            </a:pPr>
            <a:r>
              <a:rPr sz="2400">
                <a:latin typeface="Bookman Old Style"/>
                <a:cs typeface="Arial MT"/>
              </a:rPr>
              <a:t>Az</a:t>
            </a:r>
            <a:r>
              <a:rPr sz="2400" spc="-80">
                <a:latin typeface="Bookman Old Style"/>
                <a:cs typeface="Arial MT"/>
              </a:rPr>
              <a:t> </a:t>
            </a:r>
            <a:r>
              <a:rPr sz="2400">
                <a:latin typeface="Bookman Old Style"/>
                <a:cs typeface="Arial MT"/>
              </a:rPr>
              <a:t>eszközök</a:t>
            </a:r>
            <a:r>
              <a:rPr sz="2400" spc="-75">
                <a:latin typeface="Bookman Old Style"/>
                <a:cs typeface="Arial MT"/>
              </a:rPr>
              <a:t> </a:t>
            </a:r>
            <a:r>
              <a:rPr sz="2400" spc="-10">
                <a:latin typeface="Bookman Old Style"/>
                <a:cs typeface="Arial MT"/>
              </a:rPr>
              <a:t>konfigurációs</a:t>
            </a:r>
            <a:r>
              <a:rPr sz="2400" spc="-55">
                <a:latin typeface="Bookman Old Style"/>
                <a:cs typeface="Arial MT"/>
              </a:rPr>
              <a:t> </a:t>
            </a:r>
            <a:r>
              <a:rPr sz="2400">
                <a:latin typeface="Bookman Old Style"/>
                <a:cs typeface="Arial MT"/>
              </a:rPr>
              <a:t>fájljai</a:t>
            </a:r>
            <a:r>
              <a:rPr sz="2400" spc="-65">
                <a:latin typeface="Bookman Old Style"/>
                <a:cs typeface="Arial MT"/>
              </a:rPr>
              <a:t> </a:t>
            </a:r>
            <a:r>
              <a:rPr sz="2400">
                <a:latin typeface="Bookman Old Style"/>
                <a:cs typeface="Arial MT"/>
              </a:rPr>
              <a:t>FTP</a:t>
            </a:r>
            <a:r>
              <a:rPr sz="2400" spc="-120">
                <a:latin typeface="Bookman Old Style"/>
                <a:cs typeface="Arial MT"/>
              </a:rPr>
              <a:t> </a:t>
            </a:r>
            <a:r>
              <a:rPr sz="2400">
                <a:latin typeface="Bookman Old Style"/>
                <a:cs typeface="Arial MT"/>
              </a:rPr>
              <a:t>szerverre</a:t>
            </a:r>
            <a:r>
              <a:rPr sz="2400" spc="-85">
                <a:latin typeface="Bookman Old Style"/>
                <a:cs typeface="Arial MT"/>
              </a:rPr>
              <a:t> </a:t>
            </a:r>
            <a:r>
              <a:rPr sz="2400">
                <a:latin typeface="Bookman Old Style"/>
                <a:cs typeface="Arial MT"/>
              </a:rPr>
              <a:t>mentve</a:t>
            </a:r>
            <a:r>
              <a:rPr sz="2400" spc="-65">
                <a:latin typeface="Bookman Old Style"/>
                <a:cs typeface="Arial MT"/>
              </a:rPr>
              <a:t> </a:t>
            </a:r>
            <a:r>
              <a:rPr sz="2400" spc="-25">
                <a:latin typeface="Bookman Old Style"/>
                <a:cs typeface="Arial MT"/>
              </a:rPr>
              <a:t>és </a:t>
            </a:r>
            <a:r>
              <a:rPr sz="2400">
                <a:latin typeface="Bookman Old Style"/>
                <a:cs typeface="Arial MT"/>
              </a:rPr>
              <a:t>onnan</a:t>
            </a:r>
            <a:r>
              <a:rPr sz="2400" spc="-90">
                <a:latin typeface="Bookman Old Style"/>
                <a:cs typeface="Arial MT"/>
              </a:rPr>
              <a:t> </a:t>
            </a:r>
            <a:r>
              <a:rPr sz="2400" spc="-10">
                <a:latin typeface="Bookman Old Style"/>
                <a:cs typeface="Arial MT"/>
              </a:rPr>
              <a:t>letöltve.</a:t>
            </a:r>
            <a:endParaRPr sz="2400">
              <a:latin typeface="Bookman Old Style"/>
              <a:cs typeface="Arial MT"/>
            </a:endParaRPr>
          </a:p>
          <a:p>
            <a:pPr marL="335280" indent="-322580">
              <a:lnSpc>
                <a:spcPct val="100000"/>
              </a:lnSpc>
              <a:spcBef>
                <a:spcPts val="605"/>
              </a:spcBef>
              <a:buSzPct val="43750"/>
              <a:buFont typeface="Wingdings"/>
              <a:buChar char=""/>
              <a:tabLst>
                <a:tab pos="335280" algn="l"/>
              </a:tabLst>
            </a:pPr>
            <a:r>
              <a:rPr sz="2400">
                <a:latin typeface="Bookman Old Style"/>
                <a:cs typeface="Arial MT"/>
              </a:rPr>
              <a:t>A</a:t>
            </a:r>
            <a:r>
              <a:rPr sz="2400" spc="-170">
                <a:latin typeface="Bookman Old Style"/>
                <a:cs typeface="Arial MT"/>
              </a:rPr>
              <a:t> </a:t>
            </a:r>
            <a:r>
              <a:rPr sz="2400">
                <a:latin typeface="Bookman Old Style"/>
                <a:cs typeface="Arial MT"/>
              </a:rPr>
              <a:t>hálózat</a:t>
            </a:r>
            <a:r>
              <a:rPr sz="2400" spc="-55">
                <a:latin typeface="Bookman Old Style"/>
                <a:cs typeface="Arial MT"/>
              </a:rPr>
              <a:t> </a:t>
            </a:r>
            <a:r>
              <a:rPr sz="2400" spc="-10">
                <a:latin typeface="Bookman Old Style"/>
                <a:cs typeface="Arial MT"/>
              </a:rPr>
              <a:t>prezentációja:</a:t>
            </a:r>
            <a:r>
              <a:rPr sz="2400" spc="-50">
                <a:latin typeface="Bookman Old Style"/>
                <a:cs typeface="Arial MT"/>
              </a:rPr>
              <a:t> </a:t>
            </a:r>
            <a:r>
              <a:rPr sz="2400" b="1" spc="-10">
                <a:latin typeface="Bookman Old Style"/>
                <a:cs typeface="Arial MT"/>
              </a:rPr>
              <a:t>Bemutato.pdf</a:t>
            </a:r>
            <a:r>
              <a:rPr lang="hu-HU" sz="2400" b="1" spc="-10">
                <a:latin typeface="Bookman Old Style"/>
                <a:cs typeface="Arial MT"/>
              </a:rPr>
              <a:t>, Bemutato.pptx</a:t>
            </a:r>
            <a:endParaRPr sz="2400" b="1">
              <a:latin typeface="Bookman Old Style"/>
              <a:cs typeface="Arial MT"/>
            </a:endParaRPr>
          </a:p>
          <a:p>
            <a:pPr marL="335280" marR="526415" indent="-323215">
              <a:lnSpc>
                <a:spcPct val="100000"/>
              </a:lnSpc>
              <a:spcBef>
                <a:spcPts val="600"/>
              </a:spcBef>
              <a:buSzPct val="43750"/>
              <a:buFont typeface="Wingdings"/>
              <a:buChar char=""/>
              <a:tabLst>
                <a:tab pos="335280" algn="l"/>
              </a:tabLst>
            </a:pPr>
            <a:r>
              <a:rPr sz="2400" spc="-10">
                <a:latin typeface="Bookman Old Style"/>
                <a:cs typeface="Arial MT"/>
              </a:rPr>
              <a:t>Szervereken</a:t>
            </a:r>
            <a:r>
              <a:rPr sz="2400" spc="-55">
                <a:latin typeface="Bookman Old Style"/>
                <a:cs typeface="Arial MT"/>
              </a:rPr>
              <a:t> </a:t>
            </a:r>
            <a:r>
              <a:rPr sz="2400">
                <a:latin typeface="Bookman Old Style"/>
                <a:cs typeface="Arial MT"/>
              </a:rPr>
              <a:t>futó</a:t>
            </a:r>
            <a:r>
              <a:rPr sz="2400" spc="-70">
                <a:latin typeface="Bookman Old Style"/>
                <a:cs typeface="Arial MT"/>
              </a:rPr>
              <a:t> </a:t>
            </a:r>
            <a:r>
              <a:rPr sz="2400" spc="-10">
                <a:latin typeface="Bookman Old Style"/>
                <a:cs typeface="Arial MT"/>
              </a:rPr>
              <a:t>alkalmazások</a:t>
            </a:r>
            <a:r>
              <a:rPr sz="2400" spc="-25">
                <a:latin typeface="Bookman Old Style"/>
                <a:cs typeface="Arial MT"/>
              </a:rPr>
              <a:t> </a:t>
            </a:r>
            <a:r>
              <a:rPr sz="2400" spc="-10">
                <a:latin typeface="Bookman Old Style"/>
                <a:cs typeface="Arial MT"/>
              </a:rPr>
              <a:t>konfigurációs</a:t>
            </a:r>
            <a:r>
              <a:rPr sz="2400" spc="-45">
                <a:latin typeface="Bookman Old Style"/>
                <a:cs typeface="Arial MT"/>
              </a:rPr>
              <a:t> </a:t>
            </a:r>
            <a:r>
              <a:rPr sz="2400" spc="-10">
                <a:latin typeface="Bookman Old Style"/>
                <a:cs typeface="Arial MT"/>
              </a:rPr>
              <a:t>állományai elmentve.</a:t>
            </a:r>
            <a:endParaRPr sz="2400">
              <a:latin typeface="Bookman Old Style"/>
              <a:cs typeface="Arial MT"/>
            </a:endParaRPr>
          </a:p>
          <a:p>
            <a:pPr marL="335280" indent="-322580">
              <a:lnSpc>
                <a:spcPct val="100000"/>
              </a:lnSpc>
              <a:spcBef>
                <a:spcPts val="600"/>
              </a:spcBef>
              <a:buSzPct val="43750"/>
              <a:buFont typeface="Wingdings"/>
              <a:buChar char=""/>
              <a:tabLst>
                <a:tab pos="335280" algn="l"/>
              </a:tabLst>
            </a:pPr>
            <a:r>
              <a:rPr sz="2400">
                <a:latin typeface="Bookman Old Style"/>
                <a:cs typeface="Arial MT"/>
              </a:rPr>
              <a:t>A</a:t>
            </a:r>
            <a:r>
              <a:rPr sz="2400" spc="-170">
                <a:latin typeface="Bookman Old Style"/>
                <a:cs typeface="Arial MT"/>
              </a:rPr>
              <a:t> </a:t>
            </a:r>
            <a:r>
              <a:rPr sz="2400">
                <a:latin typeface="Bookman Old Style"/>
                <a:cs typeface="Arial MT"/>
              </a:rPr>
              <a:t>tesztelés</a:t>
            </a:r>
            <a:r>
              <a:rPr sz="2400" spc="-130">
                <a:latin typeface="Bookman Old Style"/>
                <a:cs typeface="Arial MT"/>
              </a:rPr>
              <a:t> </a:t>
            </a:r>
            <a:r>
              <a:rPr sz="2400">
                <a:latin typeface="Bookman Old Style"/>
                <a:cs typeface="Arial MT"/>
              </a:rPr>
              <a:t>során</a:t>
            </a:r>
            <a:r>
              <a:rPr sz="2400" spc="-85">
                <a:latin typeface="Bookman Old Style"/>
                <a:cs typeface="Arial MT"/>
              </a:rPr>
              <a:t> </a:t>
            </a:r>
            <a:r>
              <a:rPr sz="2400">
                <a:latin typeface="Bookman Old Style"/>
                <a:cs typeface="Arial MT"/>
              </a:rPr>
              <a:t>készült</a:t>
            </a:r>
            <a:r>
              <a:rPr sz="2400" spc="-80">
                <a:latin typeface="Bookman Old Style"/>
                <a:cs typeface="Arial MT"/>
              </a:rPr>
              <a:t> </a:t>
            </a:r>
            <a:r>
              <a:rPr sz="2400">
                <a:latin typeface="Bookman Old Style"/>
                <a:cs typeface="Arial MT"/>
              </a:rPr>
              <a:t>video:</a:t>
            </a:r>
            <a:r>
              <a:rPr sz="2400" spc="-114">
                <a:latin typeface="Bookman Old Style"/>
                <a:cs typeface="Arial MT"/>
              </a:rPr>
              <a:t> </a:t>
            </a:r>
            <a:r>
              <a:rPr sz="2400" b="1" spc="-10" err="1">
                <a:latin typeface="Bookman Old Style"/>
                <a:cs typeface="Arial MT"/>
              </a:rPr>
              <a:t>Teszt</a:t>
            </a:r>
            <a:r>
              <a:rPr sz="2400" b="1" spc="-10">
                <a:latin typeface="Bookman Old Style"/>
                <a:cs typeface="Arial MT"/>
              </a:rPr>
              <a:t>.</a:t>
            </a:r>
            <a:r>
              <a:rPr lang="hu-HU" sz="2400" b="1" spc="-10">
                <a:latin typeface="Bookman Old Style"/>
                <a:cs typeface="Arial MT"/>
              </a:rPr>
              <a:t>mp4</a:t>
            </a:r>
            <a:endParaRPr sz="2400" b="1">
              <a:latin typeface="Bookman Old Style" panose="02050604050505020204" pitchFamily="18" charset="0"/>
              <a:cs typeface="Arial MT"/>
            </a:endParaRPr>
          </a:p>
        </p:txBody>
      </p:sp>
    </p:spTree>
  </p:cSld>
  <p:clrMapOvr>
    <a:masterClrMapping/>
  </p:clrMapOvr>
  <p:transition spd="med">
    <p:pull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500" y="476250"/>
            <a:ext cx="782764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dirty="0">
                <a:solidFill>
                  <a:schemeClr val="tx1"/>
                </a:solidFill>
                <a:latin typeface="Bookman Old Style"/>
              </a:rPr>
              <a:t>A</a:t>
            </a:r>
            <a:r>
              <a:rPr sz="3600" spc="-250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sz="3600" dirty="0" err="1">
                <a:solidFill>
                  <a:schemeClr val="tx1"/>
                </a:solidFill>
                <a:latin typeface="Bookman Old Style"/>
              </a:rPr>
              <a:t>projekt</a:t>
            </a:r>
            <a:r>
              <a:rPr sz="3600" spc="-10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sz="3600" dirty="0" err="1">
                <a:solidFill>
                  <a:schemeClr val="tx1"/>
                </a:solidFill>
                <a:latin typeface="Bookman Old Style"/>
              </a:rPr>
              <a:t>részeinek</a:t>
            </a:r>
            <a:r>
              <a:rPr sz="3600" spc="-35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sz="3600" spc="-10" dirty="0" err="1">
                <a:solidFill>
                  <a:schemeClr val="tx1"/>
                </a:solidFill>
                <a:latin typeface="Bookman Old Style"/>
              </a:rPr>
              <a:t>bemutatása</a:t>
            </a:r>
            <a:endParaRPr lang="hu-HU" sz="3600" spc="-10" dirty="0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4" name="Élőláb helye 1">
            <a:extLst>
              <a:ext uri="{FF2B5EF4-FFF2-40B4-BE49-F238E27FC236}">
                <a16:creationId xmlns:a16="http://schemas.microsoft.com/office/drawing/2014/main" id="{8FC41D11-01FC-45BD-87BA-F1660D529180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>
                <a:latin typeface="Bookman Old Style"/>
              </a:rPr>
              <a:t>2025-2026</a:t>
            </a:r>
            <a:endParaRPr lang="hu-HU" sz="1600" spc="-20">
              <a:latin typeface="Bookman Old Style" panose="02050604050505020204" pitchFamily="18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A280B49-E904-431F-97C3-BB5EDB82A7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106" y="1428392"/>
            <a:ext cx="5340539" cy="3772258"/>
          </a:xfrm>
          <a:prstGeom prst="rect">
            <a:avLst/>
          </a:prstGeom>
        </p:spPr>
      </p:pic>
    </p:spTree>
  </p:cSld>
  <p:clrMapOvr>
    <a:masterClrMapping/>
  </p:clrMapOvr>
  <p:transition spd="med">
    <p:pull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18A30-2448-7C7A-2FEE-54400B7F9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E8E0DE9-770D-E979-8550-92DC42F51A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7501" y="476250"/>
            <a:ext cx="403860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600" u="sng">
                <a:solidFill>
                  <a:schemeClr val="tx1"/>
                </a:solidFill>
                <a:latin typeface="Bookman Old Style"/>
              </a:rPr>
              <a:t>IP cím kiosztások</a:t>
            </a:r>
            <a:endParaRPr lang="en-US" sz="3600" u="sng" spc="-10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4" name="Élőláb helye 1">
            <a:extLst>
              <a:ext uri="{FF2B5EF4-FFF2-40B4-BE49-F238E27FC236}">
                <a16:creationId xmlns:a16="http://schemas.microsoft.com/office/drawing/2014/main" id="{11E3E8EA-AC11-E9E1-BA70-544DCFED77BD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>
                <a:latin typeface="Bookman Old Style"/>
              </a:rPr>
              <a:t>2025-2026</a:t>
            </a:r>
            <a:endParaRPr lang="hu-HU" sz="1600" spc="-20">
              <a:latin typeface="Bookman Old Style" panose="02050604050505020204" pitchFamily="18" charset="0"/>
            </a:endParaRPr>
          </a:p>
        </p:txBody>
      </p:sp>
      <p:graphicFrame>
        <p:nvGraphicFramePr>
          <p:cNvPr id="7" name="Táblázat 6">
            <a:extLst>
              <a:ext uri="{FF2B5EF4-FFF2-40B4-BE49-F238E27FC236}">
                <a16:creationId xmlns:a16="http://schemas.microsoft.com/office/drawing/2014/main" id="{AE8C80B8-E403-A574-F16E-0942A5229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154987"/>
              </p:ext>
            </p:extLst>
          </p:nvPr>
        </p:nvGraphicFramePr>
        <p:xfrm>
          <a:off x="1698325" y="1591653"/>
          <a:ext cx="6185877" cy="340156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87918">
                  <a:extLst>
                    <a:ext uri="{9D8B030D-6E8A-4147-A177-3AD203B41FA5}">
                      <a16:colId xmlns:a16="http://schemas.microsoft.com/office/drawing/2014/main" val="938294210"/>
                    </a:ext>
                  </a:extLst>
                </a:gridCol>
                <a:gridCol w="825749">
                  <a:extLst>
                    <a:ext uri="{9D8B030D-6E8A-4147-A177-3AD203B41FA5}">
                      <a16:colId xmlns:a16="http://schemas.microsoft.com/office/drawing/2014/main" val="1109506553"/>
                    </a:ext>
                  </a:extLst>
                </a:gridCol>
                <a:gridCol w="1216894">
                  <a:extLst>
                    <a:ext uri="{9D8B030D-6E8A-4147-A177-3AD203B41FA5}">
                      <a16:colId xmlns:a16="http://schemas.microsoft.com/office/drawing/2014/main" val="3041587902"/>
                    </a:ext>
                  </a:extLst>
                </a:gridCol>
                <a:gridCol w="1216894">
                  <a:extLst>
                    <a:ext uri="{9D8B030D-6E8A-4147-A177-3AD203B41FA5}">
                      <a16:colId xmlns:a16="http://schemas.microsoft.com/office/drawing/2014/main" val="3342813981"/>
                    </a:ext>
                  </a:extLst>
                </a:gridCol>
                <a:gridCol w="1738422">
                  <a:extLst>
                    <a:ext uri="{9D8B030D-6E8A-4147-A177-3AD203B41FA5}">
                      <a16:colId xmlns:a16="http://schemas.microsoft.com/office/drawing/2014/main" val="29405364"/>
                    </a:ext>
                  </a:extLst>
                </a:gridCol>
              </a:tblGrid>
              <a:tr h="504062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Iroda_R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g0/0/0.10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 dirty="0">
                          <a:effectLst/>
                          <a:latin typeface="Calibri" panose="020F0502020204030204" pitchFamily="34" charset="0"/>
                        </a:rPr>
                        <a:t>192.168.1.1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255.255.255.0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2001:db8:abcd:10::1/64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144439"/>
                  </a:ext>
                </a:extLst>
              </a:tr>
              <a:tr h="203318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g0/0/0.20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192.168.2.1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255.255.255.0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2001:db8:abcd:20::1/64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897009"/>
                  </a:ext>
                </a:extLst>
              </a:tr>
              <a:tr h="203318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g0/0/0.30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192.168.3.1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255.255.255.0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2001:db8:abcd:30::1/64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300327"/>
                  </a:ext>
                </a:extLst>
              </a:tr>
              <a:tr h="203318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g0/0/0.99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192.168.99.1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255.255.255.0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2001:db8:abcd:99::1/64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946772"/>
                  </a:ext>
                </a:extLst>
              </a:tr>
              <a:tr h="203318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g0/0/0.100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192.168.100.1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255.255.255.0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2001:db8:abcd:100::1/64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992626"/>
                  </a:ext>
                </a:extLst>
              </a:tr>
              <a:tr h="203318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tunnel0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10.10.10.2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255.255.255.252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061651"/>
                  </a:ext>
                </a:extLst>
              </a:tr>
              <a:tr h="203318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Szerverpark_R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g0/0/0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209.165.200.225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255.255.255.0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715010"/>
                  </a:ext>
                </a:extLst>
              </a:tr>
              <a:tr h="203318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g0/0/1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192.168.0.226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255.255.255.224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2001:db8:abcd:7::2/64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895978"/>
                  </a:ext>
                </a:extLst>
              </a:tr>
              <a:tr h="203318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s0/1/0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192.168.0.162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255.255.255.224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2001:db8:abcd:5::2/64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734034"/>
                  </a:ext>
                </a:extLst>
              </a:tr>
              <a:tr h="203318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s0/1/1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192.168.0.194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255.255.255.224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2001:db8:abcd:6::2/64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967950"/>
                  </a:ext>
                </a:extLst>
              </a:tr>
              <a:tr h="203318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ISP_R1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g0/0/0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192.168.0.34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255.255.255.224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2001:db8:abcd:1::2/64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366633"/>
                  </a:ext>
                </a:extLst>
              </a:tr>
              <a:tr h="203318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g0/0/1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192.168.0.97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255.255.255.224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2001:db8:abcd:3::2/64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180401"/>
                  </a:ext>
                </a:extLst>
              </a:tr>
              <a:tr h="203318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s0/1/0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192.168.0.129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255.255.255.224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2001:db8:abcd:4::1/64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93580"/>
                  </a:ext>
                </a:extLst>
              </a:tr>
              <a:tr h="203318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s0/1/1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192.168.0.161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255.255.255.224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 dirty="0">
                          <a:effectLst/>
                          <a:latin typeface="Calibri" panose="020F0502020204030204" pitchFamily="34" charset="0"/>
                        </a:rPr>
                        <a:t>2001:db8:abcd:5::1/64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445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8327182"/>
      </p:ext>
    </p:extLst>
  </p:cSld>
  <p:clrMapOvr>
    <a:masterClrMapping/>
  </p:clrMapOvr>
  <p:transition spd="med">
    <p:pull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BE28D-42F4-778A-2DAA-3D115D4C8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7F001A0-F870-1B09-9030-43E7535C42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7501" y="476250"/>
            <a:ext cx="403860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600" u="sng">
                <a:solidFill>
                  <a:schemeClr val="tx1"/>
                </a:solidFill>
                <a:latin typeface="Bookman Old Style"/>
              </a:rPr>
              <a:t>IP cím kiosztások</a:t>
            </a:r>
            <a:endParaRPr lang="en-US" sz="3600" u="sng" spc="-10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4" name="Élőláb helye 1">
            <a:extLst>
              <a:ext uri="{FF2B5EF4-FFF2-40B4-BE49-F238E27FC236}">
                <a16:creationId xmlns:a16="http://schemas.microsoft.com/office/drawing/2014/main" id="{22A80780-33E0-59E8-A223-E0767835878E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>
                <a:latin typeface="Bookman Old Style"/>
              </a:rPr>
              <a:t>2025-2026</a:t>
            </a:r>
            <a:endParaRPr lang="hu-HU" sz="1600" spc="-20">
              <a:latin typeface="Bookman Old Style" panose="02050604050505020204" pitchFamily="18" charset="0"/>
            </a:endParaRPr>
          </a:p>
        </p:txBody>
      </p:sp>
      <p:graphicFrame>
        <p:nvGraphicFramePr>
          <p:cNvPr id="5" name="Táblázat 4">
            <a:extLst>
              <a:ext uri="{FF2B5EF4-FFF2-40B4-BE49-F238E27FC236}">
                <a16:creationId xmlns:a16="http://schemas.microsoft.com/office/drawing/2014/main" id="{0E95DDAE-65CF-FA55-97AF-0076DA5F37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597070"/>
              </p:ext>
            </p:extLst>
          </p:nvPr>
        </p:nvGraphicFramePr>
        <p:xfrm>
          <a:off x="2148487" y="1325140"/>
          <a:ext cx="5422900" cy="401193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41400">
                  <a:extLst>
                    <a:ext uri="{9D8B030D-6E8A-4147-A177-3AD203B41FA5}">
                      <a16:colId xmlns:a16="http://schemas.microsoft.com/office/drawing/2014/main" val="231738001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56140131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822990559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19399361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357490067"/>
                    </a:ext>
                  </a:extLst>
                </a:gridCol>
              </a:tblGrid>
              <a:tr h="190500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ISP_R2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g0/0/0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192.168.0.66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255.255.255.224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2001:db8:abcd:2::1/64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04620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g0/0/1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192.168.0.225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255.255.255.224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2001:db8:abcd:7::1/64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212752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s0/1/0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192.168.0.130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255.255.255.224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2001:db8:abcd:4::2/64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858989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s0/1/1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192.168.0.193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255.255.255.224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2001:db8:abcd:6::1/64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169103"/>
                  </a:ext>
                </a:extLst>
              </a:tr>
              <a:tr h="1905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Telep_R1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g0/0/0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192.168.0.33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255.255.255.224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2001:db8:abcd:1::1/64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390588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g0/0/1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172.16.0.1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255.255.0.0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2001:db8:abcd::1/64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865505"/>
                  </a:ext>
                </a:extLst>
              </a:tr>
              <a:tr h="19050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Telep_R2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g0/0/0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192.168.0.65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255.255.255.224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2001:db8:abcd:4::2/64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02860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g0/0/1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172.16.0.2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255.255.0.0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2001:db8:abcd::2/64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834458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tunnel0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10.10.10.1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255.255.255.252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5781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Telep_PC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fa0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172.16.0.6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255.255.0.0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2001:db8:abcd::6/64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7743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Otthoni_PC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fa0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DHCP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1056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Otthoni_Laptop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fa0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DHCP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3485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Irodai_PC1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fa0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 rowSpan="4"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DHCP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4376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Irodai_PC2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fa0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8065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Irodai_PC3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fa0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40904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Irodai_PC4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fa0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5480924"/>
                  </a:ext>
                </a:extLst>
              </a:tr>
              <a:tr h="1905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HomeWifi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LAN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192.168.10.1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255.255.255.0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669682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Internet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192.168.0.98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255.255.255.224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hu-HU" sz="1100"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935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8746567"/>
      </p:ext>
    </p:extLst>
  </p:cSld>
  <p:clrMapOvr>
    <a:masterClrMapping/>
  </p:clrMapOvr>
  <p:transition spd="med">
    <p:pull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85850"/>
            <a:ext cx="9072880" cy="2225609"/>
          </a:xfrm>
          <a:prstGeom prst="rect">
            <a:avLst/>
          </a:prstGeom>
          <a:solidFill>
            <a:srgbClr val="C62339"/>
          </a:solidFill>
        </p:spPr>
        <p:txBody>
          <a:bodyPr vert="horz" wrap="square" lIns="0" tIns="375285" rIns="0" bIns="0" rtlCol="0" anchor="ctr">
            <a:spAutoFit/>
          </a:bodyPr>
          <a:lstStyle/>
          <a:p>
            <a:pPr marL="72390" algn="ctr">
              <a:lnSpc>
                <a:spcPct val="100000"/>
              </a:lnSpc>
            </a:pPr>
            <a:br>
              <a:rPr lang="hu-HU" sz="6000">
                <a:solidFill>
                  <a:srgbClr val="FFFFFF"/>
                </a:solidFill>
                <a:latin typeface="Bookman Old Style" panose="02050604050505020204" pitchFamily="18" charset="0"/>
              </a:rPr>
            </a:br>
            <a:r>
              <a:rPr lang="hu-HU" sz="6000">
                <a:solidFill>
                  <a:srgbClr val="FFFFFF"/>
                </a:solidFill>
                <a:latin typeface="Bookman Old Style" panose="02050604050505020204" pitchFamily="18" charset="0"/>
              </a:rPr>
              <a:t>Az Iroda</a:t>
            </a:r>
            <a:endParaRPr sz="6000" spc="-10">
              <a:solidFill>
                <a:srgbClr val="FFFFFF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Élőláb helye 1">
            <a:extLst>
              <a:ext uri="{FF2B5EF4-FFF2-40B4-BE49-F238E27FC236}">
                <a16:creationId xmlns:a16="http://schemas.microsoft.com/office/drawing/2014/main" id="{87C25175-D13B-4B68-9ACD-81F15BC1C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436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>
                <a:solidFill>
                  <a:schemeClr val="tx1"/>
                </a:solidFill>
                <a:latin typeface="Bookman Old Style"/>
              </a:rPr>
              <a:t>2025-2026</a:t>
            </a:r>
            <a:endParaRPr lang="hu-HU" sz="1600" spc="-2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ransition spd="med">
    <p:pull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500" y="704850"/>
            <a:ext cx="881062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600" u="sng">
                <a:solidFill>
                  <a:schemeClr val="tx1"/>
                </a:solidFill>
                <a:latin typeface="Bookman Old Style"/>
              </a:rPr>
              <a:t>Iroda</a:t>
            </a:r>
            <a:endParaRPr lang="en-US" sz="3600" u="sng" spc="-10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5" name="Élőláb helye 1">
            <a:extLst>
              <a:ext uri="{FF2B5EF4-FFF2-40B4-BE49-F238E27FC236}">
                <a16:creationId xmlns:a16="http://schemas.microsoft.com/office/drawing/2014/main" id="{091DECE5-D9FC-4B29-B788-9C174439F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589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>
                <a:solidFill>
                  <a:schemeClr val="tx1"/>
                </a:solidFill>
                <a:latin typeface="Bookman Old Style"/>
              </a:rPr>
              <a:t>2025-2026</a:t>
            </a:r>
            <a:endParaRPr lang="hu-HU" sz="1600" spc="-2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1300" y="1357085"/>
            <a:ext cx="3521075" cy="3366947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335280" indent="-322580">
              <a:lnSpc>
                <a:spcPct val="100000"/>
              </a:lnSpc>
              <a:spcBef>
                <a:spcPts val="95"/>
              </a:spcBef>
              <a:buSzPct val="44736"/>
              <a:buFont typeface="Wingdings"/>
              <a:buChar char=""/>
              <a:tabLst>
                <a:tab pos="335280" algn="l"/>
              </a:tabLst>
            </a:pPr>
            <a:r>
              <a:rPr sz="1900" dirty="0" err="1">
                <a:latin typeface="Bookman Old Style"/>
                <a:cs typeface="Arial MT"/>
              </a:rPr>
              <a:t>Alkalmazott</a:t>
            </a:r>
            <a:r>
              <a:rPr sz="1900" spc="-75" dirty="0">
                <a:latin typeface="Bookman Old Style"/>
                <a:cs typeface="Arial MT"/>
              </a:rPr>
              <a:t> </a:t>
            </a:r>
            <a:r>
              <a:rPr sz="1900" spc="-10" dirty="0" err="1">
                <a:latin typeface="Bookman Old Style"/>
                <a:cs typeface="Arial MT"/>
              </a:rPr>
              <a:t>technológiák</a:t>
            </a:r>
            <a:r>
              <a:rPr sz="1900" spc="-10" dirty="0">
                <a:latin typeface="Bookman Old Style"/>
                <a:cs typeface="Arial MT"/>
              </a:rPr>
              <a:t>:</a:t>
            </a:r>
            <a:endParaRPr lang="en-US" sz="1900" dirty="0">
              <a:latin typeface="Bookman Old Style"/>
              <a:cs typeface="Arial MT"/>
            </a:endParaRPr>
          </a:p>
          <a:p>
            <a:pPr marL="1199515" lvl="1" indent="-287655">
              <a:lnSpc>
                <a:spcPct val="100000"/>
              </a:lnSpc>
              <a:spcBef>
                <a:spcPts val="1245"/>
              </a:spcBef>
              <a:buSzPct val="42857"/>
              <a:buFont typeface="Wingdings"/>
              <a:buChar char=""/>
              <a:tabLst>
                <a:tab pos="1199515" algn="l"/>
              </a:tabLst>
            </a:pPr>
            <a:r>
              <a:rPr sz="1600" spc="-10">
                <a:latin typeface="Bookman Old Style"/>
                <a:cs typeface="Arial MT"/>
              </a:rPr>
              <a:t>VLAN-</a:t>
            </a:r>
            <a:r>
              <a:rPr sz="1600" spc="-25">
                <a:latin typeface="Bookman Old Style"/>
                <a:cs typeface="Arial MT"/>
              </a:rPr>
              <a:t>ok</a:t>
            </a:r>
            <a:endParaRPr sz="1600">
              <a:latin typeface="Bookman Old Style"/>
              <a:cs typeface="Arial MT"/>
            </a:endParaRPr>
          </a:p>
          <a:p>
            <a:pPr marL="1199515" lvl="1" indent="-287655">
              <a:spcBef>
                <a:spcPts val="1245"/>
              </a:spcBef>
              <a:buSzPct val="42857"/>
              <a:buFont typeface="Wingdings"/>
              <a:buChar char=""/>
              <a:tabLst>
                <a:tab pos="1199515" algn="l"/>
              </a:tabLst>
            </a:pPr>
            <a:r>
              <a:rPr lang="en-US" sz="1600" spc="-25">
                <a:latin typeface="Bookman Old Style"/>
                <a:cs typeface="Arial MT"/>
              </a:rPr>
              <a:t>VTP</a:t>
            </a:r>
            <a:endParaRPr lang="en-US" sz="1600" spc="-25" dirty="0">
              <a:latin typeface="Bookman Old Style"/>
              <a:cs typeface="Arial MT"/>
            </a:endParaRPr>
          </a:p>
          <a:p>
            <a:pPr marL="1199515" lvl="1" indent="-287655">
              <a:lnSpc>
                <a:spcPct val="100000"/>
              </a:lnSpc>
              <a:spcBef>
                <a:spcPts val="735"/>
              </a:spcBef>
              <a:buSzPct val="42857"/>
              <a:buFont typeface="Wingdings"/>
              <a:buChar char=""/>
              <a:tabLst>
                <a:tab pos="1199515" algn="l"/>
              </a:tabLst>
            </a:pPr>
            <a:r>
              <a:rPr sz="1600" spc="-10" dirty="0" err="1">
                <a:latin typeface="Bookman Old Style"/>
                <a:cs typeface="Arial MT"/>
              </a:rPr>
              <a:t>Etherchannel</a:t>
            </a:r>
            <a:endParaRPr sz="1600" dirty="0" err="1">
              <a:latin typeface="Bookman Old Style"/>
              <a:cs typeface="Arial MT"/>
            </a:endParaRPr>
          </a:p>
          <a:p>
            <a:pPr marL="1199515" lvl="1" indent="-287655">
              <a:lnSpc>
                <a:spcPct val="100000"/>
              </a:lnSpc>
              <a:spcBef>
                <a:spcPts val="730"/>
              </a:spcBef>
              <a:buSzPct val="42857"/>
              <a:buFont typeface="Wingdings"/>
              <a:buChar char=""/>
              <a:tabLst>
                <a:tab pos="1199515" algn="l"/>
              </a:tabLst>
            </a:pPr>
            <a:r>
              <a:rPr sz="1600">
                <a:latin typeface="Bookman Old Style"/>
                <a:cs typeface="Arial MT"/>
              </a:rPr>
              <a:t>Rapid</a:t>
            </a:r>
            <a:r>
              <a:rPr sz="1600" spc="-45" dirty="0">
                <a:latin typeface="Bookman Old Style"/>
                <a:cs typeface="Arial MT"/>
              </a:rPr>
              <a:t> </a:t>
            </a:r>
            <a:r>
              <a:rPr sz="1600" spc="-20">
                <a:latin typeface="Bookman Old Style"/>
                <a:cs typeface="Arial MT"/>
              </a:rPr>
              <a:t>PVST+</a:t>
            </a:r>
            <a:endParaRPr sz="1600">
              <a:latin typeface="Bookman Old Style"/>
              <a:cs typeface="Arial MT"/>
            </a:endParaRPr>
          </a:p>
          <a:p>
            <a:pPr marL="1199515" lvl="1" indent="-287655">
              <a:lnSpc>
                <a:spcPct val="100000"/>
              </a:lnSpc>
              <a:spcBef>
                <a:spcPts val="735"/>
              </a:spcBef>
              <a:buSzPct val="42857"/>
              <a:buFont typeface="Wingdings"/>
              <a:buChar char=""/>
              <a:tabLst>
                <a:tab pos="1199515" algn="l"/>
              </a:tabLst>
            </a:pPr>
            <a:r>
              <a:rPr sz="1600" spc="-10" dirty="0" err="1">
                <a:latin typeface="Bookman Old Style"/>
                <a:cs typeface="Arial MT"/>
              </a:rPr>
              <a:t>Portbiztonság</a:t>
            </a:r>
            <a:endParaRPr sz="1600" dirty="0" err="1">
              <a:latin typeface="Bookman Old Style"/>
              <a:cs typeface="Arial MT"/>
            </a:endParaRPr>
          </a:p>
          <a:p>
            <a:pPr marL="1199515" lvl="1" indent="-287655">
              <a:lnSpc>
                <a:spcPct val="100000"/>
              </a:lnSpc>
              <a:spcBef>
                <a:spcPts val="735"/>
              </a:spcBef>
              <a:buSzPct val="42857"/>
              <a:buFont typeface="Wingdings"/>
              <a:buChar char=""/>
              <a:tabLst>
                <a:tab pos="1199515" algn="l"/>
              </a:tabLst>
            </a:pPr>
            <a:r>
              <a:rPr sz="1600" dirty="0">
                <a:latin typeface="Bookman Old Style"/>
                <a:cs typeface="Arial MT"/>
              </a:rPr>
              <a:t>SSH</a:t>
            </a:r>
            <a:r>
              <a:rPr sz="1600" spc="-30" dirty="0">
                <a:latin typeface="Bookman Old Style"/>
                <a:cs typeface="Arial MT"/>
              </a:rPr>
              <a:t> </a:t>
            </a:r>
            <a:r>
              <a:rPr sz="1600" dirty="0" err="1">
                <a:latin typeface="Bookman Old Style"/>
                <a:cs typeface="Arial MT"/>
              </a:rPr>
              <a:t>az</a:t>
            </a:r>
            <a:r>
              <a:rPr sz="1600" spc="-40" dirty="0">
                <a:latin typeface="Bookman Old Style"/>
                <a:cs typeface="Arial MT"/>
              </a:rPr>
              <a:t> </a:t>
            </a:r>
            <a:r>
              <a:rPr sz="1600" dirty="0" err="1">
                <a:latin typeface="Bookman Old Style"/>
                <a:cs typeface="Arial MT"/>
              </a:rPr>
              <a:t>eszközök</a:t>
            </a:r>
            <a:r>
              <a:rPr sz="1600" spc="-70" dirty="0">
                <a:latin typeface="Bookman Old Style"/>
                <a:cs typeface="Arial MT"/>
              </a:rPr>
              <a:t> </a:t>
            </a:r>
            <a:r>
              <a:rPr sz="1600" spc="-10" dirty="0" err="1">
                <a:latin typeface="Bookman Old Style"/>
                <a:cs typeface="Arial MT"/>
              </a:rPr>
              <a:t>eléréséhez</a:t>
            </a:r>
            <a:endParaRPr sz="1600" dirty="0" err="1">
              <a:latin typeface="Bookman Old Style"/>
              <a:cs typeface="Arial MT"/>
            </a:endParaRPr>
          </a:p>
          <a:p>
            <a:pPr marL="1199515" lvl="1" indent="-287655">
              <a:lnSpc>
                <a:spcPct val="100000"/>
              </a:lnSpc>
              <a:spcBef>
                <a:spcPts val="735"/>
              </a:spcBef>
              <a:buSzPct val="42857"/>
              <a:buFont typeface="Wingdings"/>
              <a:buChar char=""/>
              <a:tabLst>
                <a:tab pos="1199515" algn="l"/>
              </a:tabLst>
            </a:pPr>
            <a:r>
              <a:rPr lang="hu-HU" sz="1600">
                <a:latin typeface="Bookman Old Style"/>
                <a:cs typeface="Arial MT"/>
              </a:rPr>
              <a:t>GRE</a:t>
            </a:r>
            <a:r>
              <a:rPr lang="hu-HU" sz="1600" spc="-50" dirty="0">
                <a:latin typeface="Bookman Old Style"/>
                <a:cs typeface="Arial MT"/>
              </a:rPr>
              <a:t> </a:t>
            </a:r>
            <a:r>
              <a:rPr lang="hu-HU" sz="1600" spc="-10">
                <a:latin typeface="Bookman Old Style"/>
                <a:cs typeface="Arial MT"/>
              </a:rPr>
              <a:t>Tunnel</a:t>
            </a:r>
          </a:p>
          <a:p>
            <a:pPr marL="1199515" lvl="1" indent="-287655">
              <a:lnSpc>
                <a:spcPct val="100000"/>
              </a:lnSpc>
              <a:spcBef>
                <a:spcPts val="735"/>
              </a:spcBef>
              <a:buSzPct val="42857"/>
              <a:buFont typeface="Wingdings"/>
              <a:buChar char=""/>
              <a:tabLst>
                <a:tab pos="1199515" algn="l"/>
              </a:tabLst>
            </a:pPr>
            <a:r>
              <a:rPr lang="hu-HU" sz="1600" spc="-10">
                <a:latin typeface="Bookman Old Style"/>
                <a:cs typeface="Arial MT"/>
              </a:rPr>
              <a:t>DHCPv4, v6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89A6020D-AC05-473F-AD13-CD2B7E114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0286" y="1417922"/>
            <a:ext cx="5742214" cy="3554128"/>
          </a:xfrm>
          <a:prstGeom prst="rect">
            <a:avLst/>
          </a:prstGeom>
        </p:spPr>
      </p:pic>
    </p:spTree>
  </p:cSld>
  <p:clrMapOvr>
    <a:masterClrMapping/>
  </p:clrMapOvr>
  <p:transition spd="med">
    <p:pull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6782" y="3760183"/>
            <a:ext cx="7596435" cy="9766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>
              <a:lnSpc>
                <a:spcPct val="90000"/>
              </a:lnSpc>
            </a:pPr>
            <a:r>
              <a:rPr lang="en-US" sz="6100" u="sng" spc="-10" dirty="0">
                <a:solidFill>
                  <a:schemeClr val="accent2">
                    <a:lumMod val="76000"/>
                  </a:schemeClr>
                </a:solidFill>
              </a:rPr>
              <a:t>VLAN-</a:t>
            </a:r>
            <a:r>
              <a:rPr lang="en-US" sz="6100" u="sng" spc="-25" dirty="0">
                <a:solidFill>
                  <a:schemeClr val="accent2">
                    <a:lumMod val="76000"/>
                  </a:schemeClr>
                </a:solidFill>
              </a:rPr>
              <a:t>ok</a:t>
            </a:r>
          </a:p>
        </p:txBody>
      </p:sp>
      <p:sp>
        <p:nvSpPr>
          <p:cNvPr id="4" name="Élőláb helye 1">
            <a:extLst>
              <a:ext uri="{FF2B5EF4-FFF2-40B4-BE49-F238E27FC236}">
                <a16:creationId xmlns:a16="http://schemas.microsoft.com/office/drawing/2014/main" id="{A1257BD2-5AAD-48DA-8BB6-A030F1D90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7319047" y="1475248"/>
            <a:ext cx="3192372" cy="252307"/>
          </a:xfrm>
        </p:spPr>
        <p:txBody>
          <a:bodyPr vert="horz" lIns="91440" tIns="45720" rIns="91440" bIns="45720" rtlCol="0" anchor="b">
            <a:noAutofit/>
          </a:bodyPr>
          <a:lstStyle/>
          <a:p>
            <a:pPr marR="5080" indent="-285115" defTabSz="914400">
              <a:lnSpc>
                <a:spcPct val="90000"/>
              </a:lnSpc>
              <a:spcBef>
                <a:spcPts val="25"/>
              </a:spcBef>
            </a:pPr>
            <a:r>
              <a:rPr lang="en-US" sz="1200" b="0" i="0" kern="1200" spc="-20">
                <a:solidFill>
                  <a:schemeClr val="tx1"/>
                </a:solidFill>
                <a:latin typeface="Bookman Old Style"/>
              </a:rPr>
              <a:t>2025-2026</a:t>
            </a:r>
          </a:p>
        </p:txBody>
      </p:sp>
      <p:graphicFrame>
        <p:nvGraphicFramePr>
          <p:cNvPr id="3" name="Táblázat 2">
            <a:extLst>
              <a:ext uri="{FF2B5EF4-FFF2-40B4-BE49-F238E27FC236}">
                <a16:creationId xmlns:a16="http://schemas.microsoft.com/office/drawing/2014/main" id="{50086658-A9DF-45A6-8F46-CC4FEC6543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945204"/>
              </p:ext>
            </p:extLst>
          </p:nvPr>
        </p:nvGraphicFramePr>
        <p:xfrm>
          <a:off x="1042414" y="579406"/>
          <a:ext cx="4938058" cy="1765590"/>
        </p:xfrm>
        <a:graphic>
          <a:graphicData uri="http://schemas.openxmlformats.org/drawingml/2006/table">
            <a:tbl>
              <a:tblPr/>
              <a:tblGrid>
                <a:gridCol w="1448863">
                  <a:extLst>
                    <a:ext uri="{9D8B030D-6E8A-4147-A177-3AD203B41FA5}">
                      <a16:colId xmlns:a16="http://schemas.microsoft.com/office/drawing/2014/main" val="3100582440"/>
                    </a:ext>
                  </a:extLst>
                </a:gridCol>
                <a:gridCol w="1086648">
                  <a:extLst>
                    <a:ext uri="{9D8B030D-6E8A-4147-A177-3AD203B41FA5}">
                      <a16:colId xmlns:a16="http://schemas.microsoft.com/office/drawing/2014/main" val="2312237819"/>
                    </a:ext>
                  </a:extLst>
                </a:gridCol>
                <a:gridCol w="2402547">
                  <a:extLst>
                    <a:ext uri="{9D8B030D-6E8A-4147-A177-3AD203B41FA5}">
                      <a16:colId xmlns:a16="http://schemas.microsoft.com/office/drawing/2014/main" val="1550263584"/>
                    </a:ext>
                  </a:extLst>
                </a:gridCol>
              </a:tblGrid>
              <a:tr h="294265"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VLAN azonosító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VLAN neve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Szükséges IP-címek száma 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440712"/>
                  </a:ext>
                </a:extLst>
              </a:tr>
              <a:tr h="294265"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emelet1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960898"/>
                  </a:ext>
                </a:extLst>
              </a:tr>
              <a:tr h="294265"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emelet2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572163"/>
                  </a:ext>
                </a:extLst>
              </a:tr>
              <a:tr h="294265"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emelet3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65558"/>
                  </a:ext>
                </a:extLst>
              </a:tr>
              <a:tr h="294265"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native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592443"/>
                  </a:ext>
                </a:extLst>
              </a:tr>
              <a:tr h="294265"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felugyelet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66468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pull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6887" y="3889326"/>
            <a:ext cx="1114425" cy="567463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u="sng" spc="-25">
                <a:solidFill>
                  <a:srgbClr val="C00000"/>
                </a:solidFill>
                <a:latin typeface="Bookman Old Style"/>
                <a:cs typeface="Arial MT"/>
              </a:rPr>
              <a:t>VTP</a:t>
            </a:r>
            <a:endParaRPr lang="en-US" sz="4400" u="sng">
              <a:solidFill>
                <a:srgbClr val="C00000"/>
              </a:solidFill>
              <a:latin typeface="Bookman Old Style"/>
              <a:cs typeface="Arial MT"/>
            </a:endParaRPr>
          </a:p>
        </p:txBody>
      </p:sp>
      <p:sp>
        <p:nvSpPr>
          <p:cNvPr id="4" name="Élőláb helye 1">
            <a:extLst>
              <a:ext uri="{FF2B5EF4-FFF2-40B4-BE49-F238E27FC236}">
                <a16:creationId xmlns:a16="http://schemas.microsoft.com/office/drawing/2014/main" id="{0AE79BDD-73F7-48C1-9697-6BBE870A970A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spc="-20">
                <a:latin typeface="Bookman Old Style"/>
              </a:rPr>
              <a:t>2025-2026</a:t>
            </a:r>
            <a:endParaRPr lang="en-US" sz="1200" spc="-20">
              <a:solidFill>
                <a:srgbClr val="000000"/>
              </a:solidFill>
              <a:latin typeface="Bookman Old Style"/>
            </a:endParaRPr>
          </a:p>
          <a:p>
            <a:endParaRPr lang="en-US" sz="1200" spc="-20">
              <a:latin typeface="Bookman Old Style"/>
            </a:endParaRPr>
          </a:p>
        </p:txBody>
      </p:sp>
      <p:graphicFrame>
        <p:nvGraphicFramePr>
          <p:cNvPr id="3" name="Táblázat 2">
            <a:extLst>
              <a:ext uri="{FF2B5EF4-FFF2-40B4-BE49-F238E27FC236}">
                <a16:creationId xmlns:a16="http://schemas.microsoft.com/office/drawing/2014/main" id="{FC52387E-9943-4EBB-B215-C7A76A031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133291"/>
              </p:ext>
            </p:extLst>
          </p:nvPr>
        </p:nvGraphicFramePr>
        <p:xfrm>
          <a:off x="1456940" y="754369"/>
          <a:ext cx="3584960" cy="1487385"/>
        </p:xfrm>
        <a:graphic>
          <a:graphicData uri="http://schemas.openxmlformats.org/drawingml/2006/table">
            <a:tbl>
              <a:tblPr/>
              <a:tblGrid>
                <a:gridCol w="1198047">
                  <a:extLst>
                    <a:ext uri="{9D8B030D-6E8A-4147-A177-3AD203B41FA5}">
                      <a16:colId xmlns:a16="http://schemas.microsoft.com/office/drawing/2014/main" val="2641902130"/>
                    </a:ext>
                  </a:extLst>
                </a:gridCol>
                <a:gridCol w="2386913">
                  <a:extLst>
                    <a:ext uri="{9D8B030D-6E8A-4147-A177-3AD203B41FA5}">
                      <a16:colId xmlns:a16="http://schemas.microsoft.com/office/drawing/2014/main" val="2905115715"/>
                    </a:ext>
                  </a:extLst>
                </a:gridCol>
              </a:tblGrid>
              <a:tr h="297477"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Paraméterek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Eszközök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896009"/>
                  </a:ext>
                </a:extLst>
              </a:tr>
              <a:tr h="297477"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Szerver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Emelet1_SW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122722"/>
                  </a:ext>
                </a:extLst>
              </a:tr>
              <a:tr h="297477"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Kliensek: 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Emelet2_SW, Emelet3_SW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33379"/>
                  </a:ext>
                </a:extLst>
              </a:tr>
              <a:tr h="297477"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Domain: 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projekt.info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692291"/>
                  </a:ext>
                </a:extLst>
              </a:tr>
              <a:tr h="297477"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Password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Start123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210259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pull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1439" y="707592"/>
            <a:ext cx="881062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-10">
                <a:solidFill>
                  <a:srgbClr val="C00000"/>
                </a:solidFill>
                <a:latin typeface="Bookman Old Style" panose="02050604050505020204" pitchFamily="18" charset="0"/>
              </a:rPr>
              <a:t>Portkiosztások</a:t>
            </a:r>
          </a:p>
        </p:txBody>
      </p:sp>
      <p:sp>
        <p:nvSpPr>
          <p:cNvPr id="4" name="Élőláb helye 1">
            <a:extLst>
              <a:ext uri="{FF2B5EF4-FFF2-40B4-BE49-F238E27FC236}">
                <a16:creationId xmlns:a16="http://schemas.microsoft.com/office/drawing/2014/main" id="{B12E30FD-7E64-454D-A8F9-71DA87E59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436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 dirty="0">
                <a:solidFill>
                  <a:schemeClr val="tx1"/>
                </a:solidFill>
                <a:latin typeface="Bookman Old Style"/>
              </a:rPr>
              <a:t>2025-2026</a:t>
            </a:r>
            <a:endParaRPr lang="hu-HU" sz="1600" spc="-2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graphicFrame>
        <p:nvGraphicFramePr>
          <p:cNvPr id="5" name="Táblázat 4">
            <a:extLst>
              <a:ext uri="{FF2B5EF4-FFF2-40B4-BE49-F238E27FC236}">
                <a16:creationId xmlns:a16="http://schemas.microsoft.com/office/drawing/2014/main" id="{86436A9B-1D80-42C7-8B4C-6652E3803458}"/>
              </a:ext>
            </a:extLst>
          </p:cNvPr>
          <p:cNvGraphicFramePr>
            <a:graphicFrameLocks noGrp="1"/>
          </p:cNvGraphicFramePr>
          <p:nvPr/>
        </p:nvGraphicFramePr>
        <p:xfrm>
          <a:off x="1215231" y="2989580"/>
          <a:ext cx="6794500" cy="891540"/>
        </p:xfrm>
        <a:graphic>
          <a:graphicData uri="http://schemas.openxmlformats.org/drawingml/2006/table">
            <a:tbl>
              <a:tblPr/>
              <a:tblGrid>
                <a:gridCol w="809773">
                  <a:extLst>
                    <a:ext uri="{9D8B030D-6E8A-4147-A177-3AD203B41FA5}">
                      <a16:colId xmlns:a16="http://schemas.microsoft.com/office/drawing/2014/main" val="1730626913"/>
                    </a:ext>
                  </a:extLst>
                </a:gridCol>
                <a:gridCol w="1568935">
                  <a:extLst>
                    <a:ext uri="{9D8B030D-6E8A-4147-A177-3AD203B41FA5}">
                      <a16:colId xmlns:a16="http://schemas.microsoft.com/office/drawing/2014/main" val="3418683434"/>
                    </a:ext>
                  </a:extLst>
                </a:gridCol>
                <a:gridCol w="1088132">
                  <a:extLst>
                    <a:ext uri="{9D8B030D-6E8A-4147-A177-3AD203B41FA5}">
                      <a16:colId xmlns:a16="http://schemas.microsoft.com/office/drawing/2014/main" val="3154161412"/>
                    </a:ext>
                  </a:extLst>
                </a:gridCol>
                <a:gridCol w="1088132">
                  <a:extLst>
                    <a:ext uri="{9D8B030D-6E8A-4147-A177-3AD203B41FA5}">
                      <a16:colId xmlns:a16="http://schemas.microsoft.com/office/drawing/2014/main" val="1267619346"/>
                    </a:ext>
                  </a:extLst>
                </a:gridCol>
                <a:gridCol w="961605">
                  <a:extLst>
                    <a:ext uri="{9D8B030D-6E8A-4147-A177-3AD203B41FA5}">
                      <a16:colId xmlns:a16="http://schemas.microsoft.com/office/drawing/2014/main" val="159955382"/>
                    </a:ext>
                  </a:extLst>
                </a:gridCol>
                <a:gridCol w="1277923">
                  <a:extLst>
                    <a:ext uri="{9D8B030D-6E8A-4147-A177-3AD203B41FA5}">
                      <a16:colId xmlns:a16="http://schemas.microsoft.com/office/drawing/2014/main" val="296456299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Eszköz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emelet1 VLAN 10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emelet2 VLAN 20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emelet3 VLAN 30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native VLAN 99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felugyelet VLAN 100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5094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Emelet1_SW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g1/0/10, g1/0/21, g1/0/22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9372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Emelet2_SW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g1/0/23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7515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Emelet3_SW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g1/0/24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4886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pull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1439" y="707592"/>
            <a:ext cx="881062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600" spc="-10" dirty="0">
                <a:solidFill>
                  <a:srgbClr val="C00000"/>
                </a:solidFill>
                <a:latin typeface="Bookman Old Style" panose="02050604050505020204" pitchFamily="18" charset="0"/>
              </a:rPr>
              <a:t>VLSM</a:t>
            </a:r>
            <a:endParaRPr sz="3600" spc="-10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Élőláb helye 1">
            <a:extLst>
              <a:ext uri="{FF2B5EF4-FFF2-40B4-BE49-F238E27FC236}">
                <a16:creationId xmlns:a16="http://schemas.microsoft.com/office/drawing/2014/main" id="{B12E30FD-7E64-454D-A8F9-71DA87E59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436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 dirty="0">
                <a:solidFill>
                  <a:schemeClr val="tx1"/>
                </a:solidFill>
                <a:latin typeface="Bookman Old Style"/>
              </a:rPr>
              <a:t>2025-2026</a:t>
            </a:r>
            <a:endParaRPr lang="hu-HU" sz="1600" spc="-2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graphicFrame>
        <p:nvGraphicFramePr>
          <p:cNvPr id="6" name="Táblázat 5">
            <a:extLst>
              <a:ext uri="{FF2B5EF4-FFF2-40B4-BE49-F238E27FC236}">
                <a16:creationId xmlns:a16="http://schemas.microsoft.com/office/drawing/2014/main" id="{CEAF5F3D-6245-49B3-AC1C-2AF765256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904974"/>
              </p:ext>
            </p:extLst>
          </p:nvPr>
        </p:nvGraphicFramePr>
        <p:xfrm>
          <a:off x="427703" y="1644445"/>
          <a:ext cx="9057941" cy="2997557"/>
        </p:xfrm>
        <a:graphic>
          <a:graphicData uri="http://schemas.openxmlformats.org/drawingml/2006/table">
            <a:tbl>
              <a:tblPr/>
              <a:tblGrid>
                <a:gridCol w="6528226">
                  <a:extLst>
                    <a:ext uri="{9D8B030D-6E8A-4147-A177-3AD203B41FA5}">
                      <a16:colId xmlns:a16="http://schemas.microsoft.com/office/drawing/2014/main" val="3021464733"/>
                    </a:ext>
                  </a:extLst>
                </a:gridCol>
                <a:gridCol w="503340">
                  <a:extLst>
                    <a:ext uri="{9D8B030D-6E8A-4147-A177-3AD203B41FA5}">
                      <a16:colId xmlns:a16="http://schemas.microsoft.com/office/drawing/2014/main" val="1307980149"/>
                    </a:ext>
                  </a:extLst>
                </a:gridCol>
                <a:gridCol w="566257">
                  <a:extLst>
                    <a:ext uri="{9D8B030D-6E8A-4147-A177-3AD203B41FA5}">
                      <a16:colId xmlns:a16="http://schemas.microsoft.com/office/drawing/2014/main" val="4198136965"/>
                    </a:ext>
                  </a:extLst>
                </a:gridCol>
                <a:gridCol w="564087">
                  <a:extLst>
                    <a:ext uri="{9D8B030D-6E8A-4147-A177-3AD203B41FA5}">
                      <a16:colId xmlns:a16="http://schemas.microsoft.com/office/drawing/2014/main" val="1209773650"/>
                    </a:ext>
                  </a:extLst>
                </a:gridCol>
                <a:gridCol w="251669">
                  <a:extLst>
                    <a:ext uri="{9D8B030D-6E8A-4147-A177-3AD203B41FA5}">
                      <a16:colId xmlns:a16="http://schemas.microsoft.com/office/drawing/2014/main" val="1172899336"/>
                    </a:ext>
                  </a:extLst>
                </a:gridCol>
                <a:gridCol w="644362">
                  <a:extLst>
                    <a:ext uri="{9D8B030D-6E8A-4147-A177-3AD203B41FA5}">
                      <a16:colId xmlns:a16="http://schemas.microsoft.com/office/drawing/2014/main" val="2737323752"/>
                    </a:ext>
                  </a:extLst>
                </a:gridCol>
              </a:tblGrid>
              <a:tr h="112386"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Subnet</a:t>
                      </a:r>
                      <a:r>
                        <a:rPr lang="hu-HU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hu-HU" sz="5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Name</a:t>
                      </a:r>
                      <a:endParaRPr lang="hu-HU" sz="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Needed Size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Allocated Size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Address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Mask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Dec Mask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179244"/>
                  </a:ext>
                </a:extLst>
              </a:tr>
              <a:tr h="370821"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g0/0/1, g1/0/1(Telep_R1 - </a:t>
                      </a:r>
                      <a:r>
                        <a:rPr lang="hu-HU" sz="5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Telep_SW</a:t>
                      </a:r>
                      <a:r>
                        <a:rPr lang="hu-HU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); g0/0/1, g1/0/2(Telep_R2 - </a:t>
                      </a:r>
                      <a:r>
                        <a:rPr lang="hu-HU" sz="5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Telep_SW</a:t>
                      </a:r>
                      <a:r>
                        <a:rPr lang="hu-HU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); f0, g1/0/20(</a:t>
                      </a:r>
                      <a:r>
                        <a:rPr lang="hu-HU" sz="5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Telep_SW</a:t>
                      </a:r>
                      <a:r>
                        <a:rPr lang="hu-HU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  <a:r>
                        <a:rPr lang="hu-HU" sz="5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Telep_PC</a:t>
                      </a:r>
                      <a:r>
                        <a:rPr lang="hu-HU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); 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172.16.0.0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/16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255.255.0.0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874110"/>
                  </a:ext>
                </a:extLst>
              </a:tr>
              <a:tr h="35273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g0/0/0, g0/0/0(Telep_R1 - ISP_R1)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192.168.0.0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/27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255.255.255.224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315838"/>
                  </a:ext>
                </a:extLst>
              </a:tr>
              <a:tr h="35273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g0/0/0, g0/0/0(Telep_R2 - ISP_R2)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192.168.0.32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/27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255.255.255.224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993224"/>
                  </a:ext>
                </a:extLst>
              </a:tr>
              <a:tr h="352733"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g0/0/1, 0/0(ISP_R2 - HomeWifi)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192.168.0.64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/27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255.255.255.224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573921"/>
                  </a:ext>
                </a:extLst>
              </a:tr>
              <a:tr h="35273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s0/1/0, s0/1/0(ISP_R1 - ISP_R2)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192.168.0.96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/27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255.255.255.224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274417"/>
                  </a:ext>
                </a:extLst>
              </a:tr>
              <a:tr h="37986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s0/1/0, s0/1/0(ISP_R3 - Szerverpark_R)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192.168.0.160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/27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255.255.255.224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962959"/>
                  </a:ext>
                </a:extLst>
              </a:tr>
              <a:tr h="36177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s0/1/1, s0/1/1(ISP_R2 - Szerverpark_R)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192.168.0.192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/27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255.255.255.224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0735"/>
                  </a:ext>
                </a:extLst>
              </a:tr>
              <a:tr h="361776"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g0/0/1, g1/0/1(ISP_R2 - ISP_SW); g0/0/1, g0/0/1, g01/0/2(Szerverpark_R - ISP_SW); g0/0/1, g1/0/3(Szerverpark_R - ISP_SW); 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192.168.0.224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/27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255.255.255.224</a:t>
                      </a:r>
                    </a:p>
                  </a:txBody>
                  <a:tcPr marL="5321" marR="5321" marT="5321" marB="2553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665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7995172"/>
      </p:ext>
    </p:extLst>
  </p:cSld>
  <p:clrMapOvr>
    <a:masterClrMapping/>
  </p:clrMapOvr>
  <p:transition spd="med">
    <p:pull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1439" y="707592"/>
            <a:ext cx="881062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600" spc="-10" dirty="0">
                <a:solidFill>
                  <a:srgbClr val="C00000"/>
                </a:solidFill>
                <a:latin typeface="Bookman Old Style" panose="02050604050505020204" pitchFamily="18" charset="0"/>
              </a:rPr>
              <a:t>VLSM</a:t>
            </a:r>
            <a:endParaRPr sz="3600" spc="-10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Élőláb helye 1">
            <a:extLst>
              <a:ext uri="{FF2B5EF4-FFF2-40B4-BE49-F238E27FC236}">
                <a16:creationId xmlns:a16="http://schemas.microsoft.com/office/drawing/2014/main" id="{B12E30FD-7E64-454D-A8F9-71DA87E59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436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 dirty="0">
                <a:solidFill>
                  <a:schemeClr val="tx1"/>
                </a:solidFill>
                <a:latin typeface="Bookman Old Style"/>
              </a:rPr>
              <a:t>2025-2026</a:t>
            </a:r>
            <a:endParaRPr lang="hu-HU" sz="1600" spc="-2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graphicFrame>
        <p:nvGraphicFramePr>
          <p:cNvPr id="3" name="Táblázat 2">
            <a:extLst>
              <a:ext uri="{FF2B5EF4-FFF2-40B4-BE49-F238E27FC236}">
                <a16:creationId xmlns:a16="http://schemas.microsoft.com/office/drawing/2014/main" id="{94479D6C-364C-4028-9A12-4830709EF47C}"/>
              </a:ext>
            </a:extLst>
          </p:cNvPr>
          <p:cNvGraphicFramePr>
            <a:graphicFrameLocks noGrp="1"/>
          </p:cNvGraphicFramePr>
          <p:nvPr/>
        </p:nvGraphicFramePr>
        <p:xfrm>
          <a:off x="912813" y="1791360"/>
          <a:ext cx="7399337" cy="3287979"/>
        </p:xfrm>
        <a:graphic>
          <a:graphicData uri="http://schemas.openxmlformats.org/drawingml/2006/table">
            <a:tbl>
              <a:tblPr/>
              <a:tblGrid>
                <a:gridCol w="2304985">
                  <a:extLst>
                    <a:ext uri="{9D8B030D-6E8A-4147-A177-3AD203B41FA5}">
                      <a16:colId xmlns:a16="http://schemas.microsoft.com/office/drawing/2014/main" val="460086150"/>
                    </a:ext>
                  </a:extLst>
                </a:gridCol>
                <a:gridCol w="759977">
                  <a:extLst>
                    <a:ext uri="{9D8B030D-6E8A-4147-A177-3AD203B41FA5}">
                      <a16:colId xmlns:a16="http://schemas.microsoft.com/office/drawing/2014/main" val="515014611"/>
                    </a:ext>
                  </a:extLst>
                </a:gridCol>
                <a:gridCol w="534490">
                  <a:extLst>
                    <a:ext uri="{9D8B030D-6E8A-4147-A177-3AD203B41FA5}">
                      <a16:colId xmlns:a16="http://schemas.microsoft.com/office/drawing/2014/main" val="418630484"/>
                    </a:ext>
                  </a:extLst>
                </a:gridCol>
                <a:gridCol w="1194250">
                  <a:extLst>
                    <a:ext uri="{9D8B030D-6E8A-4147-A177-3AD203B41FA5}">
                      <a16:colId xmlns:a16="http://schemas.microsoft.com/office/drawing/2014/main" val="2547324018"/>
                    </a:ext>
                  </a:extLst>
                </a:gridCol>
                <a:gridCol w="2605635">
                  <a:extLst>
                    <a:ext uri="{9D8B030D-6E8A-4147-A177-3AD203B41FA5}">
                      <a16:colId xmlns:a16="http://schemas.microsoft.com/office/drawing/2014/main" val="1431022381"/>
                    </a:ext>
                  </a:extLst>
                </a:gridCol>
              </a:tblGrid>
              <a:tr h="292079"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Assignable Range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Broadcast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hu-H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45" marR="8345" marT="8345" marB="4005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Address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Assignable Range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734536"/>
                  </a:ext>
                </a:extLst>
              </a:tr>
              <a:tr h="342150"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172.16.0.1 - 172.16.0.10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172.16.255.255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hu-HU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IPV6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2001:db8:abcd:0000::/64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2001:db8:abcd:0000::1 - 2001:db8:abcd:0000::10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244462"/>
                  </a:ext>
                </a:extLst>
              </a:tr>
              <a:tr h="325460"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192.168.0.1 - 192.168.0.30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192.168.0.31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2001:db8:abcd:0001::/64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2001:db8:abcd:0001::1 -  2001:db8:abcd:0001::10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956629"/>
                  </a:ext>
                </a:extLst>
              </a:tr>
              <a:tr h="325460"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192.168.0.33 - 192.168.0.62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192.168.0.63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2001:db8:abcd:0002::/64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2001:db8:abcd:0002::1 - 2001:db8:abcd:0002::10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523564"/>
                  </a:ext>
                </a:extLst>
              </a:tr>
              <a:tr h="325460"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192.168.0.65 - 192.168.0.94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192.168.0.95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2001:db8:abcd:0003::/64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2001:db8:abcd:0003::1 - 2001:db8:abcd:0003::10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3200860"/>
                  </a:ext>
                </a:extLst>
              </a:tr>
              <a:tr h="325460"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192.168.0.97 - 192.168.0.126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192.168.0.127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2001:db8:abcd:0004::/64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2001:db8:abcd:0004::1 - 2001:db8:abcd:0004::10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846421"/>
                  </a:ext>
                </a:extLst>
              </a:tr>
              <a:tr h="350495"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192.168.0.161 - 192.168.0.190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192.168.0.191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2001:db8:abcd:0005::/64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2001:db8:abcd:0005::1 - 2001:db8:abcd:0005::10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29328"/>
                  </a:ext>
                </a:extLst>
              </a:tr>
              <a:tr h="333805"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192.168.0.193 - 192.168.0.222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192.168.0.223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2001:db8:abcd:0006::/64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2001:db8:abcd:0006::1 - 2001:db8:abcd:0006::10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682033"/>
                  </a:ext>
                </a:extLst>
              </a:tr>
              <a:tr h="333805"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192.168.0.225 - 192.168.0.254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192.168.0.255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2001:db8:abcd:0007::/64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2001:db8:abcd:0007::1 - 2001:db8:abcd:0007::10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773621"/>
                  </a:ext>
                </a:extLst>
              </a:tr>
              <a:tr h="333805"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192.168.0.129 - 192.168.0.158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192.168.0.159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2001:db8:abcd:0008::/64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hu-H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2001:db8:abcd:0008::1 - 2001:db8:abcd:0008::10</a:t>
                      </a:r>
                    </a:p>
                  </a:txBody>
                  <a:tcPr marL="8345" marR="8345" marT="8345" marB="4005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841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587241"/>
      </p:ext>
    </p:extLst>
  </p:cSld>
  <p:clrMapOvr>
    <a:masterClrMapping/>
  </p:clrMapOvr>
  <p:transition spd="med">
    <p:pull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9900" y="400050"/>
            <a:ext cx="9503461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hu-HU" sz="3600" b="1" u="sng" dirty="0">
                <a:solidFill>
                  <a:schemeClr val="tx1"/>
                </a:solidFill>
                <a:latin typeface="Bookman Old Style"/>
              </a:rPr>
              <a:t>Emelet1_SW</a:t>
            </a:r>
            <a:br>
              <a:rPr lang="hu-HU" sz="3600" u="sng" dirty="0">
                <a:solidFill>
                  <a:schemeClr val="tx1"/>
                </a:solidFill>
                <a:latin typeface="Bookman Old Style"/>
              </a:rPr>
            </a:br>
            <a:r>
              <a:rPr sz="3600" u="sng" dirty="0" err="1">
                <a:solidFill>
                  <a:schemeClr val="tx1"/>
                </a:solidFill>
                <a:latin typeface="Bookman Old Style"/>
              </a:rPr>
              <a:t>Etherchannel</a:t>
            </a:r>
            <a:r>
              <a:rPr lang="hu-HU" sz="3600" u="sng" dirty="0">
                <a:solidFill>
                  <a:schemeClr val="tx1"/>
                </a:solidFill>
                <a:latin typeface="Bookman Old Style"/>
              </a:rPr>
              <a:t>,</a:t>
            </a:r>
            <a:r>
              <a:rPr lang="hu-HU" sz="3600" u="sng" spc="-60" dirty="0">
                <a:solidFill>
                  <a:schemeClr val="tx1"/>
                </a:solidFill>
                <a:latin typeface="Bookman Old Style"/>
              </a:rPr>
              <a:t> R</a:t>
            </a:r>
            <a:r>
              <a:rPr lang="hu-HU" sz="3600" u="sng" spc="-10" dirty="0">
                <a:solidFill>
                  <a:schemeClr val="tx1"/>
                </a:solidFill>
                <a:latin typeface="Bookman Old Style"/>
              </a:rPr>
              <a:t>PVST+</a:t>
            </a:r>
            <a:endParaRPr lang="en-US" sz="3600" u="sng" spc="-10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6" name="Élőláb helye 1">
            <a:extLst>
              <a:ext uri="{FF2B5EF4-FFF2-40B4-BE49-F238E27FC236}">
                <a16:creationId xmlns:a16="http://schemas.microsoft.com/office/drawing/2014/main" id="{2E9A4232-0721-4C91-AD47-67F5A715F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436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 dirty="0">
                <a:solidFill>
                  <a:schemeClr val="tx1"/>
                </a:solidFill>
                <a:latin typeface="Bookman Old Style"/>
              </a:rPr>
              <a:t>2025-2026</a:t>
            </a:r>
            <a:endParaRPr lang="hu-HU" sz="1600" spc="-20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A54CA4-F1D3-E696-2D87-B0043FC98321}"/>
              </a:ext>
            </a:extLst>
          </p:cNvPr>
          <p:cNvSpPr txBox="1"/>
          <p:nvPr/>
        </p:nvSpPr>
        <p:spPr>
          <a:xfrm>
            <a:off x="467410" y="1736080"/>
            <a:ext cx="50419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</a:rPr>
              <a:t>interface Port-channel1</a:t>
            </a:r>
          </a:p>
          <a:p>
            <a:r>
              <a:rPr lang="en-US">
                <a:latin typeface="Bookman Old Style"/>
              </a:rPr>
              <a:t>switchport mode trunk</a:t>
            </a:r>
          </a:p>
          <a:p>
            <a:endParaRPr lang="en-US" dirty="0">
              <a:latin typeface="Bookman Old Style"/>
            </a:endParaRPr>
          </a:p>
          <a:p>
            <a:r>
              <a:rPr lang="en-US" dirty="0">
                <a:latin typeface="Bookman Old Style"/>
              </a:rPr>
              <a:t>interface Port-channel2</a:t>
            </a:r>
          </a:p>
          <a:p>
            <a:r>
              <a:rPr lang="en-US">
                <a:latin typeface="Bookman Old Style"/>
              </a:rPr>
              <a:t>switchport mode trunk</a:t>
            </a:r>
          </a:p>
          <a:p>
            <a:pPr algn="ctr"/>
            <a:endParaRPr lang="en-US" dirty="0">
              <a:latin typeface="Bookman Old Style"/>
            </a:endParaRPr>
          </a:p>
          <a:p>
            <a:endParaRPr lang="en-US" dirty="0">
              <a:latin typeface="Bookman Old Styl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E7ABC1-EE7C-0462-932F-198FBD48F632}"/>
              </a:ext>
            </a:extLst>
          </p:cNvPr>
          <p:cNvSpPr txBox="1"/>
          <p:nvPr/>
        </p:nvSpPr>
        <p:spPr>
          <a:xfrm>
            <a:off x="465183" y="3765977"/>
            <a:ext cx="50419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1800" baseline="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spanning-tree mode pvst</a:t>
            </a:r>
            <a:r>
              <a:rPr lang="en-US" sz="180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800" baseline="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spanning-tree extend system-id</a:t>
            </a:r>
            <a:r>
              <a:rPr lang="en-US" sz="180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800" baseline="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spanning-tree vlan 10,20,30,99 priority 28672</a:t>
            </a:r>
            <a:r>
              <a:rPr lang="en-US" sz="180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80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​</a:t>
            </a:r>
          </a:p>
          <a:p>
            <a:pPr algn="ctr"/>
            <a:endParaRPr lang="en-US">
              <a:latin typeface="Bookman Old Styl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E22C5D-62FD-D8D8-1026-8FC1E74294E9}"/>
              </a:ext>
            </a:extLst>
          </p:cNvPr>
          <p:cNvSpPr txBox="1"/>
          <p:nvPr/>
        </p:nvSpPr>
        <p:spPr>
          <a:xfrm>
            <a:off x="6022439" y="1100382"/>
            <a:ext cx="5041900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1800" baseline="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interface GigabitEthernet1/0/11</a:t>
            </a:r>
            <a:r>
              <a:rPr lang="en-US" sz="180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800" baseline="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switchport mode trunk</a:t>
            </a:r>
            <a:r>
              <a:rPr lang="en-US" sz="180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800" baseline="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channel-group 1 mode active</a:t>
            </a:r>
            <a:r>
              <a:rPr lang="en-US" sz="180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80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800" baseline="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Interface GigabitEthernet1/0/12</a:t>
            </a:r>
            <a:r>
              <a:rPr lang="en-US" sz="180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800" baseline="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switchport mode trunk</a:t>
            </a:r>
            <a:r>
              <a:rPr lang="en-US" sz="180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800" baseline="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channel-group 1 mode active</a:t>
            </a:r>
            <a:r>
              <a:rPr lang="en-US" sz="180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80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800" baseline="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interface GigabitEthernet1/0/15</a:t>
            </a:r>
            <a:r>
              <a:rPr lang="en-US" sz="180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800" baseline="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switchport mode trunk</a:t>
            </a:r>
            <a:r>
              <a:rPr lang="en-US" sz="180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800" baseline="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channel-group 3 mode passive</a:t>
            </a:r>
            <a:r>
              <a:rPr lang="en-US" sz="180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80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800" baseline="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interface GigabitEthernet1/0/16</a:t>
            </a:r>
            <a:r>
              <a:rPr lang="en-US" sz="180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800" baseline="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switchport mode trunk</a:t>
            </a:r>
            <a:r>
              <a:rPr lang="en-US" sz="180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800" baseline="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channel-group 3 mode passive</a:t>
            </a:r>
            <a:r>
              <a:rPr lang="en-US" sz="180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80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80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​</a:t>
            </a:r>
          </a:p>
          <a:p>
            <a:pPr algn="ctr"/>
            <a:endParaRPr lang="en-US">
              <a:latin typeface="Bookman Old Style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ACC7B9-1603-5CE3-BEEA-5FF348E6E587}"/>
              </a:ext>
            </a:extLst>
          </p:cNvPr>
          <p:cNvSpPr/>
          <p:nvPr/>
        </p:nvSpPr>
        <p:spPr>
          <a:xfrm>
            <a:off x="469031" y="1736259"/>
            <a:ext cx="2847221" cy="139892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FB06FA-F4ED-1055-2571-1EFB156A8B93}"/>
              </a:ext>
            </a:extLst>
          </p:cNvPr>
          <p:cNvSpPr/>
          <p:nvPr/>
        </p:nvSpPr>
        <p:spPr>
          <a:xfrm>
            <a:off x="469099" y="3763134"/>
            <a:ext cx="4569046" cy="125061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0B6992-6AAB-F21F-5CE6-AEFBD1899F94}"/>
              </a:ext>
            </a:extLst>
          </p:cNvPr>
          <p:cNvSpPr/>
          <p:nvPr/>
        </p:nvSpPr>
        <p:spPr>
          <a:xfrm>
            <a:off x="6021796" y="1060633"/>
            <a:ext cx="3885259" cy="421677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 advTm="3000">
    <p:pull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9900" y="400050"/>
            <a:ext cx="9503461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hu-HU" sz="3600" b="1" u="sng" dirty="0">
                <a:solidFill>
                  <a:schemeClr val="tx1"/>
                </a:solidFill>
                <a:latin typeface="Bookman Old Style"/>
              </a:rPr>
              <a:t>Emelet2_SW</a:t>
            </a:r>
            <a:br>
              <a:rPr lang="hu-HU" sz="3600" u="sng" dirty="0">
                <a:solidFill>
                  <a:schemeClr val="tx1"/>
                </a:solidFill>
                <a:latin typeface="Bookman Old Style"/>
              </a:rPr>
            </a:br>
            <a:r>
              <a:rPr sz="3600" u="sng" dirty="0" err="1">
                <a:solidFill>
                  <a:schemeClr val="tx1"/>
                </a:solidFill>
                <a:latin typeface="Bookman Old Style"/>
              </a:rPr>
              <a:t>Etherchannel</a:t>
            </a:r>
            <a:r>
              <a:rPr lang="hu-HU" sz="3600" u="sng" dirty="0">
                <a:solidFill>
                  <a:schemeClr val="tx1"/>
                </a:solidFill>
                <a:latin typeface="Bookman Old Style"/>
              </a:rPr>
              <a:t>,</a:t>
            </a:r>
            <a:r>
              <a:rPr lang="hu-HU" sz="3600" u="sng" spc="-60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lang="hu-HU" sz="3600" u="sng" spc="-60" dirty="0">
                <a:solidFill>
                  <a:schemeClr val="tx1"/>
                </a:solidFill>
                <a:latin typeface="Bookman Old Style"/>
                <a:cs typeface="Segoe UI"/>
              </a:rPr>
              <a:t>RPVST+</a:t>
            </a:r>
            <a:endParaRPr lang="en-US" sz="3600" u="sng" spc="-60">
              <a:solidFill>
                <a:schemeClr val="tx1"/>
              </a:solidFill>
              <a:latin typeface="Bookman Old Style"/>
              <a:cs typeface="Segoe UI"/>
            </a:endParaRPr>
          </a:p>
        </p:txBody>
      </p:sp>
      <p:sp>
        <p:nvSpPr>
          <p:cNvPr id="6" name="Élőláb helye 1">
            <a:extLst>
              <a:ext uri="{FF2B5EF4-FFF2-40B4-BE49-F238E27FC236}">
                <a16:creationId xmlns:a16="http://schemas.microsoft.com/office/drawing/2014/main" id="{1502411C-22E4-4909-B451-D7A7E7C0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436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>
                <a:solidFill>
                  <a:schemeClr val="tx1"/>
                </a:solidFill>
                <a:latin typeface="Bookman Old Style"/>
              </a:rPr>
              <a:t>2025-2026</a:t>
            </a:r>
            <a:endParaRPr lang="hu-HU" sz="1600" spc="-20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7D0786-5060-B261-B623-D61A698E739D}"/>
              </a:ext>
            </a:extLst>
          </p:cNvPr>
          <p:cNvSpPr txBox="1"/>
          <p:nvPr/>
        </p:nvSpPr>
        <p:spPr>
          <a:xfrm>
            <a:off x="472215" y="1700789"/>
            <a:ext cx="50419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  <a:cs typeface="Segoe UI"/>
              </a:rPr>
              <a:t>interface Port-channel1</a:t>
            </a:r>
            <a:endParaRPr lang="en-US" dirty="0">
              <a:latin typeface="Bookman Old Style"/>
            </a:endParaRPr>
          </a:p>
          <a:p>
            <a:r>
              <a:rPr lang="en-US">
                <a:latin typeface="Bookman Old Style"/>
                <a:cs typeface="Segoe UI"/>
              </a:rPr>
              <a:t>switchport mode trunk</a:t>
            </a:r>
            <a:endParaRPr lang="en-US">
              <a:latin typeface="Bookman Old Style"/>
            </a:endParaRPr>
          </a:p>
          <a:p>
            <a:endParaRPr lang="en-US" dirty="0">
              <a:latin typeface="Bookman Old Style"/>
              <a:cs typeface="Segoe UI"/>
            </a:endParaRPr>
          </a:p>
          <a:p>
            <a:r>
              <a:rPr lang="en-US" dirty="0">
                <a:latin typeface="Bookman Old Style"/>
                <a:cs typeface="Segoe UI"/>
              </a:rPr>
              <a:t>interface Port-channel2</a:t>
            </a:r>
          </a:p>
          <a:p>
            <a:r>
              <a:rPr lang="en-US">
                <a:latin typeface="Bookman Old Style"/>
                <a:cs typeface="Segoe UI"/>
              </a:rPr>
              <a:t>switchport mode trunk</a:t>
            </a:r>
            <a:endParaRPr lang="en-US">
              <a:latin typeface="Bookman Old Style"/>
            </a:endParaRPr>
          </a:p>
          <a:p>
            <a:endParaRPr lang="en-US" dirty="0">
              <a:latin typeface="Bookman Old Style"/>
              <a:cs typeface="Segoe UI"/>
            </a:endParaRPr>
          </a:p>
          <a:p>
            <a:endParaRPr lang="en-US" dirty="0">
              <a:latin typeface="Bookman Old Styl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E6ABCF-237F-BEEB-FB80-A66AB9E1C279}"/>
              </a:ext>
            </a:extLst>
          </p:cNvPr>
          <p:cNvSpPr txBox="1"/>
          <p:nvPr/>
        </p:nvSpPr>
        <p:spPr>
          <a:xfrm>
            <a:off x="5922159" y="958328"/>
            <a:ext cx="5041900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  <a:ea typeface="Segoe UI"/>
                <a:cs typeface="Segoe UI"/>
              </a:rPr>
              <a:t>interface GigabitEthernet1/0/11</a:t>
            </a:r>
            <a:endParaRPr lang="en-US">
              <a:latin typeface="Bookman Old Style"/>
            </a:endParaRPr>
          </a:p>
          <a:p>
            <a:r>
              <a:rPr lang="en-US" dirty="0">
                <a:latin typeface="Bookman Old Style"/>
                <a:ea typeface="Segoe UI"/>
                <a:cs typeface="Segoe UI"/>
              </a:rPr>
              <a:t>switchport </a:t>
            </a:r>
            <a:r>
              <a:rPr lang="en-US">
                <a:latin typeface="Bookman Old Style"/>
                <a:ea typeface="Segoe UI"/>
                <a:cs typeface="Segoe UI"/>
              </a:rPr>
              <a:t>mode trunk</a:t>
            </a:r>
          </a:p>
          <a:p>
            <a:r>
              <a:rPr lang="en-US">
                <a:latin typeface="Bookman Old Style"/>
                <a:ea typeface="Segoe UI"/>
                <a:cs typeface="Segoe UI"/>
              </a:rPr>
              <a:t>channel-group 1 mode active</a:t>
            </a:r>
          </a:p>
          <a:p>
            <a:endParaRPr lang="en-US" dirty="0">
              <a:latin typeface="Bookman Old Style"/>
              <a:ea typeface="Segoe UI"/>
              <a:cs typeface="Segoe UI"/>
            </a:endParaRPr>
          </a:p>
          <a:p>
            <a:r>
              <a:rPr lang="en-US">
                <a:latin typeface="Bookman Old Style"/>
                <a:ea typeface="Segoe UI"/>
                <a:cs typeface="Segoe UI"/>
              </a:rPr>
              <a:t>Interface GigabitEthernet1/0/12</a:t>
            </a:r>
          </a:p>
          <a:p>
            <a:r>
              <a:rPr lang="en-US" dirty="0">
                <a:latin typeface="Bookman Old Style"/>
                <a:ea typeface="Segoe UI"/>
                <a:cs typeface="Segoe UI"/>
              </a:rPr>
              <a:t>switchport </a:t>
            </a:r>
            <a:r>
              <a:rPr lang="en-US">
                <a:latin typeface="Bookman Old Style"/>
                <a:ea typeface="Segoe UI"/>
                <a:cs typeface="Segoe UI"/>
              </a:rPr>
              <a:t>mode trunk</a:t>
            </a:r>
          </a:p>
          <a:p>
            <a:r>
              <a:rPr lang="en-US">
                <a:latin typeface="Bookman Old Style"/>
                <a:ea typeface="Segoe UI"/>
                <a:cs typeface="Segoe UI"/>
              </a:rPr>
              <a:t>channel-group 1 mode </a:t>
            </a:r>
            <a:r>
              <a:rPr lang="en-US" dirty="0">
                <a:latin typeface="Bookman Old Style"/>
                <a:ea typeface="Segoe UI"/>
                <a:cs typeface="Segoe UI"/>
              </a:rPr>
              <a:t>active</a:t>
            </a:r>
            <a:endParaRPr lang="en-US">
              <a:latin typeface="Bookman Old Style"/>
              <a:cs typeface="Segoe UI"/>
            </a:endParaRPr>
          </a:p>
          <a:p>
            <a:endParaRPr lang="en-US" dirty="0">
              <a:latin typeface="Bookman Old Style"/>
              <a:cs typeface="Segoe UI"/>
            </a:endParaRPr>
          </a:p>
          <a:p>
            <a:r>
              <a:rPr lang="en-US" dirty="0">
                <a:latin typeface="Bookman Old Style"/>
                <a:cs typeface="Segoe UI"/>
              </a:rPr>
              <a:t>interface GigabitEthernet1/0/13</a:t>
            </a:r>
          </a:p>
          <a:p>
            <a:r>
              <a:rPr lang="en-US" dirty="0">
                <a:latin typeface="Bookman Old Style"/>
                <a:cs typeface="Segoe UI"/>
              </a:rPr>
              <a:t>switchport </a:t>
            </a:r>
            <a:r>
              <a:rPr lang="en-US">
                <a:latin typeface="Bookman Old Style"/>
                <a:cs typeface="Segoe UI"/>
              </a:rPr>
              <a:t>mode trunk</a:t>
            </a:r>
          </a:p>
          <a:p>
            <a:r>
              <a:rPr lang="en-US" dirty="0">
                <a:latin typeface="Bookman Old Style"/>
                <a:cs typeface="Segoe UI"/>
              </a:rPr>
              <a:t>channel-group 2 mode </a:t>
            </a:r>
            <a:r>
              <a:rPr lang="en-US">
                <a:latin typeface="Bookman Old Style"/>
                <a:cs typeface="Segoe UI"/>
              </a:rPr>
              <a:t>active</a:t>
            </a:r>
          </a:p>
          <a:p>
            <a:endParaRPr lang="en-US" dirty="0">
              <a:latin typeface="Bookman Old Style"/>
              <a:cs typeface="Segoe UI"/>
            </a:endParaRPr>
          </a:p>
          <a:p>
            <a:r>
              <a:rPr lang="en-US" dirty="0">
                <a:latin typeface="Bookman Old Style"/>
                <a:cs typeface="Segoe UI"/>
              </a:rPr>
              <a:t>interface GigabitEthernet1/0/14</a:t>
            </a:r>
          </a:p>
          <a:p>
            <a:r>
              <a:rPr lang="en-US" dirty="0">
                <a:latin typeface="Bookman Old Style"/>
                <a:cs typeface="Segoe UI"/>
              </a:rPr>
              <a:t>switchport </a:t>
            </a:r>
            <a:r>
              <a:rPr lang="en-US">
                <a:latin typeface="Bookman Old Style"/>
                <a:cs typeface="Segoe UI"/>
              </a:rPr>
              <a:t>mode trunk</a:t>
            </a:r>
          </a:p>
          <a:p>
            <a:r>
              <a:rPr lang="en-US">
                <a:latin typeface="Bookman Old Style"/>
                <a:cs typeface="Segoe UI"/>
              </a:rPr>
              <a:t>channel-group 2 mode </a:t>
            </a:r>
            <a:r>
              <a:rPr lang="en-US" dirty="0">
                <a:latin typeface="Bookman Old Style"/>
                <a:cs typeface="Segoe UI"/>
              </a:rPr>
              <a:t>active</a:t>
            </a:r>
            <a:endParaRPr lang="en-US">
              <a:latin typeface="Bookman Old Style"/>
            </a:endParaRPr>
          </a:p>
          <a:p>
            <a:endParaRPr lang="en-US" dirty="0">
              <a:latin typeface="Bookman Old Style"/>
              <a:cs typeface="Segoe UI"/>
            </a:endParaRPr>
          </a:p>
          <a:p>
            <a:endParaRPr lang="en-US" dirty="0">
              <a:latin typeface="Bookman Old Style"/>
              <a:cs typeface="Segoe UI"/>
            </a:endParaRPr>
          </a:p>
          <a:p>
            <a:pPr algn="ctr"/>
            <a:endParaRPr lang="en-US">
              <a:latin typeface="Bookman Old Styl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671C68-940A-0AF9-B8EC-E393B490632F}"/>
              </a:ext>
            </a:extLst>
          </p:cNvPr>
          <p:cNvSpPr txBox="1"/>
          <p:nvPr/>
        </p:nvSpPr>
        <p:spPr>
          <a:xfrm>
            <a:off x="473539" y="3874607"/>
            <a:ext cx="50419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  <a:ea typeface="Segoe UI"/>
                <a:cs typeface="Segoe UI"/>
              </a:rPr>
              <a:t>spanning-tree mode </a:t>
            </a:r>
            <a:r>
              <a:rPr lang="en-US" dirty="0" err="1">
                <a:latin typeface="Bookman Old Style"/>
                <a:ea typeface="Segoe UI"/>
                <a:cs typeface="Segoe UI"/>
              </a:rPr>
              <a:t>pvst</a:t>
            </a:r>
            <a:endParaRPr lang="en-US" dirty="0" err="1">
              <a:latin typeface="Bookman Old Style"/>
            </a:endParaRPr>
          </a:p>
          <a:p>
            <a:r>
              <a:rPr lang="en-US" dirty="0">
                <a:latin typeface="Bookman Old Style"/>
                <a:ea typeface="Segoe UI"/>
                <a:cs typeface="Segoe UI"/>
              </a:rPr>
              <a:t>spanning-tree extend </a:t>
            </a:r>
            <a:r>
              <a:rPr lang="en-US">
                <a:latin typeface="Bookman Old Style"/>
                <a:ea typeface="Segoe UI"/>
                <a:cs typeface="Segoe UI"/>
              </a:rPr>
              <a:t>system-id</a:t>
            </a:r>
          </a:p>
          <a:p>
            <a:r>
              <a:rPr lang="en-US" dirty="0">
                <a:latin typeface="Bookman Old Style"/>
                <a:ea typeface="Segoe UI"/>
                <a:cs typeface="Segoe UI"/>
              </a:rPr>
              <a:t>spanning-tree </a:t>
            </a:r>
            <a:r>
              <a:rPr lang="en-US" dirty="0" err="1">
                <a:latin typeface="Bookman Old Style"/>
                <a:ea typeface="Segoe UI"/>
                <a:cs typeface="Segoe UI"/>
              </a:rPr>
              <a:t>vlan</a:t>
            </a:r>
            <a:r>
              <a:rPr lang="en-US" dirty="0">
                <a:latin typeface="Bookman Old Style"/>
                <a:ea typeface="Segoe UI"/>
                <a:cs typeface="Segoe UI"/>
              </a:rPr>
              <a:t> 10,20,30,99 priority 28672</a:t>
            </a:r>
            <a:endParaRPr lang="en-US">
              <a:latin typeface="Bookman Old Style"/>
            </a:endParaRPr>
          </a:p>
          <a:p>
            <a:pPr algn="ctr"/>
            <a:endParaRPr lang="en-US">
              <a:latin typeface="Bookman Old Styl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8CF9BC-A86C-5E8D-DEEA-9AD12C9C70C0}"/>
              </a:ext>
            </a:extLst>
          </p:cNvPr>
          <p:cNvSpPr/>
          <p:nvPr/>
        </p:nvSpPr>
        <p:spPr>
          <a:xfrm>
            <a:off x="469031" y="1736259"/>
            <a:ext cx="2847221" cy="139892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C5D214-6273-0B52-E172-6D2623097077}"/>
              </a:ext>
            </a:extLst>
          </p:cNvPr>
          <p:cNvSpPr/>
          <p:nvPr/>
        </p:nvSpPr>
        <p:spPr>
          <a:xfrm>
            <a:off x="469099" y="3878485"/>
            <a:ext cx="4569046" cy="125061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BDDCCC-C676-2180-4596-0CA0D4323615}"/>
              </a:ext>
            </a:extLst>
          </p:cNvPr>
          <p:cNvSpPr/>
          <p:nvPr/>
        </p:nvSpPr>
        <p:spPr>
          <a:xfrm>
            <a:off x="5922935" y="961761"/>
            <a:ext cx="3885259" cy="421677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099507"/>
      </p:ext>
    </p:extLst>
  </p:cSld>
  <p:clrMapOvr>
    <a:masterClrMapping/>
  </p:clrMapOvr>
  <p:transition spd="med" advTm="3000">
    <p:pull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9900" y="400050"/>
            <a:ext cx="9503461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hu-HU" sz="3600" b="1" u="sng" dirty="0">
                <a:solidFill>
                  <a:schemeClr val="tx1"/>
                </a:solidFill>
                <a:latin typeface="Bookman Old Style"/>
              </a:rPr>
              <a:t>Emelet3_SW</a:t>
            </a:r>
            <a:br>
              <a:rPr lang="hu-HU" sz="3600" u="sng" dirty="0">
                <a:solidFill>
                  <a:schemeClr val="tx1"/>
                </a:solidFill>
                <a:latin typeface="Bookman Old Style"/>
              </a:rPr>
            </a:br>
            <a:r>
              <a:rPr sz="3600" u="sng" dirty="0" err="1">
                <a:solidFill>
                  <a:schemeClr val="tx1"/>
                </a:solidFill>
                <a:latin typeface="Bookman Old Style"/>
              </a:rPr>
              <a:t>Etherchannel</a:t>
            </a:r>
            <a:r>
              <a:rPr lang="hu-HU" sz="3600" u="sng" dirty="0">
                <a:solidFill>
                  <a:schemeClr val="tx1"/>
                </a:solidFill>
                <a:latin typeface="Bookman Old Style"/>
              </a:rPr>
              <a:t>,</a:t>
            </a:r>
            <a:r>
              <a:rPr lang="hu-HU" sz="3600" u="sng" spc="-60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lang="hu-HU" sz="3600" u="sng" dirty="0">
                <a:solidFill>
                  <a:schemeClr val="tx1"/>
                </a:solidFill>
                <a:latin typeface="Bookman Old Style"/>
              </a:rPr>
              <a:t>R</a:t>
            </a:r>
            <a:r>
              <a:rPr lang="hu-HU" sz="3600" u="sng" spc="-10" dirty="0">
                <a:solidFill>
                  <a:schemeClr val="tx1"/>
                </a:solidFill>
                <a:latin typeface="Bookman Old Style"/>
              </a:rPr>
              <a:t>PVST+</a:t>
            </a:r>
            <a:endParaRPr lang="en-US" sz="3600" u="sng" spc="-10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6" name="Élőláb helye 1">
            <a:extLst>
              <a:ext uri="{FF2B5EF4-FFF2-40B4-BE49-F238E27FC236}">
                <a16:creationId xmlns:a16="http://schemas.microsoft.com/office/drawing/2014/main" id="{674C2105-A690-42EC-9097-CC07FA93D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436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>
                <a:solidFill>
                  <a:schemeClr val="tx1"/>
                </a:solidFill>
                <a:latin typeface="Bookman Old Style"/>
              </a:rPr>
              <a:t>2025-2026</a:t>
            </a:r>
            <a:endParaRPr lang="hu-HU" sz="1600" spc="-20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D97D80-4EEA-899D-3F9E-45282000B5CD}"/>
              </a:ext>
            </a:extLst>
          </p:cNvPr>
          <p:cNvSpPr txBox="1"/>
          <p:nvPr/>
        </p:nvSpPr>
        <p:spPr>
          <a:xfrm>
            <a:off x="473540" y="1793938"/>
            <a:ext cx="50419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  <a:ea typeface="Segoe UI"/>
                <a:cs typeface="Segoe UI"/>
              </a:rPr>
              <a:t>interface Port-channel2</a:t>
            </a:r>
            <a:endParaRPr lang="en-US" dirty="0">
              <a:latin typeface="Bookman Old Style"/>
            </a:endParaRPr>
          </a:p>
          <a:p>
            <a:r>
              <a:rPr lang="en-US">
                <a:latin typeface="Bookman Old Style"/>
                <a:ea typeface="Segoe UI"/>
                <a:cs typeface="Segoe UI"/>
              </a:rPr>
              <a:t>switchport mode trunk</a:t>
            </a:r>
            <a:endParaRPr lang="en-US">
              <a:latin typeface="Bookman Old Style"/>
            </a:endParaRPr>
          </a:p>
          <a:p>
            <a:endParaRPr lang="en-US" dirty="0">
              <a:latin typeface="Bookman Old Style"/>
              <a:cs typeface="Segoe UI"/>
            </a:endParaRPr>
          </a:p>
          <a:p>
            <a:r>
              <a:rPr lang="en-US" dirty="0">
                <a:latin typeface="Bookman Old Style"/>
                <a:cs typeface="Segoe UI"/>
              </a:rPr>
              <a:t>interface Port-channel3</a:t>
            </a:r>
          </a:p>
          <a:p>
            <a:r>
              <a:rPr lang="en-US">
                <a:latin typeface="Bookman Old Style"/>
                <a:cs typeface="Segoe UI"/>
              </a:rPr>
              <a:t>switchport mode trunk</a:t>
            </a:r>
            <a:endParaRPr lang="en-US">
              <a:latin typeface="Bookman Old Styl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75EDCB-4976-6E4C-3EBC-9C90CC210FA9}"/>
              </a:ext>
            </a:extLst>
          </p:cNvPr>
          <p:cNvSpPr txBox="1"/>
          <p:nvPr/>
        </p:nvSpPr>
        <p:spPr>
          <a:xfrm>
            <a:off x="5855304" y="1234081"/>
            <a:ext cx="504190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  <a:ea typeface="Segoe UI"/>
                <a:cs typeface="Segoe UI"/>
              </a:rPr>
              <a:t>interface GigabitEthernet1/0/13</a:t>
            </a:r>
            <a:endParaRPr lang="en-US" dirty="0">
              <a:latin typeface="Bookman Old Style"/>
            </a:endParaRPr>
          </a:p>
          <a:p>
            <a:r>
              <a:rPr lang="en-US" dirty="0">
                <a:latin typeface="Bookman Old Style"/>
                <a:ea typeface="Segoe UI"/>
                <a:cs typeface="Segoe UI"/>
              </a:rPr>
              <a:t>switchport </a:t>
            </a:r>
            <a:r>
              <a:rPr lang="en-US">
                <a:latin typeface="Bookman Old Style"/>
                <a:ea typeface="Segoe UI"/>
                <a:cs typeface="Segoe UI"/>
              </a:rPr>
              <a:t>mode trunk</a:t>
            </a:r>
          </a:p>
          <a:p>
            <a:r>
              <a:rPr lang="en-US" dirty="0">
                <a:latin typeface="Bookman Old Style"/>
                <a:ea typeface="Segoe UI"/>
                <a:cs typeface="Segoe UI"/>
              </a:rPr>
              <a:t>channel-group 2 mode </a:t>
            </a:r>
            <a:r>
              <a:rPr lang="en-US">
                <a:latin typeface="Bookman Old Style"/>
                <a:ea typeface="Segoe UI"/>
                <a:cs typeface="Segoe UI"/>
              </a:rPr>
              <a:t>passive</a:t>
            </a:r>
          </a:p>
          <a:p>
            <a:endParaRPr lang="en-US" dirty="0">
              <a:latin typeface="Bookman Old Style"/>
              <a:ea typeface="Segoe UI"/>
              <a:cs typeface="Segoe UI"/>
            </a:endParaRPr>
          </a:p>
          <a:p>
            <a:r>
              <a:rPr lang="en-US" dirty="0">
                <a:latin typeface="Bookman Old Style"/>
                <a:ea typeface="Segoe UI"/>
                <a:cs typeface="Segoe UI"/>
              </a:rPr>
              <a:t>interface GigabitEthernet1/0/14</a:t>
            </a:r>
          </a:p>
          <a:p>
            <a:r>
              <a:rPr lang="en-US" dirty="0">
                <a:latin typeface="Bookman Old Style"/>
                <a:ea typeface="Segoe UI"/>
                <a:cs typeface="Segoe UI"/>
              </a:rPr>
              <a:t>switchport </a:t>
            </a:r>
            <a:r>
              <a:rPr lang="en-US">
                <a:latin typeface="Bookman Old Style"/>
                <a:ea typeface="Segoe UI"/>
                <a:cs typeface="Segoe UI"/>
              </a:rPr>
              <a:t>mode trunk</a:t>
            </a:r>
          </a:p>
          <a:p>
            <a:r>
              <a:rPr lang="en-US">
                <a:latin typeface="Bookman Old Style"/>
                <a:ea typeface="Segoe UI"/>
                <a:cs typeface="Segoe UI"/>
              </a:rPr>
              <a:t>channel-group 2 mode passive</a:t>
            </a:r>
          </a:p>
          <a:p>
            <a:endParaRPr lang="en-US" dirty="0">
              <a:latin typeface="Bookman Old Style"/>
              <a:cs typeface="Segoe UI"/>
            </a:endParaRPr>
          </a:p>
          <a:p>
            <a:r>
              <a:rPr lang="en-US" dirty="0">
                <a:latin typeface="Bookman Old Style"/>
                <a:cs typeface="Segoe UI"/>
              </a:rPr>
              <a:t>interface GigabitEthernet1/0/15</a:t>
            </a:r>
          </a:p>
          <a:p>
            <a:r>
              <a:rPr lang="en-US" dirty="0">
                <a:latin typeface="Bookman Old Style"/>
                <a:cs typeface="Segoe UI"/>
              </a:rPr>
              <a:t>switchport </a:t>
            </a:r>
            <a:r>
              <a:rPr lang="en-US">
                <a:latin typeface="Bookman Old Style"/>
                <a:cs typeface="Segoe UI"/>
              </a:rPr>
              <a:t>mode trunk</a:t>
            </a:r>
          </a:p>
          <a:p>
            <a:r>
              <a:rPr lang="en-US">
                <a:latin typeface="Bookman Old Style"/>
                <a:cs typeface="Segoe UI"/>
              </a:rPr>
              <a:t>channel-group 3 mode active</a:t>
            </a:r>
          </a:p>
          <a:p>
            <a:endParaRPr lang="en-US" dirty="0">
              <a:latin typeface="Bookman Old Style"/>
              <a:cs typeface="Segoe UI"/>
            </a:endParaRPr>
          </a:p>
          <a:p>
            <a:r>
              <a:rPr lang="en-US" dirty="0">
                <a:latin typeface="Bookman Old Style"/>
                <a:cs typeface="Segoe UI"/>
              </a:rPr>
              <a:t>interface GigabitEthernet1/0/16</a:t>
            </a:r>
          </a:p>
          <a:p>
            <a:r>
              <a:rPr lang="en-US" dirty="0">
                <a:latin typeface="Bookman Old Style"/>
                <a:cs typeface="Segoe UI"/>
              </a:rPr>
              <a:t>switchport </a:t>
            </a:r>
            <a:r>
              <a:rPr lang="en-US">
                <a:latin typeface="Bookman Old Style"/>
                <a:cs typeface="Segoe UI"/>
              </a:rPr>
              <a:t>mode trunk</a:t>
            </a:r>
          </a:p>
          <a:p>
            <a:r>
              <a:rPr lang="en-US">
                <a:latin typeface="Bookman Old Style"/>
                <a:cs typeface="Segoe UI"/>
              </a:rPr>
              <a:t>channel-group 3 mode </a:t>
            </a:r>
            <a:r>
              <a:rPr lang="en-US" dirty="0">
                <a:latin typeface="Bookman Old Style"/>
                <a:cs typeface="Segoe UI"/>
              </a:rPr>
              <a:t>active</a:t>
            </a:r>
            <a:endParaRPr lang="en-US">
              <a:latin typeface="Bookman Old Style"/>
              <a:cs typeface="Segoe UI"/>
            </a:endParaRPr>
          </a:p>
          <a:p>
            <a:endParaRPr lang="en-US" dirty="0">
              <a:latin typeface="Bookman Old Style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4A3C72-3A54-2A75-FD06-1CB3AEFC5B26}"/>
              </a:ext>
            </a:extLst>
          </p:cNvPr>
          <p:cNvSpPr txBox="1"/>
          <p:nvPr/>
        </p:nvSpPr>
        <p:spPr>
          <a:xfrm>
            <a:off x="473540" y="3757620"/>
            <a:ext cx="50419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  <a:ea typeface="Segoe UI"/>
                <a:cs typeface="Segoe UI"/>
              </a:rPr>
              <a:t>spanning-tree mode </a:t>
            </a:r>
            <a:r>
              <a:rPr lang="en-US" dirty="0" err="1">
                <a:latin typeface="Bookman Old Style"/>
                <a:ea typeface="Segoe UI"/>
                <a:cs typeface="Segoe UI"/>
              </a:rPr>
              <a:t>pvst</a:t>
            </a:r>
            <a:endParaRPr lang="en-US" dirty="0" err="1">
              <a:latin typeface="Bookman Old Style"/>
            </a:endParaRPr>
          </a:p>
          <a:p>
            <a:r>
              <a:rPr lang="en-US" dirty="0">
                <a:latin typeface="Bookman Old Style"/>
                <a:ea typeface="Segoe UI"/>
                <a:cs typeface="Segoe UI"/>
              </a:rPr>
              <a:t>spanning-tree extend </a:t>
            </a:r>
            <a:r>
              <a:rPr lang="en-US">
                <a:latin typeface="Bookman Old Style"/>
                <a:ea typeface="Segoe UI"/>
                <a:cs typeface="Segoe UI"/>
              </a:rPr>
              <a:t>system-id</a:t>
            </a:r>
          </a:p>
          <a:p>
            <a:r>
              <a:rPr lang="en-US">
                <a:latin typeface="Bookman Old Style"/>
                <a:ea typeface="Segoe UI"/>
                <a:cs typeface="Segoe UI"/>
              </a:rPr>
              <a:t>spanning-tree </a:t>
            </a:r>
            <a:r>
              <a:rPr lang="en-US" err="1">
                <a:latin typeface="Bookman Old Style"/>
                <a:ea typeface="Segoe UI"/>
                <a:cs typeface="Segoe UI"/>
              </a:rPr>
              <a:t>vlan</a:t>
            </a:r>
            <a:r>
              <a:rPr lang="en-US" dirty="0">
                <a:latin typeface="Bookman Old Style"/>
                <a:ea typeface="Segoe UI"/>
                <a:cs typeface="Segoe UI"/>
              </a:rPr>
              <a:t> 10,20,30,99 priority 28672</a:t>
            </a:r>
            <a:endParaRPr lang="en-US">
              <a:latin typeface="Bookman Old Style"/>
            </a:endParaRPr>
          </a:p>
          <a:p>
            <a:pPr algn="ctr"/>
            <a:endParaRPr lang="en-US">
              <a:latin typeface="Bookman Old Styl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225BEA-45CE-4942-1E14-AC6F4246B972}"/>
              </a:ext>
            </a:extLst>
          </p:cNvPr>
          <p:cNvSpPr/>
          <p:nvPr/>
        </p:nvSpPr>
        <p:spPr>
          <a:xfrm>
            <a:off x="469031" y="1835131"/>
            <a:ext cx="2847221" cy="139892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ABBC44-6620-5BDF-1F05-1D6BF0651154}"/>
              </a:ext>
            </a:extLst>
          </p:cNvPr>
          <p:cNvSpPr/>
          <p:nvPr/>
        </p:nvSpPr>
        <p:spPr>
          <a:xfrm>
            <a:off x="477337" y="3754895"/>
            <a:ext cx="4569046" cy="125061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49DC83-90B7-5314-F26B-2CBD4B024CDF}"/>
              </a:ext>
            </a:extLst>
          </p:cNvPr>
          <p:cNvSpPr/>
          <p:nvPr/>
        </p:nvSpPr>
        <p:spPr>
          <a:xfrm>
            <a:off x="5857028" y="1159505"/>
            <a:ext cx="3885259" cy="421677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661919"/>
      </p:ext>
    </p:extLst>
  </p:cSld>
  <p:clrMapOvr>
    <a:masterClrMapping/>
  </p:clrMapOvr>
  <p:transition spd="med">
    <p:pull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700" y="400050"/>
            <a:ext cx="8810625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600" b="1" u="sng" dirty="0">
                <a:solidFill>
                  <a:schemeClr val="tx1"/>
                </a:solidFill>
                <a:latin typeface="Bookman Old Style"/>
              </a:rPr>
              <a:t>Emelet1/2/3_SW</a:t>
            </a:r>
            <a:br>
              <a:rPr lang="hu-HU" sz="3600" u="sng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sz="3600" u="sng" dirty="0" err="1">
                <a:solidFill>
                  <a:schemeClr val="tx1"/>
                </a:solidFill>
                <a:latin typeface="Bookman Old Style"/>
              </a:rPr>
              <a:t>Portbiztonság</a:t>
            </a:r>
            <a:endParaRPr lang="en-US" sz="3600" b="1" i="1" u="sng" spc="-20">
              <a:solidFill>
                <a:schemeClr val="tx1"/>
              </a:solidFill>
              <a:latin typeface="Bookman Old Style"/>
              <a:cs typeface="Arial"/>
            </a:endParaRPr>
          </a:p>
        </p:txBody>
      </p:sp>
      <p:sp>
        <p:nvSpPr>
          <p:cNvPr id="6" name="Élőláb helye 1">
            <a:extLst>
              <a:ext uri="{FF2B5EF4-FFF2-40B4-BE49-F238E27FC236}">
                <a16:creationId xmlns:a16="http://schemas.microsoft.com/office/drawing/2014/main" id="{A995273B-B432-4AC6-B7D7-64AFC7105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436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>
                <a:solidFill>
                  <a:schemeClr val="tx1"/>
                </a:solidFill>
                <a:latin typeface="Bookman Old Style"/>
              </a:rPr>
              <a:t>2025-2026</a:t>
            </a:r>
            <a:endParaRPr lang="hu-HU" sz="1600" spc="-2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B8805-5239-F9B7-3FD0-E324671A149A}"/>
              </a:ext>
            </a:extLst>
          </p:cNvPr>
          <p:cNvSpPr txBox="1"/>
          <p:nvPr/>
        </p:nvSpPr>
        <p:spPr>
          <a:xfrm>
            <a:off x="389972" y="1961060"/>
            <a:ext cx="50419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Segoe UI"/>
                <a:ea typeface="Segoe UI"/>
                <a:cs typeface="Segoe UI"/>
              </a:rPr>
              <a:t>interface GigabitEthernet1/0/23</a:t>
            </a:r>
            <a:endParaRPr lang="en-US" dirty="0"/>
          </a:p>
          <a:p>
            <a:r>
              <a:rPr lang="en-US" dirty="0">
                <a:latin typeface="Segoe UI"/>
                <a:ea typeface="Segoe UI"/>
                <a:cs typeface="Segoe UI"/>
              </a:rPr>
              <a:t>switchport access </a:t>
            </a:r>
            <a:r>
              <a:rPr lang="en-US" dirty="0" err="1">
                <a:latin typeface="Segoe UI"/>
                <a:ea typeface="Segoe UI"/>
                <a:cs typeface="Segoe UI"/>
              </a:rPr>
              <a:t>vlan</a:t>
            </a:r>
            <a:r>
              <a:rPr lang="en-US" dirty="0">
                <a:latin typeface="Segoe UI"/>
                <a:ea typeface="Segoe UI"/>
                <a:cs typeface="Segoe UI"/>
              </a:rPr>
              <a:t> 10</a:t>
            </a:r>
            <a:endParaRPr lang="en-US" dirty="0">
              <a:latin typeface="Century Gothic" panose="020B0502020202020204"/>
              <a:ea typeface="Segoe UI"/>
              <a:cs typeface="Segoe UI"/>
            </a:endParaRPr>
          </a:p>
          <a:p>
            <a:r>
              <a:rPr lang="en-US" dirty="0">
                <a:latin typeface="Segoe UI"/>
                <a:ea typeface="Segoe UI"/>
                <a:cs typeface="Segoe UI"/>
              </a:rPr>
              <a:t>switchport mode </a:t>
            </a:r>
            <a:r>
              <a:rPr lang="en-US">
                <a:latin typeface="Segoe UI"/>
                <a:ea typeface="Segoe UI"/>
                <a:cs typeface="Segoe UI"/>
              </a:rPr>
              <a:t>access</a:t>
            </a:r>
            <a:endParaRPr lang="en-US">
              <a:latin typeface="Century Gothic" panose="020B0502020202020204"/>
              <a:ea typeface="Segoe UI"/>
              <a:cs typeface="Segoe UI"/>
            </a:endParaRPr>
          </a:p>
          <a:p>
            <a:r>
              <a:rPr lang="en-US" dirty="0">
                <a:latin typeface="Segoe UI"/>
                <a:ea typeface="Segoe UI"/>
                <a:cs typeface="Segoe UI"/>
              </a:rPr>
              <a:t>spanning-tree </a:t>
            </a:r>
            <a:r>
              <a:rPr lang="en-US" dirty="0" err="1">
                <a:latin typeface="Segoe UI"/>
                <a:ea typeface="Segoe UI"/>
                <a:cs typeface="Segoe UI"/>
              </a:rPr>
              <a:t>portfast</a:t>
            </a:r>
            <a:r>
              <a:rPr lang="en-US" dirty="0">
                <a:latin typeface="Segoe UI"/>
                <a:ea typeface="Segoe UI"/>
                <a:cs typeface="Segoe UI"/>
              </a:rPr>
              <a:t> edge</a:t>
            </a:r>
            <a:endParaRPr lang="en-US" dirty="0">
              <a:latin typeface="Century Gothic" panose="020B0502020202020204"/>
              <a:ea typeface="Segoe UI"/>
              <a:cs typeface="Segoe UI"/>
            </a:endParaRPr>
          </a:p>
          <a:p>
            <a:r>
              <a:rPr lang="en-US" dirty="0">
                <a:latin typeface="Segoe UI"/>
                <a:ea typeface="Segoe UI"/>
                <a:cs typeface="Segoe UI"/>
              </a:rPr>
              <a:t>spanning-tree </a:t>
            </a:r>
            <a:r>
              <a:rPr lang="en-US" dirty="0" err="1">
                <a:latin typeface="Segoe UI"/>
                <a:ea typeface="Segoe UI"/>
                <a:cs typeface="Segoe UI"/>
              </a:rPr>
              <a:t>bpduguard</a:t>
            </a:r>
            <a:r>
              <a:rPr lang="en-US" dirty="0">
                <a:latin typeface="Segoe UI"/>
                <a:ea typeface="Segoe UI"/>
                <a:cs typeface="Segoe UI"/>
              </a:rPr>
              <a:t> enable</a:t>
            </a:r>
            <a:endParaRPr lang="en-US"/>
          </a:p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4B7172-FEEE-170A-C203-3C2E8772F71C}"/>
              </a:ext>
            </a:extLst>
          </p:cNvPr>
          <p:cNvSpPr txBox="1"/>
          <p:nvPr/>
        </p:nvSpPr>
        <p:spPr>
          <a:xfrm>
            <a:off x="2913718" y="3707484"/>
            <a:ext cx="50419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Segoe UI"/>
                <a:ea typeface="Segoe UI"/>
                <a:cs typeface="Segoe UI"/>
              </a:rPr>
              <a:t>interface GigabitEthernet1/0/23</a:t>
            </a:r>
            <a:endParaRPr lang="en-US" dirty="0"/>
          </a:p>
          <a:p>
            <a:r>
              <a:rPr lang="en-US" dirty="0">
                <a:latin typeface="Segoe UI"/>
                <a:ea typeface="Segoe UI"/>
                <a:cs typeface="Segoe UI"/>
              </a:rPr>
              <a:t>switchport access </a:t>
            </a:r>
            <a:r>
              <a:rPr lang="en-US" dirty="0" err="1">
                <a:latin typeface="Segoe UI"/>
                <a:ea typeface="Segoe UI"/>
                <a:cs typeface="Segoe UI"/>
              </a:rPr>
              <a:t>vlan</a:t>
            </a:r>
            <a:r>
              <a:rPr lang="en-US" dirty="0">
                <a:latin typeface="Segoe UI"/>
                <a:ea typeface="Segoe UI"/>
                <a:cs typeface="Segoe UI"/>
              </a:rPr>
              <a:t> 20</a:t>
            </a:r>
            <a:endParaRPr lang="en-US" dirty="0">
              <a:latin typeface="Century Gothic" panose="020B0502020202020204"/>
              <a:ea typeface="Segoe UI"/>
              <a:cs typeface="Segoe UI"/>
            </a:endParaRPr>
          </a:p>
          <a:p>
            <a:r>
              <a:rPr lang="en-US" dirty="0">
                <a:latin typeface="Segoe UI"/>
                <a:ea typeface="Segoe UI"/>
                <a:cs typeface="Segoe UI"/>
              </a:rPr>
              <a:t>switchport mode </a:t>
            </a:r>
            <a:r>
              <a:rPr lang="en-US">
                <a:latin typeface="Segoe UI"/>
                <a:ea typeface="Segoe UI"/>
                <a:cs typeface="Segoe UI"/>
              </a:rPr>
              <a:t>access</a:t>
            </a:r>
            <a:endParaRPr lang="en-US">
              <a:latin typeface="Century Gothic" panose="020B0502020202020204"/>
              <a:ea typeface="Segoe UI"/>
              <a:cs typeface="Segoe UI"/>
            </a:endParaRPr>
          </a:p>
          <a:p>
            <a:r>
              <a:rPr lang="en-US" dirty="0">
                <a:latin typeface="Segoe UI"/>
                <a:ea typeface="Segoe UI"/>
                <a:cs typeface="Segoe UI"/>
              </a:rPr>
              <a:t>spanning-tree </a:t>
            </a:r>
            <a:r>
              <a:rPr lang="en-US" dirty="0" err="1">
                <a:latin typeface="Segoe UI"/>
                <a:ea typeface="Segoe UI"/>
                <a:cs typeface="Segoe UI"/>
              </a:rPr>
              <a:t>portfast</a:t>
            </a:r>
            <a:r>
              <a:rPr lang="en-US" dirty="0">
                <a:latin typeface="Segoe UI"/>
                <a:ea typeface="Segoe UI"/>
                <a:cs typeface="Segoe UI"/>
              </a:rPr>
              <a:t> edge</a:t>
            </a:r>
            <a:endParaRPr lang="en-US" dirty="0">
              <a:latin typeface="Century Gothic" panose="020B0502020202020204"/>
              <a:ea typeface="Segoe UI"/>
              <a:cs typeface="Segoe UI"/>
            </a:endParaRPr>
          </a:p>
          <a:p>
            <a:r>
              <a:rPr lang="en-US" dirty="0">
                <a:latin typeface="Segoe UI"/>
                <a:ea typeface="Segoe UI"/>
                <a:cs typeface="Segoe UI"/>
              </a:rPr>
              <a:t>spanning-tree </a:t>
            </a:r>
            <a:r>
              <a:rPr lang="en-US" dirty="0" err="1">
                <a:latin typeface="Segoe UI"/>
                <a:ea typeface="Segoe UI"/>
                <a:cs typeface="Segoe UI"/>
              </a:rPr>
              <a:t>bpduguard</a:t>
            </a:r>
            <a:r>
              <a:rPr lang="en-US" dirty="0">
                <a:latin typeface="Segoe UI"/>
                <a:ea typeface="Segoe UI"/>
                <a:cs typeface="Segoe UI"/>
              </a:rPr>
              <a:t> enable</a:t>
            </a:r>
            <a:endParaRPr lang="en-US"/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210EEF-A67F-94A0-91D5-DC86FDB4B375}"/>
              </a:ext>
            </a:extLst>
          </p:cNvPr>
          <p:cNvSpPr txBox="1"/>
          <p:nvPr/>
        </p:nvSpPr>
        <p:spPr>
          <a:xfrm>
            <a:off x="5328827" y="1961061"/>
            <a:ext cx="50419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Segoe UI"/>
                <a:ea typeface="Segoe UI"/>
                <a:cs typeface="Segoe UI"/>
              </a:rPr>
              <a:t>interface GigabitEthernet1/0/23</a:t>
            </a:r>
            <a:endParaRPr lang="en-US" dirty="0"/>
          </a:p>
          <a:p>
            <a:r>
              <a:rPr lang="en-US" dirty="0">
                <a:latin typeface="Segoe UI"/>
                <a:ea typeface="Segoe UI"/>
                <a:cs typeface="Segoe UI"/>
              </a:rPr>
              <a:t>switchport access </a:t>
            </a:r>
            <a:r>
              <a:rPr lang="en-US" dirty="0" err="1">
                <a:latin typeface="Segoe UI"/>
                <a:ea typeface="Segoe UI"/>
                <a:cs typeface="Segoe UI"/>
              </a:rPr>
              <a:t>vlan</a:t>
            </a:r>
            <a:r>
              <a:rPr lang="en-US" dirty="0">
                <a:latin typeface="Segoe UI"/>
                <a:ea typeface="Segoe UI"/>
                <a:cs typeface="Segoe UI"/>
              </a:rPr>
              <a:t> 30</a:t>
            </a:r>
            <a:endParaRPr lang="en-US" dirty="0">
              <a:latin typeface="Century Gothic" panose="020B0502020202020204"/>
              <a:ea typeface="Segoe UI"/>
              <a:cs typeface="Segoe UI"/>
            </a:endParaRPr>
          </a:p>
          <a:p>
            <a:r>
              <a:rPr lang="en-US" dirty="0">
                <a:latin typeface="Segoe UI"/>
                <a:ea typeface="Segoe UI"/>
                <a:cs typeface="Segoe UI"/>
              </a:rPr>
              <a:t>switchport mode </a:t>
            </a:r>
            <a:r>
              <a:rPr lang="en-US">
                <a:latin typeface="Segoe UI"/>
                <a:ea typeface="Segoe UI"/>
                <a:cs typeface="Segoe UI"/>
              </a:rPr>
              <a:t>access</a:t>
            </a:r>
            <a:endParaRPr lang="en-US">
              <a:latin typeface="Century Gothic" panose="020B0502020202020204"/>
              <a:ea typeface="Segoe UI"/>
              <a:cs typeface="Segoe UI"/>
            </a:endParaRPr>
          </a:p>
          <a:p>
            <a:r>
              <a:rPr lang="en-US" dirty="0">
                <a:latin typeface="Segoe UI"/>
                <a:ea typeface="Segoe UI"/>
                <a:cs typeface="Segoe UI"/>
              </a:rPr>
              <a:t>spanning-tree </a:t>
            </a:r>
            <a:r>
              <a:rPr lang="en-US" dirty="0" err="1">
                <a:latin typeface="Segoe UI"/>
                <a:ea typeface="Segoe UI"/>
                <a:cs typeface="Segoe UI"/>
              </a:rPr>
              <a:t>portfast</a:t>
            </a:r>
            <a:r>
              <a:rPr lang="en-US" dirty="0">
                <a:latin typeface="Segoe UI"/>
                <a:ea typeface="Segoe UI"/>
                <a:cs typeface="Segoe UI"/>
              </a:rPr>
              <a:t> edge</a:t>
            </a:r>
            <a:endParaRPr lang="en-US" dirty="0">
              <a:latin typeface="Century Gothic" panose="020B0502020202020204"/>
              <a:ea typeface="Segoe UI"/>
              <a:cs typeface="Segoe UI"/>
            </a:endParaRPr>
          </a:p>
          <a:p>
            <a:r>
              <a:rPr lang="en-US" dirty="0">
                <a:latin typeface="Segoe UI"/>
                <a:ea typeface="Segoe UI"/>
                <a:cs typeface="Segoe UI"/>
              </a:rPr>
              <a:t>spanning-tree </a:t>
            </a:r>
            <a:r>
              <a:rPr lang="en-US" dirty="0" err="1">
                <a:latin typeface="Segoe UI"/>
                <a:ea typeface="Segoe UI"/>
                <a:cs typeface="Segoe UI"/>
              </a:rPr>
              <a:t>bpduguard</a:t>
            </a:r>
            <a:r>
              <a:rPr lang="en-US" dirty="0">
                <a:latin typeface="Segoe UI"/>
                <a:ea typeface="Segoe UI"/>
                <a:cs typeface="Segoe UI"/>
              </a:rPr>
              <a:t> enable</a:t>
            </a:r>
            <a:endParaRPr lang="en-US"/>
          </a:p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9B735C-2A7E-488B-FDB3-FFDBFAEE45E9}"/>
              </a:ext>
            </a:extLst>
          </p:cNvPr>
          <p:cNvSpPr/>
          <p:nvPr/>
        </p:nvSpPr>
        <p:spPr>
          <a:xfrm>
            <a:off x="386647" y="1958721"/>
            <a:ext cx="3539246" cy="1464837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D3B483-FA64-D87B-947C-D3BF39E63534}"/>
              </a:ext>
            </a:extLst>
          </p:cNvPr>
          <p:cNvSpPr/>
          <p:nvPr/>
        </p:nvSpPr>
        <p:spPr>
          <a:xfrm>
            <a:off x="5362699" y="1958720"/>
            <a:ext cx="3539246" cy="1464837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304F39-F84A-98FD-7B2C-F2D716DC498B}"/>
              </a:ext>
            </a:extLst>
          </p:cNvPr>
          <p:cNvSpPr/>
          <p:nvPr/>
        </p:nvSpPr>
        <p:spPr>
          <a:xfrm>
            <a:off x="2907672" y="3705459"/>
            <a:ext cx="3539246" cy="1464837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 advTm="3000">
    <p:pull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388" y="374750"/>
            <a:ext cx="777849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u="sng" dirty="0">
                <a:solidFill>
                  <a:schemeClr val="tx1"/>
                </a:solidFill>
                <a:latin typeface="Bookman Old Style"/>
              </a:rPr>
              <a:t>SSH</a:t>
            </a:r>
            <a:r>
              <a:rPr sz="3600" u="sng" spc="-15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sz="3600" u="sng" dirty="0">
                <a:solidFill>
                  <a:schemeClr val="tx1"/>
                </a:solidFill>
                <a:latin typeface="Bookman Old Style"/>
              </a:rPr>
              <a:t>a</a:t>
            </a:r>
            <a:r>
              <a:rPr sz="3600" u="sng" spc="-25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sz="3600" u="sng" dirty="0" err="1">
                <a:solidFill>
                  <a:schemeClr val="tx1"/>
                </a:solidFill>
                <a:latin typeface="Bookman Old Style"/>
              </a:rPr>
              <a:t>távoli</a:t>
            </a:r>
            <a:r>
              <a:rPr sz="3600" u="sng" spc="-25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sz="3600" u="sng" spc="-10" dirty="0" err="1">
                <a:solidFill>
                  <a:schemeClr val="tx1"/>
                </a:solidFill>
                <a:latin typeface="Bookman Old Style"/>
              </a:rPr>
              <a:t>eléréshez</a:t>
            </a:r>
            <a:endParaRPr lang="en-US" sz="3600" u="sng" spc="-10" dirty="0" err="1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6" name="Élőláb helye 1">
            <a:extLst>
              <a:ext uri="{FF2B5EF4-FFF2-40B4-BE49-F238E27FC236}">
                <a16:creationId xmlns:a16="http://schemas.microsoft.com/office/drawing/2014/main" id="{7E38A1AD-04C6-4E9B-8D35-EB557B93D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436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>
                <a:solidFill>
                  <a:schemeClr val="tx1"/>
                </a:solidFill>
                <a:latin typeface="Bookman Old Style"/>
              </a:rPr>
              <a:t>2025-2026</a:t>
            </a:r>
            <a:endParaRPr lang="hu-HU" sz="1600" spc="-2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A588E8-C11C-0D97-E1D5-C90ABAD54517}"/>
              </a:ext>
            </a:extLst>
          </p:cNvPr>
          <p:cNvSpPr txBox="1"/>
          <p:nvPr/>
        </p:nvSpPr>
        <p:spPr>
          <a:xfrm>
            <a:off x="532037" y="2111470"/>
            <a:ext cx="50419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Bookman Old Style"/>
                <a:cs typeface="Segoe UI"/>
              </a:rPr>
              <a:t>ip</a:t>
            </a:r>
            <a:r>
              <a:rPr lang="en-US" dirty="0">
                <a:latin typeface="Bookman Old Style"/>
                <a:cs typeface="Segoe UI"/>
              </a:rPr>
              <a:t> domain name projekt.info</a:t>
            </a:r>
            <a:endParaRPr lang="en-US" dirty="0"/>
          </a:p>
          <a:p>
            <a:endParaRPr lang="en-US" dirty="0">
              <a:latin typeface="Bookman Old Style"/>
              <a:cs typeface="Segoe UI"/>
            </a:endParaRPr>
          </a:p>
          <a:p>
            <a:r>
              <a:rPr lang="en-US" dirty="0">
                <a:latin typeface="Bookman Old Style"/>
                <a:cs typeface="Segoe UI"/>
              </a:rPr>
              <a:t>username </a:t>
            </a:r>
            <a:r>
              <a:rPr lang="en-US" dirty="0" err="1">
                <a:latin typeface="Bookman Old Style"/>
                <a:cs typeface="Segoe UI"/>
              </a:rPr>
              <a:t>Iroda_R</a:t>
            </a:r>
            <a:r>
              <a:rPr lang="en-US" dirty="0">
                <a:latin typeface="Bookman Old Style"/>
                <a:cs typeface="Segoe UI"/>
              </a:rPr>
              <a:t> secret Start123</a:t>
            </a:r>
          </a:p>
          <a:p>
            <a:endParaRPr lang="en-US" dirty="0">
              <a:latin typeface="Bookman Old Style"/>
              <a:cs typeface="Segoe UI"/>
            </a:endParaRPr>
          </a:p>
          <a:p>
            <a:r>
              <a:rPr lang="en-US" dirty="0" err="1">
                <a:latin typeface="Bookman Old Style"/>
                <a:cs typeface="Segoe UI"/>
              </a:rPr>
              <a:t>ip</a:t>
            </a:r>
            <a:r>
              <a:rPr lang="en-US" dirty="0">
                <a:latin typeface="Bookman Old Style"/>
                <a:cs typeface="Segoe UI"/>
              </a:rPr>
              <a:t> ssh version 2</a:t>
            </a:r>
            <a:endParaRPr lang="en-US">
              <a:latin typeface="Bookman Old Style"/>
            </a:endParaRPr>
          </a:p>
          <a:p>
            <a:r>
              <a:rPr lang="en-US" dirty="0" err="1">
                <a:latin typeface="Bookman Old Style"/>
                <a:cs typeface="Segoe UI"/>
              </a:rPr>
              <a:t>ip</a:t>
            </a:r>
            <a:r>
              <a:rPr lang="en-US" dirty="0">
                <a:latin typeface="Bookman Old Style"/>
                <a:cs typeface="Segoe UI"/>
              </a:rPr>
              <a:t> ssh time-out 60</a:t>
            </a:r>
          </a:p>
          <a:p>
            <a:r>
              <a:rPr lang="en-US" dirty="0" err="1">
                <a:latin typeface="Bookman Old Style"/>
                <a:cs typeface="Segoe UI"/>
              </a:rPr>
              <a:t>ip</a:t>
            </a:r>
            <a:r>
              <a:rPr lang="en-US" dirty="0">
                <a:latin typeface="Bookman Old Style"/>
                <a:cs typeface="Segoe UI"/>
              </a:rPr>
              <a:t> ssh authentication-retries 2</a:t>
            </a:r>
            <a:endParaRPr lang="en-US">
              <a:latin typeface="Bookman Old Style"/>
            </a:endParaRPr>
          </a:p>
          <a:p>
            <a:endParaRPr lang="en-US" dirty="0">
              <a:latin typeface="Bookman Old Style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792F13-97ED-E5E7-D145-ECF075157F77}"/>
              </a:ext>
            </a:extLst>
          </p:cNvPr>
          <p:cNvSpPr txBox="1"/>
          <p:nvPr/>
        </p:nvSpPr>
        <p:spPr>
          <a:xfrm>
            <a:off x="6390138" y="1977772"/>
            <a:ext cx="504190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1800" baseline="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line vty 0 4</a:t>
            </a:r>
            <a:r>
              <a:rPr lang="en-US" sz="180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800" baseline="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logging synchronous</a:t>
            </a:r>
            <a:r>
              <a:rPr lang="en-US" sz="180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800" baseline="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login local</a:t>
            </a:r>
            <a:r>
              <a:rPr lang="en-US" sz="180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800" baseline="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transport input ssh</a:t>
            </a:r>
            <a:r>
              <a:rPr lang="en-US" sz="180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80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800" baseline="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line vty 5 15</a:t>
            </a:r>
            <a:r>
              <a:rPr lang="en-US" sz="180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800" baseline="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logging synchronous</a:t>
            </a:r>
            <a:r>
              <a:rPr lang="en-US" sz="180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800" baseline="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login local</a:t>
            </a:r>
            <a:r>
              <a:rPr lang="en-US" sz="180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800" baseline="0">
                <a:solidFill>
                  <a:srgbClr val="FFFFFF"/>
                </a:solidFill>
                <a:latin typeface="Bookman Old Style"/>
                <a:ea typeface="Segoe UI"/>
                <a:cs typeface="Segoe UI"/>
              </a:rPr>
              <a:t>transport input ssh</a:t>
            </a:r>
          </a:p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9A33B7-E707-C3B4-9976-080BCD7FD804}"/>
              </a:ext>
            </a:extLst>
          </p:cNvPr>
          <p:cNvSpPr/>
          <p:nvPr/>
        </p:nvSpPr>
        <p:spPr>
          <a:xfrm>
            <a:off x="534938" y="2032875"/>
            <a:ext cx="5038634" cy="239588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7D94C8-4F62-E32D-23C9-7B8EB04339B4}"/>
              </a:ext>
            </a:extLst>
          </p:cNvPr>
          <p:cNvSpPr/>
          <p:nvPr/>
        </p:nvSpPr>
        <p:spPr>
          <a:xfrm>
            <a:off x="6392440" y="1975200"/>
            <a:ext cx="2509447" cy="278313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pull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893A6-C0DB-AEBD-E781-616721AA9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FAB5741-DA71-D9C3-E8F1-34A2B36FA1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400050"/>
            <a:ext cx="8810625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hu-HU" sz="3600" b="1" u="sng">
                <a:solidFill>
                  <a:schemeClr val="tx1"/>
                </a:solidFill>
                <a:latin typeface="Bookman Old Style"/>
              </a:rPr>
              <a:t>Iroda_R</a:t>
            </a:r>
            <a:br>
              <a:rPr lang="hu-HU" sz="3600" u="sng" dirty="0">
                <a:latin typeface="Bookman Old Style" panose="02050604050505020204" pitchFamily="18" charset="0"/>
              </a:rPr>
            </a:br>
            <a:r>
              <a:rPr lang="hu-HU" sz="3600" u="sng">
                <a:solidFill>
                  <a:schemeClr val="tx1"/>
                </a:solidFill>
                <a:latin typeface="Bookman Old Style"/>
                <a:cs typeface="Segoe UI"/>
              </a:rPr>
              <a:t>GRE TUNNEL</a:t>
            </a:r>
            <a:endParaRPr lang="en-US" sz="3600" b="1" i="1" u="sng" spc="-20">
              <a:solidFill>
                <a:schemeClr val="tx1"/>
              </a:solidFill>
              <a:latin typeface="Bookman Old Style"/>
              <a:cs typeface="Arial"/>
            </a:endParaRPr>
          </a:p>
        </p:txBody>
      </p:sp>
      <p:sp>
        <p:nvSpPr>
          <p:cNvPr id="6" name="Élőláb helye 1">
            <a:extLst>
              <a:ext uri="{FF2B5EF4-FFF2-40B4-BE49-F238E27FC236}">
                <a16:creationId xmlns:a16="http://schemas.microsoft.com/office/drawing/2014/main" id="{61AD107F-D7C0-BBD4-A670-FCD410C77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436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>
                <a:solidFill>
                  <a:schemeClr val="tx1"/>
                </a:solidFill>
                <a:latin typeface="Bookman Old Style"/>
              </a:rPr>
              <a:t>2025-2026</a:t>
            </a:r>
            <a:endParaRPr lang="hu-HU" sz="1600" spc="-2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C7AB7E-4C52-2639-FD42-55B19C700027}"/>
              </a:ext>
            </a:extLst>
          </p:cNvPr>
          <p:cNvSpPr txBox="1"/>
          <p:nvPr/>
        </p:nvSpPr>
        <p:spPr>
          <a:xfrm>
            <a:off x="548751" y="2119826"/>
            <a:ext cx="578606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  <a:ea typeface="Segoe UI"/>
                <a:cs typeface="Segoe UI"/>
              </a:rPr>
              <a:t>interface Tunnel0
 </a:t>
            </a:r>
            <a:r>
              <a:rPr lang="en-US" dirty="0" err="1">
                <a:latin typeface="Bookman Old Style"/>
                <a:ea typeface="Segoe UI"/>
                <a:cs typeface="Segoe UI"/>
              </a:rPr>
              <a:t>ip</a:t>
            </a:r>
            <a:r>
              <a:rPr lang="en-US" dirty="0">
                <a:latin typeface="Bookman Old Style"/>
                <a:ea typeface="Segoe UI"/>
                <a:cs typeface="Segoe UI"/>
              </a:rPr>
              <a:t> address 10.10.10.2 255.255.255.252
 tunnel source GigabitEthernet0/0/1
 tunnel destination 192.168.0.33</a:t>
            </a:r>
          </a:p>
          <a:p>
            <a:endParaRPr lang="en-US" dirty="0">
              <a:latin typeface="Bookman Old Style"/>
              <a:ea typeface="Segoe UI"/>
              <a:cs typeface="Segoe UI"/>
            </a:endParaRPr>
          </a:p>
          <a:p>
            <a:r>
              <a:rPr lang="en-US" dirty="0" err="1">
                <a:latin typeface="Bookman Old Style"/>
                <a:ea typeface="Segoe UI"/>
                <a:cs typeface="Segoe UI"/>
              </a:rPr>
              <a:t>ip</a:t>
            </a:r>
            <a:r>
              <a:rPr lang="en-US" dirty="0">
                <a:latin typeface="Bookman Old Style"/>
                <a:ea typeface="Segoe UI"/>
                <a:cs typeface="Segoe UI"/>
              </a:rPr>
              <a:t> route 172.16.0.0 255.255.0.0 10.10.10.1</a:t>
            </a:r>
          </a:p>
          <a:p>
            <a:r>
              <a:rPr lang="en-US" dirty="0" err="1">
                <a:latin typeface="Bookman Old Style"/>
                <a:ea typeface="Segoe UI"/>
                <a:cs typeface="Segoe UI"/>
              </a:rPr>
              <a:t>ip</a:t>
            </a:r>
            <a:r>
              <a:rPr lang="en-US" dirty="0">
                <a:latin typeface="Bookman Old Style"/>
                <a:ea typeface="Segoe UI"/>
                <a:cs typeface="Segoe UI"/>
              </a:rPr>
              <a:t> route 192.168.0.0 255.255.255.0 10.10.10.1</a:t>
            </a:r>
            <a:endParaRPr lang="en-US">
              <a:latin typeface="Bookman Old Style"/>
            </a:endParaRPr>
          </a:p>
          <a:p>
            <a:r>
              <a:rPr lang="en-US" dirty="0">
                <a:latin typeface="Bookman Old Style"/>
                <a:ea typeface="Segoe UI"/>
                <a:cs typeface="Segoe UI"/>
              </a:rPr>
              <a:t>
 </a:t>
            </a:r>
            <a:endParaRPr lang="en-US">
              <a:latin typeface="Bookman Old Style"/>
            </a:endParaRPr>
          </a:p>
          <a:p>
            <a:endParaRPr lang="en-US" dirty="0">
              <a:latin typeface="Bookman Old Style"/>
              <a:cs typeface="Segoe U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F1F5E3-C1B8-2139-B324-5A1E3F55755A}"/>
              </a:ext>
            </a:extLst>
          </p:cNvPr>
          <p:cNvSpPr/>
          <p:nvPr/>
        </p:nvSpPr>
        <p:spPr>
          <a:xfrm>
            <a:off x="395090" y="2059080"/>
            <a:ext cx="5930596" cy="234270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77642"/>
      </p:ext>
    </p:extLst>
  </p:cSld>
  <p:clrMapOvr>
    <a:masterClrMapping/>
  </p:clrMapOvr>
  <p:transition spd="med" advTm="3000">
    <p:pull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85850"/>
            <a:ext cx="9072880" cy="2225609"/>
          </a:xfrm>
          <a:prstGeom prst="rect">
            <a:avLst/>
          </a:prstGeom>
          <a:solidFill>
            <a:srgbClr val="C62339"/>
          </a:solidFill>
        </p:spPr>
        <p:txBody>
          <a:bodyPr vert="horz" wrap="square" lIns="0" tIns="375285" rIns="0" bIns="0" rtlCol="0" anchor="ctr">
            <a:spAutoFit/>
          </a:bodyPr>
          <a:lstStyle/>
          <a:p>
            <a:pPr marL="72390" algn="ctr">
              <a:lnSpc>
                <a:spcPct val="100000"/>
              </a:lnSpc>
            </a:pPr>
            <a:br>
              <a:rPr lang="hu-HU" sz="6000">
                <a:solidFill>
                  <a:srgbClr val="FFFFFF"/>
                </a:solidFill>
                <a:latin typeface="Bookman Old Style" panose="02050604050505020204" pitchFamily="18" charset="0"/>
              </a:rPr>
            </a:br>
            <a:r>
              <a:rPr lang="hu-HU" sz="6000">
                <a:solidFill>
                  <a:srgbClr val="FFFFFF"/>
                </a:solidFill>
                <a:latin typeface="Bookman Old Style" panose="02050604050505020204" pitchFamily="18" charset="0"/>
              </a:rPr>
              <a:t>A Telephely</a:t>
            </a:r>
            <a:endParaRPr sz="6000" spc="-10">
              <a:solidFill>
                <a:srgbClr val="FFFFFF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Élőláb helye 1">
            <a:extLst>
              <a:ext uri="{FF2B5EF4-FFF2-40B4-BE49-F238E27FC236}">
                <a16:creationId xmlns:a16="http://schemas.microsoft.com/office/drawing/2014/main" id="{6335D37B-6CD7-4A1A-B5D2-52E06004E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436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>
                <a:solidFill>
                  <a:schemeClr val="tx1"/>
                </a:solidFill>
                <a:latin typeface="Bookman Old Style"/>
              </a:rPr>
              <a:t>2025-2026</a:t>
            </a:r>
            <a:endParaRPr lang="hu-HU" sz="1600" spc="-2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005789"/>
      </p:ext>
    </p:extLst>
  </p:cSld>
  <p:clrMapOvr>
    <a:masterClrMapping/>
  </p:clrMapOvr>
  <p:transition spd="med">
    <p:pull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300" y="526004"/>
            <a:ext cx="8469912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600" u="sng" spc="-10">
                <a:solidFill>
                  <a:schemeClr val="tx1"/>
                </a:solidFill>
                <a:latin typeface="Bookman Old Style"/>
              </a:rPr>
              <a:t>HSRP IPv4 kapcsolat a Telephelyen</a:t>
            </a:r>
            <a:endParaRPr lang="en-US" sz="3600" u="sng" spc="-10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10" name="Élőláb helye 1">
            <a:extLst>
              <a:ext uri="{FF2B5EF4-FFF2-40B4-BE49-F238E27FC236}">
                <a16:creationId xmlns:a16="http://schemas.microsoft.com/office/drawing/2014/main" id="{35DE3BC8-B764-4202-8BE5-97E6EDBBB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436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>
                <a:solidFill>
                  <a:schemeClr val="tx1"/>
                </a:solidFill>
                <a:latin typeface="Bookman Old Style"/>
              </a:rPr>
              <a:t>2025-2026</a:t>
            </a:r>
            <a:endParaRPr lang="hu-HU" sz="1600" spc="-2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61B891-499A-955D-FA04-B41279EF5578}"/>
              </a:ext>
            </a:extLst>
          </p:cNvPr>
          <p:cNvSpPr txBox="1"/>
          <p:nvPr/>
        </p:nvSpPr>
        <p:spPr>
          <a:xfrm>
            <a:off x="423399" y="1576680"/>
            <a:ext cx="50419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  <a:ea typeface="Segoe UI"/>
                <a:cs typeface="Segoe UI"/>
              </a:rPr>
              <a:t>interface GigabitEthernet0/0/1</a:t>
            </a:r>
            <a:endParaRPr lang="en-US" dirty="0"/>
          </a:p>
          <a:p>
            <a:r>
              <a:rPr lang="en-US" dirty="0" err="1">
                <a:latin typeface="Bookman Old Style"/>
                <a:ea typeface="Segoe UI"/>
                <a:cs typeface="Segoe UI"/>
              </a:rPr>
              <a:t>ip</a:t>
            </a:r>
            <a:r>
              <a:rPr lang="en-US" dirty="0">
                <a:latin typeface="Bookman Old Style"/>
                <a:ea typeface="Segoe UI"/>
                <a:cs typeface="Segoe UI"/>
              </a:rPr>
              <a:t> address 172.16.0.1 255.255.0.0</a:t>
            </a:r>
            <a:endParaRPr lang="en-US" dirty="0">
              <a:latin typeface="Century Gothic" panose="020B0502020202020204"/>
              <a:ea typeface="Segoe UI"/>
              <a:cs typeface="Segoe UI"/>
            </a:endParaRPr>
          </a:p>
          <a:p>
            <a:r>
              <a:rPr lang="en-US" dirty="0">
                <a:latin typeface="Bookman Old Style"/>
                <a:ea typeface="Segoe UI"/>
                <a:cs typeface="Segoe UI"/>
              </a:rPr>
              <a:t>standby </a:t>
            </a:r>
            <a:r>
              <a:rPr lang="en-US">
                <a:latin typeface="Bookman Old Style"/>
                <a:ea typeface="Segoe UI"/>
                <a:cs typeface="Segoe UI"/>
              </a:rPr>
              <a:t>version 2</a:t>
            </a:r>
            <a:endParaRPr lang="en-US">
              <a:latin typeface="Century Gothic" panose="020B0502020202020204"/>
              <a:ea typeface="Segoe UI"/>
              <a:cs typeface="Segoe UI"/>
            </a:endParaRPr>
          </a:p>
          <a:p>
            <a:r>
              <a:rPr lang="en-US" dirty="0">
                <a:latin typeface="Bookman Old Style"/>
                <a:ea typeface="Segoe UI"/>
                <a:cs typeface="Segoe UI"/>
              </a:rPr>
              <a:t>standby 1 </a:t>
            </a:r>
            <a:r>
              <a:rPr lang="en-US" dirty="0" err="1">
                <a:latin typeface="Bookman Old Style"/>
                <a:ea typeface="Segoe UI"/>
                <a:cs typeface="Segoe UI"/>
              </a:rPr>
              <a:t>ip</a:t>
            </a:r>
            <a:r>
              <a:rPr lang="en-US" dirty="0">
                <a:latin typeface="Bookman Old Style"/>
                <a:ea typeface="Segoe UI"/>
                <a:cs typeface="Segoe UI"/>
              </a:rPr>
              <a:t> 172.16.0.3</a:t>
            </a:r>
            <a:endParaRPr lang="en-US" dirty="0">
              <a:latin typeface="Century Gothic" panose="020B0502020202020204"/>
              <a:ea typeface="Segoe UI"/>
              <a:cs typeface="Segoe UI"/>
            </a:endParaRPr>
          </a:p>
          <a:p>
            <a:r>
              <a:rPr lang="en-US" dirty="0">
                <a:latin typeface="Bookman Old Style"/>
                <a:ea typeface="Segoe UI"/>
                <a:cs typeface="Segoe UI"/>
              </a:rPr>
              <a:t>standby 1 priority </a:t>
            </a:r>
            <a:r>
              <a:rPr lang="en-US">
                <a:latin typeface="Bookman Old Style"/>
                <a:ea typeface="Segoe UI"/>
                <a:cs typeface="Segoe UI"/>
              </a:rPr>
              <a:t>150</a:t>
            </a:r>
            <a:endParaRPr lang="en-US">
              <a:latin typeface="Century Gothic" panose="020B0502020202020204"/>
              <a:ea typeface="Segoe UI"/>
              <a:cs typeface="Segoe UI"/>
            </a:endParaRPr>
          </a:p>
          <a:p>
            <a:r>
              <a:rPr lang="en-US">
                <a:latin typeface="Bookman Old Style"/>
                <a:ea typeface="Segoe UI"/>
                <a:cs typeface="Segoe UI"/>
              </a:rPr>
              <a:t>standby 1 preempt</a:t>
            </a:r>
            <a:endParaRPr lang="en-US"/>
          </a:p>
          <a:p>
            <a:pPr algn="ctr"/>
            <a:endParaRPr lang="en-US" dirty="0">
              <a:latin typeface="Bookman Old Styl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B79117-E7CA-9432-2B47-E0C48CB679B8}"/>
              </a:ext>
            </a:extLst>
          </p:cNvPr>
          <p:cNvSpPr txBox="1"/>
          <p:nvPr/>
        </p:nvSpPr>
        <p:spPr>
          <a:xfrm>
            <a:off x="423400" y="4016659"/>
            <a:ext cx="50419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  <a:ea typeface="Segoe UI"/>
                <a:cs typeface="Segoe UI"/>
              </a:rPr>
              <a:t>interface GigabitEthernet0/0/1</a:t>
            </a:r>
            <a:endParaRPr lang="en-US" dirty="0"/>
          </a:p>
          <a:p>
            <a:r>
              <a:rPr lang="en-US" dirty="0" err="1">
                <a:latin typeface="Bookman Old Style"/>
                <a:ea typeface="Segoe UI"/>
                <a:cs typeface="Segoe UI"/>
              </a:rPr>
              <a:t>ip</a:t>
            </a:r>
            <a:r>
              <a:rPr lang="en-US" dirty="0">
                <a:latin typeface="Bookman Old Style"/>
                <a:ea typeface="Segoe UI"/>
                <a:cs typeface="Segoe UI"/>
              </a:rPr>
              <a:t> address 172.16.0.2 255.255.0.0</a:t>
            </a:r>
            <a:endParaRPr lang="en-US" dirty="0">
              <a:latin typeface="Century Gothic" panose="020B0502020202020204"/>
              <a:ea typeface="Segoe UI"/>
              <a:cs typeface="Segoe UI"/>
            </a:endParaRPr>
          </a:p>
          <a:p>
            <a:r>
              <a:rPr lang="en-US" dirty="0">
                <a:latin typeface="Bookman Old Style"/>
                <a:ea typeface="Segoe UI"/>
                <a:cs typeface="Segoe UI"/>
              </a:rPr>
              <a:t>standby </a:t>
            </a:r>
            <a:r>
              <a:rPr lang="en-US">
                <a:latin typeface="Bookman Old Style"/>
                <a:ea typeface="Segoe UI"/>
                <a:cs typeface="Segoe UI"/>
              </a:rPr>
              <a:t>version 2</a:t>
            </a:r>
            <a:endParaRPr lang="en-US">
              <a:latin typeface="Century Gothic" panose="020B0502020202020204"/>
              <a:ea typeface="Segoe UI"/>
              <a:cs typeface="Segoe UI"/>
            </a:endParaRPr>
          </a:p>
          <a:p>
            <a:r>
              <a:rPr lang="en-US" dirty="0">
                <a:latin typeface="Bookman Old Style"/>
                <a:ea typeface="Segoe UI"/>
                <a:cs typeface="Segoe UI"/>
              </a:rPr>
              <a:t>standby 1 </a:t>
            </a:r>
            <a:r>
              <a:rPr lang="en-US" dirty="0" err="1">
                <a:latin typeface="Bookman Old Style"/>
                <a:ea typeface="Segoe UI"/>
                <a:cs typeface="Segoe UI"/>
              </a:rPr>
              <a:t>ip</a:t>
            </a:r>
            <a:r>
              <a:rPr lang="en-US" dirty="0">
                <a:latin typeface="Bookman Old Style"/>
                <a:ea typeface="Segoe UI"/>
                <a:cs typeface="Segoe UI"/>
              </a:rPr>
              <a:t> 172.16.0.3</a:t>
            </a:r>
            <a:endParaRPr lang="en-US"/>
          </a:p>
          <a:p>
            <a:pPr algn="ctr"/>
            <a:endParaRPr lang="en-US" dirty="0">
              <a:latin typeface="Bookman Old Styl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CE180B-3A0C-8770-1061-CF604D118F2D}"/>
              </a:ext>
            </a:extLst>
          </p:cNvPr>
          <p:cNvSpPr/>
          <p:nvPr/>
        </p:nvSpPr>
        <p:spPr>
          <a:xfrm>
            <a:off x="353306" y="1574444"/>
            <a:ext cx="4275047" cy="177418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8F9727-0BE7-9778-5559-BE0F0C609773}"/>
              </a:ext>
            </a:extLst>
          </p:cNvPr>
          <p:cNvSpPr/>
          <p:nvPr/>
        </p:nvSpPr>
        <p:spPr>
          <a:xfrm>
            <a:off x="353306" y="3939202"/>
            <a:ext cx="4216518" cy="1364509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FB4059-474B-5E39-793F-16D369E1CD28}"/>
              </a:ext>
            </a:extLst>
          </p:cNvPr>
          <p:cNvSpPr txBox="1"/>
          <p:nvPr/>
        </p:nvSpPr>
        <p:spPr>
          <a:xfrm>
            <a:off x="4735496" y="2195031"/>
            <a:ext cx="565249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>
                <a:latin typeface="Bookman Old Style"/>
                <a:ea typeface="Segoe UI"/>
                <a:cs typeface="Segoe UI"/>
              </a:rPr>
              <a:t>Telep_R1 – </a:t>
            </a:r>
            <a:r>
              <a:rPr lang="en-US" sz="2200" dirty="0" err="1">
                <a:latin typeface="Bookman Old Style"/>
                <a:ea typeface="Segoe UI"/>
                <a:cs typeface="Segoe UI"/>
              </a:rPr>
              <a:t>elsődleges</a:t>
            </a:r>
            <a:r>
              <a:rPr lang="en-US" sz="2200" dirty="0">
                <a:latin typeface="Bookman Old Style"/>
                <a:ea typeface="Segoe UI"/>
                <a:cs typeface="Segoe UI"/>
              </a:rPr>
              <a:t> HSRP router</a:t>
            </a:r>
          </a:p>
          <a:p>
            <a:pPr algn="ctr"/>
            <a:endParaRPr lang="en-US" sz="2200" dirty="0">
              <a:latin typeface="Bookman Old Styl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7CFE7D-48A6-2700-F0D9-4AD75F8F5ACF}"/>
              </a:ext>
            </a:extLst>
          </p:cNvPr>
          <p:cNvSpPr txBox="1"/>
          <p:nvPr/>
        </p:nvSpPr>
        <p:spPr>
          <a:xfrm>
            <a:off x="4626234" y="4367401"/>
            <a:ext cx="565249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aseline="0" dirty="0">
                <a:solidFill>
                  <a:srgbClr val="FFFFFF"/>
                </a:solidFill>
                <a:latin typeface="Bookman Old Style"/>
              </a:rPr>
              <a:t>Telep_</a:t>
            </a:r>
            <a:r>
              <a:rPr lang="en-US" sz="2200" dirty="0">
                <a:solidFill>
                  <a:srgbClr val="FFFFFF"/>
                </a:solidFill>
                <a:latin typeface="Bookman Old Style"/>
              </a:rPr>
              <a:t>R2</a:t>
            </a:r>
            <a:r>
              <a:rPr lang="en-US" sz="2200" baseline="0" dirty="0">
                <a:solidFill>
                  <a:srgbClr val="FFFFFF"/>
                </a:solidFill>
                <a:latin typeface="Bookman Old Style"/>
              </a:rPr>
              <a:t> –</a:t>
            </a:r>
            <a:r>
              <a:rPr lang="en-US" sz="2200" dirty="0">
                <a:solidFill>
                  <a:srgbClr val="FFFFFF"/>
                </a:solidFill>
                <a:latin typeface="Bookman Old Style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Bookman Old Style"/>
              </a:rPr>
              <a:t>másodlagos</a:t>
            </a:r>
            <a:r>
              <a:rPr lang="en-US" sz="2200" dirty="0">
                <a:solidFill>
                  <a:srgbClr val="FFFFFF"/>
                </a:solidFill>
                <a:latin typeface="Bookman Old Style"/>
              </a:rPr>
              <a:t> </a:t>
            </a:r>
            <a:r>
              <a:rPr lang="en-US" sz="2200" baseline="0" dirty="0">
                <a:solidFill>
                  <a:srgbClr val="FFFFFF"/>
                </a:solidFill>
                <a:latin typeface="Bookman Old Style"/>
              </a:rPr>
              <a:t>HSRP router</a:t>
            </a:r>
            <a:r>
              <a:rPr sz="2200" dirty="0">
                <a:latin typeface="Bookman Old Style"/>
                <a:ea typeface="Segoe UI"/>
                <a:cs typeface="Segoe UI"/>
              </a:rPr>
              <a:t>​</a:t>
            </a:r>
            <a:endParaRPr lang="en-US" sz="2200" dirty="0">
              <a:latin typeface="Bookman Old Style"/>
            </a:endParaRPr>
          </a:p>
          <a:p>
            <a:pPr algn="ctr"/>
            <a:endParaRPr lang="en-US" sz="2200" dirty="0">
              <a:latin typeface="Bookman Old Style"/>
            </a:endParaRPr>
          </a:p>
        </p:txBody>
      </p:sp>
    </p:spTree>
  </p:cSld>
  <p:clrMapOvr>
    <a:masterClrMapping/>
  </p:clrMapOvr>
  <p:transition spd="med">
    <p:pull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300" y="526004"/>
            <a:ext cx="8469912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600" u="sng" spc="-10">
                <a:solidFill>
                  <a:schemeClr val="tx1"/>
                </a:solidFill>
                <a:latin typeface="Bookman Old Style"/>
              </a:rPr>
              <a:t>HSRP IPv6 kapcsolat a Telephelyen</a:t>
            </a:r>
          </a:p>
        </p:txBody>
      </p:sp>
      <p:sp>
        <p:nvSpPr>
          <p:cNvPr id="10" name="Élőláb helye 1">
            <a:extLst>
              <a:ext uri="{FF2B5EF4-FFF2-40B4-BE49-F238E27FC236}">
                <a16:creationId xmlns:a16="http://schemas.microsoft.com/office/drawing/2014/main" id="{431E41F5-91D9-4A66-B4D6-390BF41F6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436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 dirty="0">
                <a:solidFill>
                  <a:schemeClr val="tx1"/>
                </a:solidFill>
                <a:latin typeface="Bookman Old Style"/>
              </a:rPr>
              <a:t>2025-2026</a:t>
            </a:r>
            <a:endParaRPr lang="hu-HU" sz="1600" spc="-2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F2AD61-8DD5-D423-5562-3E82F5F04B69}"/>
              </a:ext>
            </a:extLst>
          </p:cNvPr>
          <p:cNvSpPr txBox="1"/>
          <p:nvPr/>
        </p:nvSpPr>
        <p:spPr>
          <a:xfrm>
            <a:off x="448469" y="1417914"/>
            <a:ext cx="50419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  <a:ea typeface="Segoe UI"/>
                <a:cs typeface="Segoe UI"/>
              </a:rPr>
              <a:t>interface GigabitEthernet0/0/</a:t>
            </a:r>
            <a:endParaRPr lang="en-US"/>
          </a:p>
          <a:p>
            <a:r>
              <a:rPr lang="en-US" dirty="0">
                <a:latin typeface="Bookman Old Style"/>
                <a:ea typeface="Segoe UI"/>
                <a:cs typeface="Segoe UI"/>
              </a:rPr>
              <a:t> ipv6 address 2001:DB8:ABCD::1/64 </a:t>
            </a:r>
            <a:r>
              <a:rPr lang="en-US">
                <a:latin typeface="Bookman Old Style"/>
                <a:ea typeface="Segoe UI"/>
                <a:cs typeface="Segoe UI"/>
              </a:rPr>
              <a:t>standby version 2</a:t>
            </a:r>
            <a:endParaRPr lang="en-US">
              <a:latin typeface="Century Gothic" panose="020B0502020202020204"/>
              <a:ea typeface="Segoe UI"/>
              <a:cs typeface="Segoe UI"/>
            </a:endParaRPr>
          </a:p>
          <a:p>
            <a:r>
              <a:rPr lang="en-US" dirty="0">
                <a:latin typeface="Bookman Old Style"/>
                <a:ea typeface="Segoe UI"/>
                <a:cs typeface="Segoe UI"/>
              </a:rPr>
              <a:t>standby 2 ipv6 </a:t>
            </a:r>
            <a:r>
              <a:rPr lang="en-US" dirty="0" err="1">
                <a:latin typeface="Bookman Old Style"/>
                <a:ea typeface="Segoe UI"/>
                <a:cs typeface="Segoe UI"/>
              </a:rPr>
              <a:t>autoconfig</a:t>
            </a:r>
            <a:endParaRPr lang="en-US" dirty="0" err="1">
              <a:latin typeface="Century Gothic" panose="020B0502020202020204"/>
              <a:ea typeface="Segoe UI"/>
              <a:cs typeface="Segoe UI"/>
            </a:endParaRPr>
          </a:p>
          <a:p>
            <a:r>
              <a:rPr lang="en-US" dirty="0">
                <a:latin typeface="Bookman Old Style"/>
                <a:ea typeface="Segoe UI"/>
                <a:cs typeface="Segoe UI"/>
              </a:rPr>
              <a:t>standby 2 </a:t>
            </a:r>
            <a:r>
              <a:rPr lang="en-US">
                <a:latin typeface="Bookman Old Style"/>
                <a:ea typeface="Segoe UI"/>
                <a:cs typeface="Segoe UI"/>
              </a:rPr>
              <a:t>priority 150</a:t>
            </a:r>
            <a:endParaRPr lang="en-US">
              <a:latin typeface="Century Gothic" panose="020B0502020202020204"/>
              <a:ea typeface="Segoe UI"/>
              <a:cs typeface="Segoe UI"/>
            </a:endParaRPr>
          </a:p>
          <a:p>
            <a:r>
              <a:rPr lang="en-US">
                <a:latin typeface="Bookman Old Style"/>
                <a:ea typeface="Segoe UI"/>
                <a:cs typeface="Segoe UI"/>
              </a:rPr>
              <a:t>standby 2 preempt</a:t>
            </a:r>
            <a:endParaRPr lang="en-US"/>
          </a:p>
          <a:p>
            <a:pPr algn="ctr"/>
            <a:endParaRPr lang="en-US" dirty="0">
              <a:latin typeface="Bookman Old Style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92C902-3C0E-7CED-9693-566FC231EF9D}"/>
              </a:ext>
            </a:extLst>
          </p:cNvPr>
          <p:cNvSpPr/>
          <p:nvPr/>
        </p:nvSpPr>
        <p:spPr>
          <a:xfrm>
            <a:off x="445231" y="1415678"/>
            <a:ext cx="4275047" cy="177418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48DAD9-9247-B085-77D9-83C293C99F69}"/>
              </a:ext>
            </a:extLst>
          </p:cNvPr>
          <p:cNvSpPr txBox="1"/>
          <p:nvPr/>
        </p:nvSpPr>
        <p:spPr>
          <a:xfrm>
            <a:off x="448469" y="3774333"/>
            <a:ext cx="50419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  <a:ea typeface="Segoe UI"/>
                <a:cs typeface="Segoe UI"/>
              </a:rPr>
              <a:t>interface GigabitEthernet0/0/1</a:t>
            </a:r>
          </a:p>
          <a:p>
            <a:r>
              <a:rPr lang="en-US" dirty="0">
                <a:latin typeface="Bookman Old Style"/>
                <a:ea typeface="Segoe UI"/>
                <a:cs typeface="Segoe UI"/>
              </a:rPr>
              <a:t>ipv6 address 2001:DB8:ABCD::2/64 </a:t>
            </a:r>
            <a:r>
              <a:rPr lang="en-US">
                <a:latin typeface="Bookman Old Style"/>
                <a:ea typeface="Segoe UI"/>
                <a:cs typeface="Segoe UI"/>
              </a:rPr>
              <a:t>standby version 2</a:t>
            </a:r>
            <a:endParaRPr lang="en-US" dirty="0">
              <a:latin typeface="Bookman Old Style"/>
              <a:ea typeface="Segoe UI"/>
              <a:cs typeface="Segoe UI"/>
            </a:endParaRPr>
          </a:p>
          <a:p>
            <a:r>
              <a:rPr lang="en-US" dirty="0">
                <a:latin typeface="Bookman Old Style"/>
                <a:ea typeface="Segoe UI"/>
                <a:cs typeface="Segoe UI"/>
              </a:rPr>
              <a:t>standby 2 ipv6 </a:t>
            </a:r>
            <a:r>
              <a:rPr lang="en-US" dirty="0" err="1">
                <a:latin typeface="Bookman Old Style"/>
                <a:ea typeface="Segoe UI"/>
                <a:cs typeface="Segoe UI"/>
              </a:rPr>
              <a:t>autoconfig</a:t>
            </a:r>
            <a:endParaRPr lang="en-US" dirty="0">
              <a:latin typeface="Bookman Old Style"/>
              <a:ea typeface="Segoe UI"/>
              <a:cs typeface="Segoe UI"/>
            </a:endParaRPr>
          </a:p>
          <a:p>
            <a:pPr algn="ctr"/>
            <a:endParaRPr lang="en-US" dirty="0">
              <a:latin typeface="Bookman Old Styl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1F5C10-C969-BC6B-2C54-02016E6B0387}"/>
              </a:ext>
            </a:extLst>
          </p:cNvPr>
          <p:cNvSpPr/>
          <p:nvPr/>
        </p:nvSpPr>
        <p:spPr>
          <a:xfrm>
            <a:off x="445231" y="3772080"/>
            <a:ext cx="4216518" cy="1364509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BFD90B-E277-F78C-356A-9D6284A031F6}"/>
              </a:ext>
            </a:extLst>
          </p:cNvPr>
          <p:cNvSpPr txBox="1"/>
          <p:nvPr/>
        </p:nvSpPr>
        <p:spPr>
          <a:xfrm>
            <a:off x="4723686" y="2064678"/>
            <a:ext cx="678106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>
                <a:latin typeface="Bookman Old Style"/>
                <a:ea typeface="Segoe UI"/>
                <a:cs typeface="Segoe UI"/>
              </a:rPr>
              <a:t>Telep_R1 – </a:t>
            </a:r>
            <a:r>
              <a:rPr lang="en-US" sz="2200" dirty="0" err="1">
                <a:latin typeface="Bookman Old Style"/>
                <a:ea typeface="Segoe UI"/>
                <a:cs typeface="Segoe UI"/>
              </a:rPr>
              <a:t>elsődleges</a:t>
            </a:r>
            <a:r>
              <a:rPr lang="en-US" sz="2200" dirty="0">
                <a:latin typeface="Bookman Old Style"/>
                <a:ea typeface="Segoe UI"/>
                <a:cs typeface="Segoe UI"/>
              </a:rPr>
              <a:t> HSRPv6 router</a:t>
            </a:r>
          </a:p>
          <a:p>
            <a:pPr algn="ctr"/>
            <a:endParaRPr lang="en-US" sz="2200" dirty="0">
              <a:latin typeface="Bookman Old Style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19A7C36E-6A1B-6230-A4BB-E9DFE80A7B57}"/>
              </a:ext>
            </a:extLst>
          </p:cNvPr>
          <p:cNvSpPr txBox="1"/>
          <p:nvPr/>
        </p:nvSpPr>
        <p:spPr>
          <a:xfrm>
            <a:off x="4667013" y="4230728"/>
            <a:ext cx="6101462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>
                <a:solidFill>
                  <a:srgbClr val="FFFFFF"/>
                </a:solidFill>
                <a:latin typeface="Bookman Old Style"/>
              </a:rPr>
              <a:t>Telep</a:t>
            </a:r>
            <a:r>
              <a:rPr lang="en-US" sz="2200" baseline="0" dirty="0">
                <a:solidFill>
                  <a:srgbClr val="FFFFFF"/>
                </a:solidFill>
                <a:latin typeface="Bookman Old Style"/>
              </a:rPr>
              <a:t>_R2 – </a:t>
            </a:r>
            <a:r>
              <a:rPr lang="en-US" sz="2200" baseline="0" dirty="0" err="1">
                <a:solidFill>
                  <a:srgbClr val="FFFFFF"/>
                </a:solidFill>
                <a:latin typeface="Bookman Old Style"/>
              </a:rPr>
              <a:t>másodlagos</a:t>
            </a:r>
            <a:r>
              <a:rPr lang="en-US" sz="2200" baseline="0" dirty="0">
                <a:solidFill>
                  <a:srgbClr val="FFFFFF"/>
                </a:solidFill>
                <a:latin typeface="Bookman Old Style"/>
              </a:rPr>
              <a:t> HSRP router​</a:t>
            </a:r>
            <a:r>
              <a:rPr sz="2200" dirty="0">
                <a:latin typeface="Bookman Old Style"/>
                <a:ea typeface="Segoe UI"/>
                <a:cs typeface="Segoe UI"/>
              </a:rPr>
              <a:t>​</a:t>
            </a:r>
            <a:endParaRPr lang="hu-HU" sz="2200" dirty="0">
              <a:latin typeface="Bookman Old Style"/>
            </a:endParaRPr>
          </a:p>
          <a:p>
            <a:pPr algn="ctr"/>
            <a:endParaRPr lang="hu-HU" sz="2200" dirty="0">
              <a:latin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2924703499"/>
      </p:ext>
    </p:extLst>
  </p:cSld>
  <p:clrMapOvr>
    <a:masterClrMapping/>
  </p:clrMapOvr>
  <p:transition spd="med">
    <p:pull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85850"/>
            <a:ext cx="9072880" cy="2225609"/>
          </a:xfrm>
          <a:prstGeom prst="rect">
            <a:avLst/>
          </a:prstGeom>
          <a:solidFill>
            <a:srgbClr val="C62339"/>
          </a:solidFill>
        </p:spPr>
        <p:txBody>
          <a:bodyPr vert="horz" wrap="square" lIns="0" tIns="375285" rIns="0" bIns="0" rtlCol="0" anchor="ctr">
            <a:spAutoFit/>
          </a:bodyPr>
          <a:lstStyle/>
          <a:p>
            <a:pPr marL="72390" algn="ctr">
              <a:lnSpc>
                <a:spcPct val="100000"/>
              </a:lnSpc>
            </a:pPr>
            <a:br>
              <a:rPr lang="hu-HU" sz="6000">
                <a:solidFill>
                  <a:srgbClr val="FFFFFF"/>
                </a:solidFill>
                <a:latin typeface="Bookman Old Style" panose="02050604050505020204" pitchFamily="18" charset="0"/>
              </a:rPr>
            </a:br>
            <a:r>
              <a:rPr lang="hu-HU" sz="6000" dirty="0">
                <a:solidFill>
                  <a:srgbClr val="FFFFFF"/>
                </a:solidFill>
                <a:latin typeface="Bookman Old Style" panose="02050604050505020204" pitchFamily="18" charset="0"/>
              </a:rPr>
              <a:t>A Szolgáltató</a:t>
            </a:r>
            <a:endParaRPr sz="6000" spc="-10" dirty="0">
              <a:solidFill>
                <a:srgbClr val="FFFFFF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Élőláb helye 1">
            <a:extLst>
              <a:ext uri="{FF2B5EF4-FFF2-40B4-BE49-F238E27FC236}">
                <a16:creationId xmlns:a16="http://schemas.microsoft.com/office/drawing/2014/main" id="{99BFFA60-5C2C-4FE6-AFC3-F24488981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436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 dirty="0">
                <a:solidFill>
                  <a:schemeClr val="tx1"/>
                </a:solidFill>
                <a:latin typeface="Bookman Old Style"/>
              </a:rPr>
              <a:t>2025-2026</a:t>
            </a:r>
            <a:endParaRPr lang="hu-HU" sz="1600" spc="-2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096121"/>
      </p:ext>
    </p:extLst>
  </p:cSld>
  <p:clrMapOvr>
    <a:masterClrMapping/>
  </p:clrMapOvr>
  <p:transition spd="med">
    <p:pull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E5C7F869-B1C6-4A50-BA11-BC58CF796C61}"/>
              </a:ext>
            </a:extLst>
          </p:cNvPr>
          <p:cNvSpPr txBox="1">
            <a:spLocks/>
          </p:cNvSpPr>
          <p:nvPr/>
        </p:nvSpPr>
        <p:spPr>
          <a:xfrm>
            <a:off x="5576288" y="1204386"/>
            <a:ext cx="3971809" cy="27386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378150" rtl="0" eaLnBrk="1" latinLnBrk="0" hangingPunct="1">
              <a:spcBef>
                <a:spcPct val="0"/>
              </a:spcBef>
              <a:buNone/>
              <a:defRPr sz="3474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 defTabSz="457200">
              <a:lnSpc>
                <a:spcPct val="90000"/>
              </a:lnSpc>
              <a:spcAft>
                <a:spcPts val="600"/>
              </a:spcAft>
            </a:pPr>
            <a:r>
              <a:rPr lang="en-US" sz="4500" b="1" spc="-10" dirty="0">
                <a:solidFill>
                  <a:schemeClr val="tx1"/>
                </a:solidFill>
              </a:rPr>
              <a:t>A </a:t>
            </a:r>
            <a:r>
              <a:rPr lang="en-US" sz="4500" b="1" spc="-10" dirty="0" err="1">
                <a:solidFill>
                  <a:schemeClr val="tx1"/>
                </a:solidFill>
              </a:rPr>
              <a:t>Szolgáltató</a:t>
            </a:r>
            <a:r>
              <a:rPr lang="en-US" sz="4500" b="1" spc="-10" dirty="0">
                <a:solidFill>
                  <a:schemeClr val="tx1"/>
                </a:solidFill>
              </a:rPr>
              <a:t> </a:t>
            </a:r>
            <a:r>
              <a:rPr lang="en-US" sz="4500" b="1" spc="-10" dirty="0" err="1">
                <a:solidFill>
                  <a:schemeClr val="tx1"/>
                </a:solidFill>
              </a:rPr>
              <a:t>hálózatának</a:t>
            </a:r>
            <a:r>
              <a:rPr lang="en-US" sz="4500" b="1" spc="-10" dirty="0">
                <a:solidFill>
                  <a:schemeClr val="tx1"/>
                </a:solidFill>
              </a:rPr>
              <a:t> </a:t>
            </a:r>
            <a:r>
              <a:rPr lang="en-US" sz="4500" b="1" spc="-10" dirty="0" err="1">
                <a:solidFill>
                  <a:schemeClr val="tx1"/>
                </a:solidFill>
              </a:rPr>
              <a:t>topológiája</a:t>
            </a:r>
            <a:endParaRPr lang="en-US" sz="4500" b="1" spc="-1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56767A-55BF-B3F1-B2A8-4CBF8F9EEDED}"/>
              </a:ext>
            </a:extLst>
          </p:cNvPr>
          <p:cNvSpPr txBox="1"/>
          <p:nvPr/>
        </p:nvSpPr>
        <p:spPr>
          <a:xfrm rot="5400000">
            <a:off x="6269421" y="2245218"/>
            <a:ext cx="504190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200" baseline="0">
                <a:solidFill>
                  <a:srgbClr val="FFFFFF"/>
                </a:solidFill>
                <a:latin typeface="Bookman Old Style"/>
              </a:rPr>
              <a:t>2025-2026</a:t>
            </a:r>
            <a:r>
              <a:rPr sz="1200">
                <a:latin typeface="Bookman Old Style"/>
                <a:ea typeface="Bookman Old Style"/>
                <a:cs typeface="Bookman Old Style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5E5F5E98-A2DF-4472-B9D3-95C3E4700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03" y="1204386"/>
            <a:ext cx="5486785" cy="3189404"/>
          </a:xfrm>
          <a:prstGeom prst="rect">
            <a:avLst/>
          </a:prstGeom>
        </p:spPr>
      </p:pic>
    </p:spTree>
  </p:cSld>
  <p:clrMapOvr>
    <a:masterClrMapping/>
  </p:clrMapOvr>
  <p:transition spd="med">
    <p:pull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2611" y="2555039"/>
            <a:ext cx="459857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sng" dirty="0">
                <a:solidFill>
                  <a:schemeClr val="tx1"/>
                </a:solidFill>
                <a:latin typeface="Bookman Old Style"/>
              </a:rPr>
              <a:t>OSPF</a:t>
            </a:r>
            <a:r>
              <a:rPr sz="3600" u="sng" spc="-35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sz="3600" u="sng" dirty="0" err="1">
                <a:solidFill>
                  <a:schemeClr val="tx1"/>
                </a:solidFill>
                <a:latin typeface="Bookman Old Style"/>
              </a:rPr>
              <a:t>terület</a:t>
            </a:r>
            <a:r>
              <a:rPr sz="3600" u="sng" spc="-45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sz="3600" u="sng" dirty="0">
                <a:solidFill>
                  <a:schemeClr val="tx1"/>
                </a:solidFill>
                <a:latin typeface="Bookman Old Style"/>
              </a:rPr>
              <a:t>-</a:t>
            </a:r>
            <a:r>
              <a:rPr sz="3600" u="sng" spc="-10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sz="3600" u="sng" spc="-20" dirty="0">
                <a:solidFill>
                  <a:schemeClr val="tx1"/>
                </a:solidFill>
                <a:latin typeface="Bookman Old Style"/>
              </a:rPr>
              <a:t>IPv4</a:t>
            </a:r>
            <a:endParaRPr lang="en-US" sz="3600" u="sng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3" name="Élőláb helye 1">
            <a:extLst>
              <a:ext uri="{FF2B5EF4-FFF2-40B4-BE49-F238E27FC236}">
                <a16:creationId xmlns:a16="http://schemas.microsoft.com/office/drawing/2014/main" id="{A56C0B7D-43DF-4603-ADFD-B92445231E06}"/>
              </a:ext>
            </a:extLst>
          </p:cNvPr>
          <p:cNvSpPr txBox="1">
            <a:spLocks/>
          </p:cNvSpPr>
          <p:nvPr/>
        </p:nvSpPr>
        <p:spPr>
          <a:xfrm rot="5400000">
            <a:off x="8401455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 dirty="0">
                <a:latin typeface="Bookman Old Style"/>
              </a:rPr>
              <a:t>2025-2026</a:t>
            </a:r>
            <a:endParaRPr lang="hu-HU" sz="1600" spc="-20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ransition spd="med">
    <p:pull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388" y="374750"/>
            <a:ext cx="777849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600" b="1" i="1" u="sng" dirty="0">
                <a:solidFill>
                  <a:schemeClr val="tx1"/>
                </a:solidFill>
                <a:latin typeface="Bookman Old Style"/>
                <a:cs typeface="Arial"/>
              </a:rPr>
              <a:t>Telep_R1</a:t>
            </a:r>
            <a:r>
              <a:rPr sz="3600" b="1" i="1" u="sng" spc="-25" dirty="0">
                <a:solidFill>
                  <a:schemeClr val="tx1"/>
                </a:solidFill>
                <a:latin typeface="Bookman Old Style"/>
                <a:cs typeface="Arial"/>
              </a:rPr>
              <a:t> </a:t>
            </a:r>
            <a:r>
              <a:rPr sz="3600" u="sng" spc="-10" dirty="0" err="1">
                <a:solidFill>
                  <a:schemeClr val="tx1"/>
                </a:solidFill>
                <a:latin typeface="Bookman Old Style"/>
              </a:rPr>
              <a:t>forgalomirányító</a:t>
            </a:r>
            <a:endParaRPr lang="en-US" sz="3600" u="sng" spc="-10" dirty="0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5" name="Élőláb helye 1">
            <a:extLst>
              <a:ext uri="{FF2B5EF4-FFF2-40B4-BE49-F238E27FC236}">
                <a16:creationId xmlns:a16="http://schemas.microsoft.com/office/drawing/2014/main" id="{23C8BDC5-0107-4EFE-9683-1EFCF813AFE3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 dirty="0">
                <a:latin typeface="Bookman Old Style"/>
              </a:rPr>
              <a:t>2025-2026</a:t>
            </a:r>
            <a:endParaRPr lang="hu-HU" sz="1600" spc="-20" dirty="0">
              <a:latin typeface="Bookman Old Style" panose="02050604050505020204" pitchFamily="18" charset="0"/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C79A81EA-E90A-31D4-7B7B-07BAA9A38CB8}"/>
              </a:ext>
            </a:extLst>
          </p:cNvPr>
          <p:cNvSpPr txBox="1"/>
          <p:nvPr/>
        </p:nvSpPr>
        <p:spPr>
          <a:xfrm>
            <a:off x="536515" y="1383295"/>
            <a:ext cx="50419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</a:rPr>
              <a:t>router </a:t>
            </a:r>
            <a:r>
              <a:rPr lang="en-US" dirty="0" err="1">
                <a:latin typeface="Bookman Old Style"/>
              </a:rPr>
              <a:t>ospf</a:t>
            </a:r>
            <a:r>
              <a:rPr lang="en-US" dirty="0">
                <a:latin typeface="Bookman Old Style"/>
              </a:rPr>
              <a:t> 4</a:t>
            </a:r>
            <a:endParaRPr lang="hu-HU" dirty="0">
              <a:latin typeface="Bookman Old Style"/>
            </a:endParaRPr>
          </a:p>
          <a:p>
            <a:r>
              <a:rPr lang="en-US">
                <a:latin typeface="Bookman Old Style"/>
              </a:rPr>
              <a:t>router-id 1.1.1.1</a:t>
            </a:r>
            <a:endParaRPr lang="en-US" dirty="0">
              <a:latin typeface="Bookman Old Style"/>
            </a:endParaRPr>
          </a:p>
          <a:p>
            <a:r>
              <a:rPr lang="en-US" dirty="0">
                <a:latin typeface="Bookman Old Style"/>
              </a:rPr>
              <a:t>network 172.16.0.0 0.0.255.255 area 0 </a:t>
            </a:r>
            <a:r>
              <a:rPr lang="en-US">
                <a:latin typeface="Bookman Old Style"/>
              </a:rPr>
              <a:t>network 192.168.0.0 0.0.0.31 area 0</a:t>
            </a:r>
            <a:endParaRPr lang="en-US" dirty="0">
              <a:latin typeface="Bookman Old Style"/>
            </a:endParaRPr>
          </a:p>
          <a:p>
            <a:r>
              <a:rPr lang="en-US">
                <a:latin typeface="Bookman Old Style"/>
              </a:rPr>
              <a:t>passive-interface GigabitEthernet0/0/1</a:t>
            </a:r>
            <a:endParaRPr lang="en-US" dirty="0">
              <a:latin typeface="Bookman Old Style"/>
            </a:endParaRPr>
          </a:p>
          <a:p>
            <a:pPr algn="ctr"/>
            <a:endParaRPr lang="hu-HU" dirty="0">
              <a:latin typeface="Bookman Old Style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FA6D23C9-0A9C-CB8B-8DD3-53303E3733CB}"/>
              </a:ext>
            </a:extLst>
          </p:cNvPr>
          <p:cNvSpPr txBox="1"/>
          <p:nvPr/>
        </p:nvSpPr>
        <p:spPr>
          <a:xfrm>
            <a:off x="4801702" y="3134870"/>
            <a:ext cx="50419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</a:rPr>
              <a:t>interface GigabitEthernet0/0/0</a:t>
            </a:r>
            <a:endParaRPr lang="hu-HU">
              <a:latin typeface="Bookman Old Style"/>
            </a:endParaRPr>
          </a:p>
          <a:p>
            <a:r>
              <a:rPr lang="en-US" dirty="0" err="1">
                <a:latin typeface="Bookman Old Style"/>
              </a:rPr>
              <a:t>ip</a:t>
            </a:r>
            <a:r>
              <a:rPr lang="en-US" dirty="0">
                <a:latin typeface="Bookman Old Style"/>
              </a:rPr>
              <a:t> address 192.168.0.1 255.255.255.224</a:t>
            </a:r>
          </a:p>
          <a:p>
            <a:r>
              <a:rPr lang="en-US" dirty="0">
                <a:latin typeface="Bookman Old Style"/>
              </a:rPr>
              <a:t>ipv6 </a:t>
            </a:r>
            <a:r>
              <a:rPr lang="en-US" dirty="0" err="1">
                <a:latin typeface="Bookman Old Style"/>
              </a:rPr>
              <a:t>ospf</a:t>
            </a:r>
            <a:r>
              <a:rPr lang="en-US" dirty="0">
                <a:latin typeface="Bookman Old Style"/>
              </a:rPr>
              <a:t> 6 area 0</a:t>
            </a:r>
          </a:p>
          <a:p>
            <a:endParaRPr lang="en-US" dirty="0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interface GigabitEthernet0/0/1</a:t>
            </a:r>
            <a:endParaRPr lang="en-US" dirty="0">
              <a:latin typeface="Bookman Old Style"/>
            </a:endParaRPr>
          </a:p>
          <a:p>
            <a:r>
              <a:rPr lang="en-US" dirty="0" err="1">
                <a:latin typeface="Bookman Old Style"/>
                <a:ea typeface="+mn-lt"/>
                <a:cs typeface="+mn-lt"/>
              </a:rPr>
              <a:t>ip</a:t>
            </a:r>
            <a:r>
              <a:rPr lang="en-US" dirty="0">
                <a:latin typeface="Bookman Old Style"/>
                <a:ea typeface="+mn-lt"/>
                <a:cs typeface="+mn-lt"/>
              </a:rPr>
              <a:t> address 172.16.0.1 255.255.0.0</a:t>
            </a:r>
            <a:endParaRPr lang="en-US" dirty="0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ipv6 </a:t>
            </a:r>
            <a:r>
              <a:rPr lang="en-US" dirty="0" err="1">
                <a:latin typeface="Bookman Old Style"/>
                <a:ea typeface="+mn-lt"/>
                <a:cs typeface="+mn-lt"/>
              </a:rPr>
              <a:t>ospf</a:t>
            </a:r>
            <a:r>
              <a:rPr lang="en-US" dirty="0">
                <a:latin typeface="Bookman Old Style"/>
                <a:ea typeface="+mn-lt"/>
                <a:cs typeface="+mn-lt"/>
              </a:rPr>
              <a:t> 6 area 0</a:t>
            </a:r>
            <a:endParaRPr lang="en-US" dirty="0">
              <a:latin typeface="Bookman Old Style"/>
            </a:endParaRPr>
          </a:p>
          <a:p>
            <a:pPr algn="ctr"/>
            <a:endParaRPr lang="hu-HU" dirty="0">
              <a:latin typeface="Bookman Old Style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959FDAA-2207-BF67-3FF1-DC545D2D0460}"/>
              </a:ext>
            </a:extLst>
          </p:cNvPr>
          <p:cNvSpPr/>
          <p:nvPr/>
        </p:nvSpPr>
        <p:spPr>
          <a:xfrm>
            <a:off x="535024" y="1391735"/>
            <a:ext cx="4656505" cy="1580087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E3240F7-FCE8-6133-F787-5A62F893426C}"/>
              </a:ext>
            </a:extLst>
          </p:cNvPr>
          <p:cNvSpPr/>
          <p:nvPr/>
        </p:nvSpPr>
        <p:spPr>
          <a:xfrm>
            <a:off x="4692459" y="3134327"/>
            <a:ext cx="5042617" cy="208310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pull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A81BA-6255-20B9-FE7E-3800BEA32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9B6F7E8-8C41-7ADC-AAE1-CCA1CE68CA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388" y="374750"/>
            <a:ext cx="777849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hu-HU" sz="3600" b="1" i="1" u="sng">
                <a:solidFill>
                  <a:schemeClr val="tx1"/>
                </a:solidFill>
                <a:latin typeface="Bookman Old Style"/>
                <a:cs typeface="Arial"/>
              </a:rPr>
              <a:t>Telep_R2 </a:t>
            </a:r>
            <a:r>
              <a:rPr sz="3600" u="sng" spc="-10">
                <a:solidFill>
                  <a:schemeClr val="tx1"/>
                </a:solidFill>
                <a:latin typeface="Bookman Old Style"/>
              </a:rPr>
              <a:t>forgalomirányító</a:t>
            </a:r>
            <a:endParaRPr lang="hu-HU" sz="3600" u="sng" spc="-10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5" name="Élőláb helye 1">
            <a:extLst>
              <a:ext uri="{FF2B5EF4-FFF2-40B4-BE49-F238E27FC236}">
                <a16:creationId xmlns:a16="http://schemas.microsoft.com/office/drawing/2014/main" id="{B490C1B4-5175-D7DE-D6D9-B1411D2A7776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 dirty="0">
                <a:latin typeface="Bookman Old Style"/>
              </a:rPr>
              <a:t>2025-2026</a:t>
            </a:r>
            <a:endParaRPr lang="hu-HU" sz="1600" spc="-20" dirty="0">
              <a:latin typeface="Bookman Old Style" panose="02050604050505020204" pitchFamily="18" charset="0"/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A2A4846A-2F2E-8A1D-74DD-0CE566928B26}"/>
              </a:ext>
            </a:extLst>
          </p:cNvPr>
          <p:cNvSpPr txBox="1"/>
          <p:nvPr/>
        </p:nvSpPr>
        <p:spPr>
          <a:xfrm>
            <a:off x="536515" y="1383295"/>
            <a:ext cx="50419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</a:rPr>
              <a:t>router </a:t>
            </a:r>
            <a:r>
              <a:rPr lang="en-US" dirty="0" err="1">
                <a:latin typeface="Bookman Old Style"/>
              </a:rPr>
              <a:t>ospf</a:t>
            </a:r>
            <a:r>
              <a:rPr lang="en-US" dirty="0">
                <a:latin typeface="Bookman Old Style"/>
              </a:rPr>
              <a:t> 4</a:t>
            </a:r>
            <a:endParaRPr lang="hu-HU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router-id 2.2.2.2</a:t>
            </a:r>
            <a:endParaRPr lang="en-US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network 172.16.0.0 0.0.255.255 area 0</a:t>
            </a:r>
          </a:p>
          <a:p>
            <a:r>
              <a:rPr lang="en-US">
                <a:latin typeface="Bookman Old Style"/>
                <a:ea typeface="+mn-lt"/>
                <a:cs typeface="+mn-lt"/>
              </a:rPr>
              <a:t>network 192.168.0.32 0.0.0.31 area 0</a:t>
            </a:r>
          </a:p>
          <a:p>
            <a:r>
              <a:rPr lang="en-US">
                <a:latin typeface="Bookman Old Style"/>
              </a:rPr>
              <a:t>passive-interface GigabitEthernet0/0/1</a:t>
            </a:r>
          </a:p>
          <a:p>
            <a:pPr algn="ctr"/>
            <a:endParaRPr lang="hu-HU" dirty="0">
              <a:latin typeface="Bookman Old Style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667B2001-9552-ABC7-2DD2-66F7C9D2A9BF}"/>
              </a:ext>
            </a:extLst>
          </p:cNvPr>
          <p:cNvSpPr txBox="1"/>
          <p:nvPr/>
        </p:nvSpPr>
        <p:spPr>
          <a:xfrm>
            <a:off x="4801702" y="3134870"/>
            <a:ext cx="50419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  <a:ea typeface="+mn-lt"/>
                <a:cs typeface="+mn-lt"/>
              </a:rPr>
              <a:t>interface GigabitEthernet0/0/0</a:t>
            </a:r>
            <a:endParaRPr lang="hu-HU" dirty="0">
              <a:latin typeface="Bookman Old Style"/>
              <a:ea typeface="+mn-lt"/>
              <a:cs typeface="+mn-lt"/>
            </a:endParaRPr>
          </a:p>
          <a:p>
            <a:r>
              <a:rPr lang="en-US" dirty="0" err="1">
                <a:latin typeface="Bookman Old Style"/>
                <a:ea typeface="+mn-lt"/>
                <a:cs typeface="+mn-lt"/>
              </a:rPr>
              <a:t>ip</a:t>
            </a:r>
            <a:r>
              <a:rPr lang="en-US" dirty="0">
                <a:latin typeface="Bookman Old Style"/>
                <a:ea typeface="+mn-lt"/>
                <a:cs typeface="+mn-lt"/>
              </a:rPr>
              <a:t> address 192.168.0.33 255.255.255.224</a:t>
            </a: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ipv6 </a:t>
            </a:r>
            <a:r>
              <a:rPr lang="en-US" dirty="0" err="1">
                <a:latin typeface="Bookman Old Style"/>
                <a:ea typeface="+mn-lt"/>
                <a:cs typeface="+mn-lt"/>
              </a:rPr>
              <a:t>ospf</a:t>
            </a:r>
            <a:r>
              <a:rPr lang="en-US" dirty="0">
                <a:latin typeface="Bookman Old Style"/>
                <a:ea typeface="+mn-lt"/>
                <a:cs typeface="+mn-lt"/>
              </a:rPr>
              <a:t> 6 area 0</a:t>
            </a:r>
          </a:p>
          <a:p>
            <a:endParaRPr lang="en-US" dirty="0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interface GigabitEthernet0/0/1</a:t>
            </a:r>
          </a:p>
          <a:p>
            <a:r>
              <a:rPr lang="en-US" dirty="0" err="1">
                <a:latin typeface="Bookman Old Style"/>
                <a:ea typeface="+mn-lt"/>
                <a:cs typeface="+mn-lt"/>
              </a:rPr>
              <a:t>ip</a:t>
            </a:r>
            <a:r>
              <a:rPr lang="en-US" dirty="0">
                <a:latin typeface="Bookman Old Style"/>
                <a:ea typeface="+mn-lt"/>
                <a:cs typeface="+mn-lt"/>
              </a:rPr>
              <a:t> address 172.16.0.2 255.255.0.0</a:t>
            </a: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ipv6 </a:t>
            </a:r>
            <a:r>
              <a:rPr lang="en-US" dirty="0" err="1">
                <a:latin typeface="Bookman Old Style"/>
                <a:ea typeface="+mn-lt"/>
                <a:cs typeface="+mn-lt"/>
              </a:rPr>
              <a:t>ospf</a:t>
            </a:r>
            <a:r>
              <a:rPr lang="en-US" dirty="0">
                <a:latin typeface="Bookman Old Style"/>
                <a:ea typeface="+mn-lt"/>
                <a:cs typeface="+mn-lt"/>
              </a:rPr>
              <a:t> 6 area 0</a:t>
            </a:r>
          </a:p>
          <a:p>
            <a:pPr algn="ctr"/>
            <a:endParaRPr lang="hu-HU" dirty="0">
              <a:latin typeface="Bookman Old Style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4FC7FC83-CD8E-2B2B-638B-38004B9F199C}"/>
              </a:ext>
            </a:extLst>
          </p:cNvPr>
          <p:cNvSpPr/>
          <p:nvPr/>
        </p:nvSpPr>
        <p:spPr>
          <a:xfrm>
            <a:off x="535024" y="1391735"/>
            <a:ext cx="4656505" cy="1580087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5FF73ABC-F5F8-C5CC-A95B-DCFA64C174E1}"/>
              </a:ext>
            </a:extLst>
          </p:cNvPr>
          <p:cNvSpPr/>
          <p:nvPr/>
        </p:nvSpPr>
        <p:spPr>
          <a:xfrm>
            <a:off x="4692459" y="3134327"/>
            <a:ext cx="5042617" cy="208310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385949"/>
      </p:ext>
    </p:extLst>
  </p:cSld>
  <p:clrMapOvr>
    <a:masterClrMapping/>
  </p:clrMapOvr>
  <p:transition spd="med">
    <p:pull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388" y="374750"/>
            <a:ext cx="777849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600" b="1" i="1" u="sng" dirty="0" err="1">
                <a:solidFill>
                  <a:schemeClr val="tx1"/>
                </a:solidFill>
                <a:latin typeface="Bookman Old Style"/>
                <a:cs typeface="Arial"/>
              </a:rPr>
              <a:t>Iroda_R</a:t>
            </a:r>
            <a:r>
              <a:rPr lang="hu-HU" sz="3600" b="1" i="1" u="sng" dirty="0">
                <a:solidFill>
                  <a:schemeClr val="tx1"/>
                </a:solidFill>
                <a:latin typeface="Bookman Old Style"/>
                <a:cs typeface="Arial"/>
              </a:rPr>
              <a:t> </a:t>
            </a:r>
            <a:r>
              <a:rPr sz="3600" u="sng" spc="-10" dirty="0" err="1">
                <a:solidFill>
                  <a:schemeClr val="tx1"/>
                </a:solidFill>
                <a:latin typeface="Bookman Old Style"/>
              </a:rPr>
              <a:t>forgalomirányító</a:t>
            </a:r>
            <a:endParaRPr lang="en-US" sz="3600" u="sng" spc="-10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5" name="Élőláb helye 1">
            <a:extLst>
              <a:ext uri="{FF2B5EF4-FFF2-40B4-BE49-F238E27FC236}">
                <a16:creationId xmlns:a16="http://schemas.microsoft.com/office/drawing/2014/main" id="{1F7C4F66-4229-450C-B7D9-2B9FE071F9B4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 dirty="0">
                <a:latin typeface="Bookman Old Style"/>
              </a:rPr>
              <a:t>2025-2026</a:t>
            </a:r>
            <a:endParaRPr lang="hu-HU" sz="1600" spc="-20" dirty="0">
              <a:latin typeface="Bookman Old Style" panose="02050604050505020204" pitchFamily="18" charset="0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7FDB3268-E932-4489-C22D-68845355BA6C}"/>
              </a:ext>
            </a:extLst>
          </p:cNvPr>
          <p:cNvSpPr txBox="1"/>
          <p:nvPr/>
        </p:nvSpPr>
        <p:spPr>
          <a:xfrm>
            <a:off x="536515" y="1383295"/>
            <a:ext cx="504190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  <a:ea typeface="+mn-lt"/>
                <a:cs typeface="+mn-lt"/>
              </a:rPr>
              <a:t>router </a:t>
            </a:r>
            <a:r>
              <a:rPr lang="en-US" dirty="0" err="1">
                <a:latin typeface="Bookman Old Style"/>
                <a:ea typeface="+mn-lt"/>
                <a:cs typeface="+mn-lt"/>
              </a:rPr>
              <a:t>ospf</a:t>
            </a:r>
            <a:r>
              <a:rPr lang="en-US" dirty="0">
                <a:latin typeface="Bookman Old Style"/>
                <a:ea typeface="+mn-lt"/>
                <a:cs typeface="+mn-lt"/>
              </a:rPr>
              <a:t> 4</a:t>
            </a:r>
            <a:endParaRPr lang="hu-HU" dirty="0">
              <a:latin typeface="Bookman Old Style"/>
              <a:ea typeface="+mn-lt"/>
              <a:cs typeface="+mn-lt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router-id 6.6.6.6</a:t>
            </a:r>
            <a:endParaRPr lang="en-US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network 192.168.0.224 0.0.0.31 area 0</a:t>
            </a:r>
            <a:endParaRPr lang="en-US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network 192.168.1.0 0.0.0.255 area 0</a:t>
            </a:r>
            <a:endParaRPr lang="en-US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network 192.168.2.0 0.0.0.255 area 0</a:t>
            </a:r>
            <a:endParaRPr lang="en-US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network 192.168.3.0 0.0.0.255 area 0</a:t>
            </a:r>
            <a:endParaRPr lang="en-US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network 192.168.99.0 0.0.0.255 area 0</a:t>
            </a:r>
            <a:endParaRPr lang="en-US" dirty="0">
              <a:latin typeface="Bookman Old Style"/>
              <a:ea typeface="+mn-lt"/>
              <a:cs typeface="+mn-lt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network 192.168.100.0 0.0.0.255 area 0</a:t>
            </a:r>
            <a:endParaRPr lang="en-US" dirty="0">
              <a:latin typeface="Bookman Old Style"/>
              <a:ea typeface="+mn-lt"/>
              <a:cs typeface="+mn-lt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passive-interface GigabitEthernet0/0/0</a:t>
            </a:r>
            <a:endParaRPr lang="hu-HU">
              <a:latin typeface="Bookman Old Style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0DB1205-5159-87F3-9DC9-D47D30CEA3A0}"/>
              </a:ext>
            </a:extLst>
          </p:cNvPr>
          <p:cNvSpPr/>
          <p:nvPr/>
        </p:nvSpPr>
        <p:spPr>
          <a:xfrm>
            <a:off x="535024" y="1382753"/>
            <a:ext cx="4818133" cy="267594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DF801D1A-26AF-4CD6-E63F-A5B0CEFB82EC}"/>
              </a:ext>
            </a:extLst>
          </p:cNvPr>
          <p:cNvSpPr txBox="1"/>
          <p:nvPr/>
        </p:nvSpPr>
        <p:spPr>
          <a:xfrm>
            <a:off x="4729868" y="4410376"/>
            <a:ext cx="50419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</a:rPr>
              <a:t>interface GigabitEthernet0/0/1</a:t>
            </a:r>
            <a:br>
              <a:rPr lang="en-US" dirty="0">
                <a:latin typeface="Bookman Old Style"/>
              </a:rPr>
            </a:br>
            <a:r>
              <a:rPr lang="en-US" dirty="0" err="1">
                <a:latin typeface="Bookman Old Style"/>
              </a:rPr>
              <a:t>ip</a:t>
            </a:r>
            <a:r>
              <a:rPr lang="en-US" dirty="0">
                <a:latin typeface="Bookman Old Style"/>
              </a:rPr>
              <a:t> address 192.168.0.227 255.255.255.224</a:t>
            </a:r>
          </a:p>
          <a:p>
            <a:pPr algn="ctr"/>
            <a:endParaRPr lang="hu-HU" dirty="0">
              <a:latin typeface="Bookman Old Style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89D8176C-6041-B77C-3F55-77FD3A8959EA}"/>
              </a:ext>
            </a:extLst>
          </p:cNvPr>
          <p:cNvSpPr/>
          <p:nvPr/>
        </p:nvSpPr>
        <p:spPr>
          <a:xfrm>
            <a:off x="4728377" y="4320009"/>
            <a:ext cx="5042616" cy="83454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78130"/>
      </p:ext>
    </p:extLst>
  </p:cSld>
  <p:clrMapOvr>
    <a:masterClrMapping/>
  </p:clrMapOvr>
  <p:transition spd="med">
    <p:pull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5944" y="369457"/>
            <a:ext cx="9231912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600" b="1" i="1" u="sng" dirty="0" err="1">
                <a:solidFill>
                  <a:schemeClr val="tx1"/>
                </a:solidFill>
                <a:latin typeface="Bookman Old Style"/>
                <a:cs typeface="Arial"/>
              </a:rPr>
              <a:t>Szerverpark_R</a:t>
            </a:r>
            <a:r>
              <a:rPr lang="hu-HU" sz="3600" b="1" i="1" u="sng" dirty="0">
                <a:solidFill>
                  <a:schemeClr val="tx1"/>
                </a:solidFill>
                <a:latin typeface="Bookman Old Style"/>
                <a:cs typeface="Arial"/>
              </a:rPr>
              <a:t> </a:t>
            </a:r>
            <a:r>
              <a:rPr sz="3600" u="sng" spc="-10" dirty="0" err="1">
                <a:solidFill>
                  <a:schemeClr val="tx1"/>
                </a:solidFill>
                <a:latin typeface="Bookman Old Style"/>
              </a:rPr>
              <a:t>forgalomirányító</a:t>
            </a:r>
            <a:endParaRPr lang="en-US" sz="3600" u="sng" spc="-10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6" name="Élőláb helye 1">
            <a:extLst>
              <a:ext uri="{FF2B5EF4-FFF2-40B4-BE49-F238E27FC236}">
                <a16:creationId xmlns:a16="http://schemas.microsoft.com/office/drawing/2014/main" id="{E8E55E48-0020-4E71-9724-7F1764D990A2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 dirty="0">
                <a:latin typeface="Bookman Old Style"/>
              </a:rPr>
              <a:t>2025-2026</a:t>
            </a:r>
            <a:endParaRPr lang="hu-HU" sz="1600" spc="-20" dirty="0">
              <a:latin typeface="Bookman Old Style" panose="02050604050505020204" pitchFamily="18" charset="0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4F9373AD-03DF-EF55-EC22-C455EABBFC95}"/>
              </a:ext>
            </a:extLst>
          </p:cNvPr>
          <p:cNvSpPr txBox="1"/>
          <p:nvPr/>
        </p:nvSpPr>
        <p:spPr>
          <a:xfrm>
            <a:off x="168362" y="1158734"/>
            <a:ext cx="50419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  <a:ea typeface="+mn-lt"/>
                <a:cs typeface="+mn-lt"/>
              </a:rPr>
              <a:t>router </a:t>
            </a:r>
            <a:r>
              <a:rPr lang="en-US" dirty="0" err="1">
                <a:latin typeface="Bookman Old Style"/>
                <a:ea typeface="+mn-lt"/>
                <a:cs typeface="+mn-lt"/>
              </a:rPr>
              <a:t>ospf</a:t>
            </a:r>
            <a:r>
              <a:rPr lang="en-US" dirty="0">
                <a:latin typeface="Bookman Old Style"/>
                <a:ea typeface="+mn-lt"/>
                <a:cs typeface="+mn-lt"/>
              </a:rPr>
              <a:t> 4</a:t>
            </a:r>
            <a:endParaRPr lang="hu-HU" dirty="0">
              <a:latin typeface="Bookman Old Style"/>
              <a:ea typeface="+mn-lt"/>
              <a:cs typeface="+mn-lt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router-id 5.5.5.5</a:t>
            </a:r>
            <a:endParaRPr lang="en-US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network 192.168.0.160 0.0.0.31 area 0</a:t>
            </a:r>
            <a:endParaRPr lang="en-US" dirty="0">
              <a:latin typeface="Bookman Old Style"/>
              <a:ea typeface="+mn-lt"/>
              <a:cs typeface="+mn-lt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network 192.168.0.192 0.0.0.31 area 0</a:t>
            </a:r>
            <a:endParaRPr lang="en-US" dirty="0">
              <a:latin typeface="Bookman Old Style"/>
              <a:ea typeface="+mn-lt"/>
              <a:cs typeface="+mn-lt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network 192.168.0.224 0.0.0.31 area 0</a:t>
            </a:r>
            <a:endParaRPr lang="en-US" dirty="0">
              <a:latin typeface="Bookman Old Style"/>
              <a:ea typeface="+mn-lt"/>
              <a:cs typeface="+mn-lt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network 200.100.50.0 0.0.0.255 area 0</a:t>
            </a:r>
            <a:endParaRPr lang="en-US" dirty="0">
              <a:latin typeface="Bookman Old Style"/>
              <a:ea typeface="+mn-lt"/>
              <a:cs typeface="+mn-lt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passive-interface GigabitEthernet0/0/0</a:t>
            </a:r>
            <a:endParaRPr lang="hu-HU">
              <a:latin typeface="Bookman Old Style"/>
              <a:ea typeface="+mn-lt"/>
              <a:cs typeface="+mn-lt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8B0DD39-DD78-A8D4-AD80-1711D964E51D}"/>
              </a:ext>
            </a:extLst>
          </p:cNvPr>
          <p:cNvSpPr/>
          <p:nvPr/>
        </p:nvSpPr>
        <p:spPr>
          <a:xfrm>
            <a:off x="166870" y="1158192"/>
            <a:ext cx="4719361" cy="202920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D2FC22AB-504B-A3E1-E52E-4B76D5EDE7F7}"/>
              </a:ext>
            </a:extLst>
          </p:cNvPr>
          <p:cNvSpPr txBox="1"/>
          <p:nvPr/>
        </p:nvSpPr>
        <p:spPr>
          <a:xfrm>
            <a:off x="5044144" y="1158734"/>
            <a:ext cx="504190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interface GigabitEthernet0/0/0</a:t>
            </a:r>
            <a:br>
              <a:rPr lang="en-US" dirty="0"/>
            </a:br>
            <a:r>
              <a:rPr lang="en-US" dirty="0" err="1"/>
              <a:t>ip</a:t>
            </a:r>
            <a:r>
              <a:rPr lang="en-US" dirty="0"/>
              <a:t> address 200.100.50.254 255.255.255.0</a:t>
            </a:r>
          </a:p>
          <a:p>
            <a:endParaRPr lang="en-US" dirty="0"/>
          </a:p>
          <a:p>
            <a:r>
              <a:rPr lang="en-US" dirty="0">
                <a:ea typeface="+mn-lt"/>
                <a:cs typeface="+mn-lt"/>
              </a:rPr>
              <a:t>interface GigabitEthernet0/0/1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ip</a:t>
            </a:r>
            <a:r>
              <a:rPr lang="en-US" dirty="0">
                <a:ea typeface="+mn-lt"/>
                <a:cs typeface="+mn-lt"/>
              </a:rPr>
              <a:t> address 192.168.0.226 255.255.255.224</a:t>
            </a:r>
            <a:endParaRPr lang="en-US" dirty="0"/>
          </a:p>
          <a:p>
            <a:endParaRPr lang="en-US" dirty="0"/>
          </a:p>
          <a:p>
            <a:r>
              <a:rPr lang="en-US" dirty="0">
                <a:ea typeface="+mn-lt"/>
                <a:cs typeface="+mn-lt"/>
              </a:rPr>
              <a:t>interface Serial0/1/0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ip</a:t>
            </a:r>
            <a:r>
              <a:rPr lang="en-US" dirty="0">
                <a:ea typeface="+mn-lt"/>
                <a:cs typeface="+mn-lt"/>
              </a:rPr>
              <a:t> address 192.168.0.162 255.255.255.224</a:t>
            </a:r>
            <a:endParaRPr lang="en-US" dirty="0"/>
          </a:p>
          <a:p>
            <a:endParaRPr lang="en-US" dirty="0"/>
          </a:p>
          <a:p>
            <a:r>
              <a:rPr lang="en-US" dirty="0">
                <a:ea typeface="+mn-lt"/>
                <a:cs typeface="+mn-lt"/>
              </a:rPr>
              <a:t>interface Serial0/1/1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ip</a:t>
            </a:r>
            <a:r>
              <a:rPr lang="en-US" dirty="0">
                <a:ea typeface="+mn-lt"/>
                <a:cs typeface="+mn-lt"/>
              </a:rPr>
              <a:t> address 192.168.0.194 255.255.255.224</a:t>
            </a:r>
            <a:endParaRPr lang="en-US" dirty="0"/>
          </a:p>
          <a:p>
            <a:endParaRPr lang="en-US" dirty="0"/>
          </a:p>
          <a:p>
            <a:r>
              <a:rPr lang="en-US" dirty="0">
                <a:ea typeface="+mn-lt"/>
                <a:cs typeface="+mn-lt"/>
              </a:rPr>
              <a:t>interface Serial0/1/1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ip</a:t>
            </a:r>
            <a:r>
              <a:rPr lang="en-US" dirty="0">
                <a:ea typeface="+mn-lt"/>
                <a:cs typeface="+mn-lt"/>
              </a:rPr>
              <a:t> address 192.168.0.194 255.255.255.224</a:t>
            </a:r>
            <a:endParaRPr lang="en-US" dirty="0"/>
          </a:p>
          <a:p>
            <a:endParaRPr lang="en-US" dirty="0"/>
          </a:p>
          <a:p>
            <a:pPr algn="ctr"/>
            <a:endParaRPr lang="hu-HU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BDDC8FAA-3EAF-3ED6-ECBB-E8A7244FE01B}"/>
              </a:ext>
            </a:extLst>
          </p:cNvPr>
          <p:cNvSpPr/>
          <p:nvPr/>
        </p:nvSpPr>
        <p:spPr>
          <a:xfrm>
            <a:off x="5042759" y="1158191"/>
            <a:ext cx="4638547" cy="404127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151282"/>
      </p:ext>
    </p:extLst>
  </p:cSld>
  <p:clrMapOvr>
    <a:masterClrMapping/>
  </p:clrMapOvr>
  <p:transition spd="med">
    <p:pull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388" y="374750"/>
            <a:ext cx="777849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600" b="1" i="1" u="sng" dirty="0">
                <a:solidFill>
                  <a:schemeClr val="tx1"/>
                </a:solidFill>
                <a:latin typeface="Bookman Old Style"/>
                <a:cs typeface="Arial"/>
              </a:rPr>
              <a:t>ISP_R1</a:t>
            </a:r>
            <a:r>
              <a:rPr sz="3600" b="1" i="1" u="sng" spc="-30" dirty="0">
                <a:solidFill>
                  <a:schemeClr val="tx1"/>
                </a:solidFill>
                <a:latin typeface="Bookman Old Style"/>
                <a:cs typeface="Arial"/>
              </a:rPr>
              <a:t> </a:t>
            </a:r>
            <a:r>
              <a:rPr sz="3600" u="sng" spc="-10" err="1">
                <a:solidFill>
                  <a:schemeClr val="tx1"/>
                </a:solidFill>
                <a:latin typeface="Bookman Old Style"/>
              </a:rPr>
              <a:t>forgalomirányító</a:t>
            </a:r>
            <a:endParaRPr lang="en-US" sz="3600" u="sng" spc="-10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6" name="Élőláb helye 1">
            <a:extLst>
              <a:ext uri="{FF2B5EF4-FFF2-40B4-BE49-F238E27FC236}">
                <a16:creationId xmlns:a16="http://schemas.microsoft.com/office/drawing/2014/main" id="{CEFDF4C6-0FCB-48D0-A307-3C9B3D84D84E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 dirty="0">
                <a:latin typeface="Bookman Old Style"/>
              </a:rPr>
              <a:t>2025-2026</a:t>
            </a:r>
            <a:endParaRPr lang="hu-HU" sz="1600" spc="-20" dirty="0">
              <a:latin typeface="Bookman Old Style" panose="02050604050505020204" pitchFamily="18" charset="0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D107674A-BF12-EE64-DBC7-22C71AA67D3C}"/>
              </a:ext>
            </a:extLst>
          </p:cNvPr>
          <p:cNvSpPr txBox="1"/>
          <p:nvPr/>
        </p:nvSpPr>
        <p:spPr>
          <a:xfrm>
            <a:off x="168362" y="1158734"/>
            <a:ext cx="50419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  <a:ea typeface="+mn-lt"/>
                <a:cs typeface="+mn-lt"/>
              </a:rPr>
              <a:t>router </a:t>
            </a:r>
            <a:r>
              <a:rPr lang="en-US" dirty="0" err="1">
                <a:latin typeface="Bookman Old Style"/>
                <a:ea typeface="+mn-lt"/>
                <a:cs typeface="+mn-lt"/>
              </a:rPr>
              <a:t>ospf</a:t>
            </a:r>
            <a:r>
              <a:rPr lang="en-US" dirty="0">
                <a:latin typeface="Bookman Old Style"/>
                <a:ea typeface="+mn-lt"/>
                <a:cs typeface="+mn-lt"/>
              </a:rPr>
              <a:t> 4</a:t>
            </a:r>
            <a:endParaRPr lang="hu-HU">
              <a:latin typeface="Bookman Old Style"/>
              <a:ea typeface="+mn-lt"/>
              <a:cs typeface="+mn-lt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router-id 3.3.3.3</a:t>
            </a:r>
            <a:endParaRPr lang="en-US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network 192.168.0.0 0.0.0.31 area 0</a:t>
            </a:r>
            <a:endParaRPr lang="en-US" dirty="0">
              <a:latin typeface="Bookman Old Style"/>
              <a:ea typeface="+mn-lt"/>
              <a:cs typeface="+mn-lt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network 192.168.0.64 0.0.0.31 area 0</a:t>
            </a:r>
            <a:endParaRPr lang="en-US" dirty="0">
              <a:latin typeface="Bookman Old Style"/>
              <a:ea typeface="+mn-lt"/>
              <a:cs typeface="+mn-lt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network 192.168.0.96 0.0.0.31 area 0</a:t>
            </a:r>
            <a:endParaRPr lang="en-US" dirty="0">
              <a:latin typeface="Bookman Old Style"/>
              <a:ea typeface="+mn-lt"/>
              <a:cs typeface="+mn-lt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network 192.168.0.128 0.0.0.31 area 0</a:t>
            </a:r>
            <a:endParaRPr lang="en-US" dirty="0">
              <a:latin typeface="Bookman Old Style"/>
              <a:ea typeface="+mn-lt"/>
              <a:cs typeface="+mn-lt"/>
            </a:endParaRPr>
          </a:p>
          <a:p>
            <a:endParaRPr lang="en-US" dirty="0">
              <a:latin typeface="Bookman Old Style"/>
              <a:ea typeface="+mn-lt"/>
              <a:cs typeface="+mn-lt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4801FB9-2694-8725-A1DB-92BF07825110}"/>
              </a:ext>
            </a:extLst>
          </p:cNvPr>
          <p:cNvSpPr/>
          <p:nvPr/>
        </p:nvSpPr>
        <p:spPr>
          <a:xfrm>
            <a:off x="166870" y="1158192"/>
            <a:ext cx="4593651" cy="180464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20ECF713-07C3-90D0-05BB-C90AA4F3A111}"/>
              </a:ext>
            </a:extLst>
          </p:cNvPr>
          <p:cNvSpPr txBox="1"/>
          <p:nvPr/>
        </p:nvSpPr>
        <p:spPr>
          <a:xfrm>
            <a:off x="4990270" y="2056978"/>
            <a:ext cx="5329238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</a:rPr>
              <a:t>interface GigabitEthernet0/0/0</a:t>
            </a:r>
            <a:br>
              <a:rPr lang="en-US" dirty="0">
                <a:latin typeface="Bookman Old Style"/>
              </a:rPr>
            </a:br>
            <a:r>
              <a:rPr lang="en-US" dirty="0" err="1">
                <a:latin typeface="Bookman Old Style"/>
              </a:rPr>
              <a:t>ip</a:t>
            </a:r>
            <a:r>
              <a:rPr lang="en-US" dirty="0">
                <a:latin typeface="Bookman Old Style"/>
              </a:rPr>
              <a:t> address 192.168.0.2 255.255.255.224</a:t>
            </a:r>
          </a:p>
          <a:p>
            <a:endParaRPr lang="en-US" dirty="0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interface GigabitEthernet0/0/1</a:t>
            </a:r>
            <a:endParaRPr lang="en-US">
              <a:latin typeface="Bookman Old Style"/>
            </a:endParaRPr>
          </a:p>
          <a:p>
            <a:r>
              <a:rPr lang="en-US" dirty="0" err="1">
                <a:latin typeface="Bookman Old Style"/>
                <a:ea typeface="+mn-lt"/>
                <a:cs typeface="+mn-lt"/>
              </a:rPr>
              <a:t>ip</a:t>
            </a:r>
            <a:r>
              <a:rPr lang="en-US" dirty="0">
                <a:latin typeface="Bookman Old Style"/>
                <a:ea typeface="+mn-lt"/>
                <a:cs typeface="+mn-lt"/>
              </a:rPr>
              <a:t> address 192.168.0.65 255.255.255.224</a:t>
            </a:r>
            <a:endParaRPr lang="en-US">
              <a:latin typeface="Bookman Old Style"/>
            </a:endParaRPr>
          </a:p>
          <a:p>
            <a:endParaRPr lang="en-US" dirty="0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interface Serial0/1/0</a:t>
            </a:r>
          </a:p>
          <a:p>
            <a:r>
              <a:rPr lang="en-US" dirty="0" err="1">
                <a:latin typeface="Bookman Old Style"/>
                <a:ea typeface="+mn-lt"/>
                <a:cs typeface="+mn-lt"/>
              </a:rPr>
              <a:t>ip</a:t>
            </a:r>
            <a:r>
              <a:rPr lang="en-US" dirty="0">
                <a:latin typeface="Bookman Old Style"/>
                <a:ea typeface="+mn-lt"/>
                <a:cs typeface="+mn-lt"/>
              </a:rPr>
              <a:t> address 192.168.0.97 255.255.255.224</a:t>
            </a:r>
          </a:p>
          <a:p>
            <a:endParaRPr lang="en-US" dirty="0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interface Serial0/1/1</a:t>
            </a:r>
            <a:endParaRPr lang="en-US">
              <a:latin typeface="Bookman Old Style"/>
            </a:endParaRPr>
          </a:p>
          <a:p>
            <a:r>
              <a:rPr lang="en-US" dirty="0" err="1">
                <a:latin typeface="Bookman Old Style"/>
                <a:ea typeface="+mn-lt"/>
                <a:cs typeface="+mn-lt"/>
              </a:rPr>
              <a:t>ip</a:t>
            </a:r>
            <a:r>
              <a:rPr lang="en-US" dirty="0">
                <a:latin typeface="Bookman Old Style"/>
                <a:ea typeface="+mn-lt"/>
                <a:cs typeface="+mn-lt"/>
              </a:rPr>
              <a:t> address 192.168.0.129 255.255.255.224</a:t>
            </a:r>
            <a:endParaRPr lang="en-US">
              <a:latin typeface="Bookman Old Style"/>
            </a:endParaRPr>
          </a:p>
          <a:p>
            <a:pPr algn="ctr"/>
            <a:endParaRPr lang="hu-HU" dirty="0">
              <a:latin typeface="Bookman Old Style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16327226-C82D-FA4B-5F5D-919442C9C968}"/>
              </a:ext>
            </a:extLst>
          </p:cNvPr>
          <p:cNvSpPr/>
          <p:nvPr/>
        </p:nvSpPr>
        <p:spPr>
          <a:xfrm>
            <a:off x="4863171" y="1966609"/>
            <a:ext cx="5141390" cy="34125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pull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500" y="113883"/>
            <a:ext cx="777849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200" b="1" i="1" u="sng" dirty="0">
                <a:solidFill>
                  <a:schemeClr val="tx1"/>
                </a:solidFill>
                <a:latin typeface="Bookman Old Style"/>
                <a:cs typeface="Arial"/>
              </a:rPr>
              <a:t>ISP_R2</a:t>
            </a:r>
            <a:r>
              <a:rPr sz="3200" b="1" i="1" u="sng" spc="-30" dirty="0">
                <a:solidFill>
                  <a:schemeClr val="tx1"/>
                </a:solidFill>
                <a:latin typeface="Bookman Old Style"/>
                <a:cs typeface="Arial"/>
              </a:rPr>
              <a:t> </a:t>
            </a:r>
            <a:r>
              <a:rPr sz="3200" u="sng" spc="-10" dirty="0" err="1">
                <a:solidFill>
                  <a:schemeClr val="tx1"/>
                </a:solidFill>
                <a:latin typeface="Bookman Old Style"/>
              </a:rPr>
              <a:t>forgalomirányító</a:t>
            </a:r>
            <a:endParaRPr lang="en-US" sz="3200" u="sng" spc="-10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6" name="Élőláb helye 1">
            <a:extLst>
              <a:ext uri="{FF2B5EF4-FFF2-40B4-BE49-F238E27FC236}">
                <a16:creationId xmlns:a16="http://schemas.microsoft.com/office/drawing/2014/main" id="{A5943FD4-4DE8-4625-A1D4-718B785A9A29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 dirty="0">
                <a:latin typeface="Bookman Old Style"/>
              </a:rPr>
              <a:t>2025-2026</a:t>
            </a:r>
            <a:endParaRPr lang="hu-HU" sz="1600" spc="-20" dirty="0">
              <a:latin typeface="Bookman Old Style" panose="02050604050505020204" pitchFamily="18" charset="0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DD57300D-BB4E-056B-042E-35B6CC64C33A}"/>
              </a:ext>
            </a:extLst>
          </p:cNvPr>
          <p:cNvSpPr txBox="1"/>
          <p:nvPr/>
        </p:nvSpPr>
        <p:spPr>
          <a:xfrm>
            <a:off x="168362" y="1158734"/>
            <a:ext cx="50419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  <a:ea typeface="+mn-lt"/>
                <a:cs typeface="+mn-lt"/>
              </a:rPr>
              <a:t>router </a:t>
            </a:r>
            <a:r>
              <a:rPr lang="en-US" dirty="0" err="1">
                <a:latin typeface="Bookman Old Style"/>
                <a:ea typeface="+mn-lt"/>
                <a:cs typeface="+mn-lt"/>
              </a:rPr>
              <a:t>ospf</a:t>
            </a:r>
            <a:r>
              <a:rPr lang="en-US" dirty="0">
                <a:latin typeface="Bookman Old Style"/>
                <a:ea typeface="+mn-lt"/>
                <a:cs typeface="+mn-lt"/>
              </a:rPr>
              <a:t> 4</a:t>
            </a:r>
            <a:endParaRPr lang="hu-HU">
              <a:latin typeface="Bookman Old Style"/>
              <a:ea typeface="+mn-lt"/>
              <a:cs typeface="+mn-lt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router-id 4.4.4.4</a:t>
            </a:r>
            <a:endParaRPr lang="en-US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network 192.168.0.32 0.0.0.31 area 0</a:t>
            </a:r>
          </a:p>
          <a:p>
            <a:r>
              <a:rPr lang="en-US">
                <a:latin typeface="Bookman Old Style"/>
                <a:ea typeface="+mn-lt"/>
                <a:cs typeface="+mn-lt"/>
              </a:rPr>
              <a:t>network 192.168.0.96 0.0.0.31 area 0</a:t>
            </a:r>
          </a:p>
          <a:p>
            <a:r>
              <a:rPr lang="en-US">
                <a:latin typeface="Bookman Old Style"/>
                <a:ea typeface="+mn-lt"/>
                <a:cs typeface="+mn-lt"/>
              </a:rPr>
              <a:t>network 192.168.0.192 0.0.0.31 area 0</a:t>
            </a:r>
          </a:p>
          <a:p>
            <a:r>
              <a:rPr lang="en-US">
                <a:latin typeface="Bookman Old Style"/>
                <a:ea typeface="+mn-lt"/>
                <a:cs typeface="+mn-lt"/>
              </a:rPr>
              <a:t>network 192.168.0.224 0.0.0.31 area 0</a:t>
            </a:r>
          </a:p>
          <a:p>
            <a:endParaRPr lang="en-US" dirty="0">
              <a:latin typeface="Bookman Old Style"/>
              <a:ea typeface="+mn-lt"/>
              <a:cs typeface="+mn-lt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052D88DE-98E4-BE0E-8385-EF71D434054A}"/>
              </a:ext>
            </a:extLst>
          </p:cNvPr>
          <p:cNvSpPr/>
          <p:nvPr/>
        </p:nvSpPr>
        <p:spPr>
          <a:xfrm>
            <a:off x="166870" y="1158192"/>
            <a:ext cx="4593651" cy="180464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6D96F658-CC5B-87AC-AB5E-9AC7E222305D}"/>
              </a:ext>
            </a:extLst>
          </p:cNvPr>
          <p:cNvSpPr txBox="1"/>
          <p:nvPr/>
        </p:nvSpPr>
        <p:spPr>
          <a:xfrm>
            <a:off x="4945373" y="2056978"/>
            <a:ext cx="5329238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  <a:ea typeface="+mn-lt"/>
                <a:cs typeface="+mn-lt"/>
              </a:rPr>
              <a:t>interface GigabitEthernet0/0/0</a:t>
            </a:r>
            <a:endParaRPr lang="hu-HU" dirty="0">
              <a:latin typeface="Bookman Old Style"/>
              <a:ea typeface="+mn-lt"/>
              <a:cs typeface="+mn-lt"/>
            </a:endParaRPr>
          </a:p>
          <a:p>
            <a:r>
              <a:rPr lang="en-US" dirty="0" err="1">
                <a:latin typeface="Bookman Old Style"/>
                <a:ea typeface="+mn-lt"/>
                <a:cs typeface="+mn-lt"/>
              </a:rPr>
              <a:t>ip</a:t>
            </a:r>
            <a:r>
              <a:rPr lang="en-US" dirty="0">
                <a:latin typeface="Bookman Old Style"/>
                <a:ea typeface="+mn-lt"/>
                <a:cs typeface="+mn-lt"/>
              </a:rPr>
              <a:t> address 192.168.0.34 255.255.255.224</a:t>
            </a:r>
          </a:p>
          <a:p>
            <a:endParaRPr lang="en-US" dirty="0">
              <a:latin typeface="Bookman Old Style"/>
              <a:ea typeface="+mn-lt"/>
              <a:cs typeface="+mn-lt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interface GigabitEthernet0/0/1</a:t>
            </a:r>
          </a:p>
          <a:p>
            <a:r>
              <a:rPr lang="en-US" dirty="0" err="1">
                <a:latin typeface="Bookman Old Style"/>
                <a:ea typeface="+mn-lt"/>
                <a:cs typeface="+mn-lt"/>
              </a:rPr>
              <a:t>ip</a:t>
            </a:r>
            <a:r>
              <a:rPr lang="en-US" dirty="0">
                <a:latin typeface="Bookman Old Style"/>
                <a:ea typeface="+mn-lt"/>
                <a:cs typeface="+mn-lt"/>
              </a:rPr>
              <a:t> address 192.168.0.225 255.255.255.224</a:t>
            </a:r>
          </a:p>
          <a:p>
            <a:endParaRPr lang="en-US" dirty="0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interface Serial0/1/0</a:t>
            </a:r>
          </a:p>
          <a:p>
            <a:r>
              <a:rPr lang="en-US" dirty="0" err="1">
                <a:latin typeface="Bookman Old Style"/>
                <a:ea typeface="+mn-lt"/>
                <a:cs typeface="+mn-lt"/>
              </a:rPr>
              <a:t>ip</a:t>
            </a:r>
            <a:r>
              <a:rPr lang="en-US" dirty="0">
                <a:latin typeface="Bookman Old Style"/>
                <a:ea typeface="+mn-lt"/>
                <a:cs typeface="+mn-lt"/>
              </a:rPr>
              <a:t> address 192.168.0.98 255.255.255.224</a:t>
            </a:r>
          </a:p>
          <a:p>
            <a:endParaRPr lang="en-US" dirty="0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interface Serial0/1/1</a:t>
            </a:r>
          </a:p>
          <a:p>
            <a:r>
              <a:rPr lang="en-US" dirty="0" err="1">
                <a:latin typeface="Bookman Old Style"/>
                <a:ea typeface="+mn-lt"/>
                <a:cs typeface="+mn-lt"/>
              </a:rPr>
              <a:t>ip</a:t>
            </a:r>
            <a:r>
              <a:rPr lang="en-US" dirty="0">
                <a:latin typeface="Bookman Old Style"/>
                <a:ea typeface="+mn-lt"/>
                <a:cs typeface="+mn-lt"/>
              </a:rPr>
              <a:t> address 192.168.0.193 255.255.255.224</a:t>
            </a:r>
          </a:p>
          <a:p>
            <a:pPr algn="ctr"/>
            <a:endParaRPr lang="hu-HU" dirty="0">
              <a:latin typeface="Bookman Old Style"/>
            </a:endParaRP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BDD7116-F441-01E1-A5E8-F5F87586D664}"/>
              </a:ext>
            </a:extLst>
          </p:cNvPr>
          <p:cNvSpPr/>
          <p:nvPr/>
        </p:nvSpPr>
        <p:spPr>
          <a:xfrm>
            <a:off x="4863171" y="1966609"/>
            <a:ext cx="5141390" cy="34125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36026"/>
      </p:ext>
    </p:extLst>
  </p:cSld>
  <p:clrMapOvr>
    <a:masterClrMapping/>
  </p:clrMapOvr>
  <p:transition spd="med">
    <p:pull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5987" y="2555039"/>
            <a:ext cx="510427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sng" dirty="0">
                <a:solidFill>
                  <a:schemeClr val="tx1"/>
                </a:solidFill>
                <a:latin typeface="Bookman Old Style"/>
              </a:rPr>
              <a:t>OSPF</a:t>
            </a:r>
            <a:r>
              <a:rPr sz="3600" u="sng" spc="-35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sz="3600" u="sng" dirty="0" err="1">
                <a:solidFill>
                  <a:schemeClr val="tx1"/>
                </a:solidFill>
                <a:latin typeface="Bookman Old Style"/>
              </a:rPr>
              <a:t>terület</a:t>
            </a:r>
            <a:r>
              <a:rPr sz="3600" u="sng" spc="-45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lang="hu-HU" sz="3600" u="sng" dirty="0">
                <a:solidFill>
                  <a:schemeClr val="tx1"/>
                </a:solidFill>
                <a:latin typeface="Bookman Old Style"/>
              </a:rPr>
              <a:t>–</a:t>
            </a:r>
            <a:r>
              <a:rPr sz="3600" u="sng" spc="-10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sz="3600" u="sng" spc="-20" dirty="0" err="1">
                <a:solidFill>
                  <a:schemeClr val="tx1"/>
                </a:solidFill>
                <a:latin typeface="Bookman Old Style"/>
              </a:rPr>
              <a:t>IPv</a:t>
            </a:r>
            <a:r>
              <a:rPr lang="hu-HU" sz="3600" u="sng" spc="-20" dirty="0">
                <a:solidFill>
                  <a:schemeClr val="tx1"/>
                </a:solidFill>
                <a:latin typeface="Bookman Old Style"/>
              </a:rPr>
              <a:t>6</a:t>
            </a:r>
            <a:endParaRPr lang="en-US" sz="3600" u="sng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3" name="Élőláb helye 1">
            <a:extLst>
              <a:ext uri="{FF2B5EF4-FFF2-40B4-BE49-F238E27FC236}">
                <a16:creationId xmlns:a16="http://schemas.microsoft.com/office/drawing/2014/main" id="{B25B989B-51AC-477D-A84A-6ED4973E20DF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>
                <a:latin typeface="Bookman Old Style"/>
              </a:rPr>
              <a:t>2025-2026</a:t>
            </a:r>
            <a:endParaRPr lang="hu-HU" sz="1600" spc="-2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383595"/>
      </p:ext>
    </p:extLst>
  </p:cSld>
  <p:clrMapOvr>
    <a:masterClrMapping/>
  </p:clrMapOvr>
  <p:transition spd="med">
    <p:pull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500" y="113883"/>
            <a:ext cx="777849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200" b="1" i="1" u="sng" dirty="0">
                <a:solidFill>
                  <a:schemeClr val="tx1"/>
                </a:solidFill>
                <a:latin typeface="Bookman Old Style"/>
                <a:cs typeface="Arial"/>
              </a:rPr>
              <a:t>Telep_R1</a:t>
            </a:r>
            <a:r>
              <a:rPr sz="3200" b="1" i="1" u="sng" spc="-30" dirty="0">
                <a:solidFill>
                  <a:schemeClr val="tx1"/>
                </a:solidFill>
                <a:latin typeface="Bookman Old Style"/>
                <a:cs typeface="Arial"/>
              </a:rPr>
              <a:t> </a:t>
            </a:r>
            <a:r>
              <a:rPr sz="3200" i="1" u="sng" spc="-10" dirty="0" err="1">
                <a:solidFill>
                  <a:schemeClr val="tx1"/>
                </a:solidFill>
                <a:latin typeface="Bookman Old Style"/>
              </a:rPr>
              <a:t>forgalomirányító</a:t>
            </a:r>
            <a:endParaRPr lang="en-US" sz="3200" i="1" u="sng" spc="-10" dirty="0" err="1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6" name="Élőláb helye 1">
            <a:extLst>
              <a:ext uri="{FF2B5EF4-FFF2-40B4-BE49-F238E27FC236}">
                <a16:creationId xmlns:a16="http://schemas.microsoft.com/office/drawing/2014/main" id="{FCF199E8-BC8D-4198-AA8F-FC08BF4498B4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>
                <a:latin typeface="Bookman Old Style"/>
              </a:rPr>
              <a:t>2025-2026</a:t>
            </a:r>
            <a:endParaRPr lang="hu-HU" sz="1600" spc="-20">
              <a:latin typeface="Bookman Old Style" panose="02050604050505020204" pitchFamily="18" charset="0"/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3072E1DD-5044-B10D-9832-C57B25C2ECE4}"/>
              </a:ext>
            </a:extLst>
          </p:cNvPr>
          <p:cNvSpPr txBox="1"/>
          <p:nvPr/>
        </p:nvSpPr>
        <p:spPr>
          <a:xfrm>
            <a:off x="2520950" y="1329401"/>
            <a:ext cx="50419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</a:rPr>
              <a:t>ipv6 router </a:t>
            </a:r>
            <a:r>
              <a:rPr lang="en-US" dirty="0" err="1">
                <a:latin typeface="Bookman Old Style"/>
              </a:rPr>
              <a:t>ospf</a:t>
            </a:r>
            <a:r>
              <a:rPr lang="en-US" dirty="0">
                <a:latin typeface="Bookman Old Style"/>
              </a:rPr>
              <a:t> 6</a:t>
            </a:r>
            <a:br>
              <a:rPr lang="en-US" dirty="0">
                <a:latin typeface="Bookman Old Style"/>
              </a:rPr>
            </a:br>
            <a:r>
              <a:rPr lang="en-US" dirty="0">
                <a:latin typeface="Bookman Old Style"/>
              </a:rPr>
              <a:t>router-id 1.1.1.1</a:t>
            </a:r>
          </a:p>
          <a:p>
            <a:pPr algn="ctr"/>
            <a:endParaRPr lang="hu-HU" dirty="0">
              <a:latin typeface="Bookman Old Style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6069786B-84C1-0BA0-BB46-A169F02B7FFE}"/>
              </a:ext>
            </a:extLst>
          </p:cNvPr>
          <p:cNvSpPr txBox="1"/>
          <p:nvPr/>
        </p:nvSpPr>
        <p:spPr>
          <a:xfrm>
            <a:off x="2520950" y="2838450"/>
            <a:ext cx="50419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</a:rPr>
              <a:t>interface GigabitEthernet0/0/0</a:t>
            </a:r>
            <a:br>
              <a:rPr lang="en-US" dirty="0">
                <a:latin typeface="Bookman Old Style"/>
              </a:rPr>
            </a:br>
            <a:r>
              <a:rPr lang="en-US" dirty="0">
                <a:latin typeface="Bookman Old Style"/>
              </a:rPr>
              <a:t>ipv6 address 2001:DB8:ABCD:1::1/64</a:t>
            </a:r>
            <a:br>
              <a:rPr lang="en-US" dirty="0">
                <a:latin typeface="Bookman Old Style"/>
              </a:rPr>
            </a:br>
            <a:r>
              <a:rPr lang="en-US" dirty="0">
                <a:latin typeface="Bookman Old Style"/>
              </a:rPr>
              <a:t>ipv6 </a:t>
            </a:r>
            <a:r>
              <a:rPr lang="en-US" dirty="0" err="1">
                <a:latin typeface="Bookman Old Style"/>
              </a:rPr>
              <a:t>ospf</a:t>
            </a:r>
            <a:r>
              <a:rPr lang="en-US" dirty="0">
                <a:latin typeface="Bookman Old Style"/>
              </a:rPr>
              <a:t> 6 area 0</a:t>
            </a:r>
          </a:p>
          <a:p>
            <a:endParaRPr lang="en-US" dirty="0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interface GigabitEthernet0/0/1</a:t>
            </a:r>
            <a:endParaRPr lang="en-US" dirty="0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ipv6 address 2001:DB8:ABCD::1/64</a:t>
            </a:r>
            <a:endParaRPr lang="en-US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ipv6 </a:t>
            </a:r>
            <a:r>
              <a:rPr lang="en-US" dirty="0" err="1">
                <a:latin typeface="Bookman Old Style"/>
                <a:ea typeface="+mn-lt"/>
                <a:cs typeface="+mn-lt"/>
              </a:rPr>
              <a:t>ospf</a:t>
            </a:r>
            <a:r>
              <a:rPr lang="en-US" dirty="0">
                <a:latin typeface="Bookman Old Style"/>
                <a:ea typeface="+mn-lt"/>
                <a:cs typeface="+mn-lt"/>
              </a:rPr>
              <a:t> 6 area 0</a:t>
            </a:r>
            <a:endParaRPr lang="en-US" dirty="0">
              <a:latin typeface="Bookman Old Style"/>
            </a:endParaRPr>
          </a:p>
          <a:p>
            <a:pPr algn="ctr"/>
            <a:endParaRPr lang="hu-HU" dirty="0">
              <a:latin typeface="Bookman Old Style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8B5C16EE-FA01-7A5B-737D-A57E90B823EE}"/>
              </a:ext>
            </a:extLst>
          </p:cNvPr>
          <p:cNvSpPr/>
          <p:nvPr/>
        </p:nvSpPr>
        <p:spPr>
          <a:xfrm>
            <a:off x="2519457" y="1328858"/>
            <a:ext cx="2241064" cy="74472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906B4529-7908-DBA4-3350-D9BA48F6C766}"/>
              </a:ext>
            </a:extLst>
          </p:cNvPr>
          <p:cNvSpPr/>
          <p:nvPr/>
        </p:nvSpPr>
        <p:spPr>
          <a:xfrm>
            <a:off x="2510478" y="2837908"/>
            <a:ext cx="4602630" cy="202920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307713"/>
      </p:ext>
    </p:extLst>
  </p:cSld>
  <p:clrMapOvr>
    <a:masterClrMapping/>
  </p:clrMapOvr>
  <p:transition spd="med">
    <p:pull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500" y="113883"/>
            <a:ext cx="777849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200" b="1" i="1" u="sng" dirty="0">
                <a:solidFill>
                  <a:schemeClr val="tx1"/>
                </a:solidFill>
                <a:latin typeface="Bookman Old Style"/>
                <a:cs typeface="Arial"/>
              </a:rPr>
              <a:t>Telep_R2</a:t>
            </a:r>
            <a:r>
              <a:rPr sz="3200" b="1" i="1" u="sng" spc="-30" dirty="0">
                <a:solidFill>
                  <a:schemeClr val="tx1"/>
                </a:solidFill>
                <a:latin typeface="Bookman Old Style"/>
                <a:cs typeface="Arial"/>
              </a:rPr>
              <a:t> </a:t>
            </a:r>
            <a:r>
              <a:rPr sz="3200" u="sng" spc="-10" dirty="0" err="1">
                <a:solidFill>
                  <a:schemeClr val="tx1"/>
                </a:solidFill>
                <a:latin typeface="Bookman Old Style"/>
              </a:rPr>
              <a:t>forgalomirányító</a:t>
            </a:r>
            <a:endParaRPr lang="en-US" sz="3200" u="sng" spc="-10" dirty="0" err="1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6" name="Élőláb helye 1">
            <a:extLst>
              <a:ext uri="{FF2B5EF4-FFF2-40B4-BE49-F238E27FC236}">
                <a16:creationId xmlns:a16="http://schemas.microsoft.com/office/drawing/2014/main" id="{2F04E9CB-4AB0-4A1A-97DB-4A3F9B20130F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>
                <a:latin typeface="Bookman Old Style"/>
              </a:rPr>
              <a:t>2025-2026</a:t>
            </a:r>
            <a:endParaRPr lang="hu-HU" sz="1600" spc="-20">
              <a:latin typeface="Bookman Old Style" panose="02050604050505020204" pitchFamily="18" charset="0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9504D11F-C6C0-2C0E-FAF9-0B5E3DBB9CE0}"/>
              </a:ext>
            </a:extLst>
          </p:cNvPr>
          <p:cNvSpPr txBox="1"/>
          <p:nvPr/>
        </p:nvSpPr>
        <p:spPr>
          <a:xfrm>
            <a:off x="2520950" y="1329401"/>
            <a:ext cx="50419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</a:rPr>
              <a:t>ipv6 router </a:t>
            </a:r>
            <a:r>
              <a:rPr lang="en-US" dirty="0" err="1">
                <a:latin typeface="Bookman Old Style"/>
              </a:rPr>
              <a:t>ospf</a:t>
            </a:r>
            <a:r>
              <a:rPr lang="en-US" dirty="0">
                <a:latin typeface="Bookman Old Style"/>
              </a:rPr>
              <a:t> 6</a:t>
            </a:r>
            <a:br>
              <a:rPr lang="en-US" dirty="0">
                <a:latin typeface="Bookman Old Style"/>
              </a:rPr>
            </a:br>
            <a:r>
              <a:rPr lang="en-US" dirty="0">
                <a:latin typeface="Bookman Old Style"/>
              </a:rPr>
              <a:t>router-id </a:t>
            </a:r>
            <a:r>
              <a:rPr lang="en-US" dirty="0">
                <a:latin typeface="Bookman Old Style"/>
                <a:ea typeface="+mn-lt"/>
                <a:cs typeface="+mn-lt"/>
              </a:rPr>
              <a:t>2.2.2.2</a:t>
            </a:r>
            <a:endParaRPr lang="en-US" dirty="0">
              <a:latin typeface="Bookman Old Style"/>
            </a:endParaRPr>
          </a:p>
          <a:p>
            <a:pPr algn="ctr"/>
            <a:endParaRPr lang="hu-HU" dirty="0">
              <a:latin typeface="Bookman Old Style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F75046A2-7D44-393D-0FEF-8B848F5612F3}"/>
              </a:ext>
            </a:extLst>
          </p:cNvPr>
          <p:cNvSpPr txBox="1"/>
          <p:nvPr/>
        </p:nvSpPr>
        <p:spPr>
          <a:xfrm>
            <a:off x="2520950" y="2838450"/>
            <a:ext cx="50419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  <a:ea typeface="+mn-lt"/>
                <a:cs typeface="+mn-lt"/>
              </a:rPr>
              <a:t>interface GigabitEthernet0/0/0</a:t>
            </a:r>
            <a:endParaRPr lang="hu-HU" dirty="0">
              <a:latin typeface="Bookman Old Style"/>
              <a:ea typeface="+mn-lt"/>
              <a:cs typeface="+mn-lt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ipv6 address 2001:DB8:ABCD:2::1/64</a:t>
            </a:r>
            <a:endParaRPr lang="en-US" dirty="0">
              <a:latin typeface="Bookman Old Style"/>
              <a:ea typeface="+mn-lt"/>
              <a:cs typeface="+mn-lt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ipv6 </a:t>
            </a:r>
            <a:r>
              <a:rPr lang="en-US" dirty="0" err="1">
                <a:latin typeface="Bookman Old Style"/>
                <a:ea typeface="+mn-lt"/>
                <a:cs typeface="+mn-lt"/>
              </a:rPr>
              <a:t>ospf</a:t>
            </a:r>
            <a:r>
              <a:rPr lang="en-US" dirty="0">
                <a:latin typeface="Bookman Old Style"/>
                <a:ea typeface="+mn-lt"/>
                <a:cs typeface="+mn-lt"/>
              </a:rPr>
              <a:t> 6 area 0</a:t>
            </a:r>
          </a:p>
          <a:p>
            <a:endParaRPr lang="en-US" dirty="0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interface GigabitEthernet0/0/1</a:t>
            </a:r>
          </a:p>
          <a:p>
            <a:r>
              <a:rPr lang="en-US">
                <a:latin typeface="Bookman Old Style"/>
                <a:ea typeface="+mn-lt"/>
                <a:cs typeface="+mn-lt"/>
              </a:rPr>
              <a:t>ipv6 address 2001:DB8:ABCD::2/64</a:t>
            </a:r>
            <a:endParaRPr lang="en-US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ipv6 </a:t>
            </a:r>
            <a:r>
              <a:rPr lang="en-US" dirty="0" err="1">
                <a:latin typeface="Bookman Old Style"/>
                <a:ea typeface="+mn-lt"/>
                <a:cs typeface="+mn-lt"/>
              </a:rPr>
              <a:t>ospf</a:t>
            </a:r>
            <a:r>
              <a:rPr lang="en-US" dirty="0">
                <a:latin typeface="Bookman Old Style"/>
                <a:ea typeface="+mn-lt"/>
                <a:cs typeface="+mn-lt"/>
              </a:rPr>
              <a:t> 6 area 0</a:t>
            </a:r>
          </a:p>
          <a:p>
            <a:pPr algn="ctr"/>
            <a:endParaRPr lang="hu-HU" dirty="0">
              <a:latin typeface="Bookman Old Style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4C15EED-21B0-9F26-F227-F6F1A8AD61BF}"/>
              </a:ext>
            </a:extLst>
          </p:cNvPr>
          <p:cNvSpPr/>
          <p:nvPr/>
        </p:nvSpPr>
        <p:spPr>
          <a:xfrm>
            <a:off x="2519457" y="1328858"/>
            <a:ext cx="2241064" cy="74472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705D1FDB-CBAC-2EBB-A56E-EFEEC2C35767}"/>
              </a:ext>
            </a:extLst>
          </p:cNvPr>
          <p:cNvSpPr/>
          <p:nvPr/>
        </p:nvSpPr>
        <p:spPr>
          <a:xfrm>
            <a:off x="2510478" y="2837908"/>
            <a:ext cx="4602630" cy="202920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398657"/>
      </p:ext>
    </p:extLst>
  </p:cSld>
  <p:clrMapOvr>
    <a:masterClrMapping/>
  </p:clrMapOvr>
  <p:transition spd="med">
    <p:pull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500" y="113883"/>
            <a:ext cx="777849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200" b="1" i="1" u="sng" dirty="0" err="1">
                <a:solidFill>
                  <a:schemeClr val="tx1"/>
                </a:solidFill>
                <a:latin typeface="Bookman Old Style"/>
                <a:cs typeface="Arial"/>
              </a:rPr>
              <a:t>Iroda_R</a:t>
            </a:r>
            <a:r>
              <a:rPr sz="3200" b="1" i="1" u="sng" spc="-30" dirty="0">
                <a:solidFill>
                  <a:schemeClr val="tx1"/>
                </a:solidFill>
                <a:latin typeface="Bookman Old Style"/>
                <a:cs typeface="Arial"/>
              </a:rPr>
              <a:t> </a:t>
            </a:r>
            <a:r>
              <a:rPr sz="3200" u="sng" spc="-10" dirty="0" err="1">
                <a:solidFill>
                  <a:schemeClr val="tx1"/>
                </a:solidFill>
                <a:latin typeface="Bookman Old Style"/>
              </a:rPr>
              <a:t>forgalomirányító</a:t>
            </a:r>
            <a:endParaRPr lang="en-US" sz="3200" u="sng" spc="-10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5" name="Élőláb helye 1">
            <a:extLst>
              <a:ext uri="{FF2B5EF4-FFF2-40B4-BE49-F238E27FC236}">
                <a16:creationId xmlns:a16="http://schemas.microsoft.com/office/drawing/2014/main" id="{34F480AE-8785-4282-A770-F59CBAE1DB62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>
                <a:latin typeface="Bookman Old Style"/>
              </a:rPr>
              <a:t>2025-2026</a:t>
            </a:r>
            <a:endParaRPr lang="hu-HU" sz="1600" spc="-20">
              <a:latin typeface="Bookman Old Style" panose="02050604050505020204" pitchFamily="18" charset="0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9DF6486E-FB94-E055-269A-5D867BE10BD2}"/>
              </a:ext>
            </a:extLst>
          </p:cNvPr>
          <p:cNvSpPr txBox="1"/>
          <p:nvPr/>
        </p:nvSpPr>
        <p:spPr>
          <a:xfrm>
            <a:off x="2520950" y="1329401"/>
            <a:ext cx="50419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</a:rPr>
              <a:t>ipv6 router </a:t>
            </a:r>
            <a:r>
              <a:rPr lang="en-US" dirty="0" err="1">
                <a:latin typeface="Bookman Old Style"/>
              </a:rPr>
              <a:t>ospf</a:t>
            </a:r>
            <a:r>
              <a:rPr lang="en-US" dirty="0">
                <a:latin typeface="Bookman Old Style"/>
              </a:rPr>
              <a:t> 6</a:t>
            </a:r>
            <a:br>
              <a:rPr lang="en-US" dirty="0">
                <a:latin typeface="Bookman Old Style"/>
              </a:rPr>
            </a:br>
            <a:r>
              <a:rPr lang="en-US" dirty="0">
                <a:latin typeface="Bookman Old Style"/>
              </a:rPr>
              <a:t>router-id </a:t>
            </a:r>
            <a:r>
              <a:rPr lang="en-US" dirty="0">
                <a:latin typeface="Bookman Old Style"/>
                <a:ea typeface="+mn-lt"/>
                <a:cs typeface="+mn-lt"/>
              </a:rPr>
              <a:t>6.6.6.6</a:t>
            </a:r>
            <a:endParaRPr lang="en-US" dirty="0">
              <a:latin typeface="Bookman Old Style"/>
            </a:endParaRPr>
          </a:p>
          <a:p>
            <a:pPr algn="ctr"/>
            <a:endParaRPr lang="hu-HU" dirty="0">
              <a:latin typeface="Bookman Old Style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D250B603-3348-3B88-370C-AE156C1C99FB}"/>
              </a:ext>
            </a:extLst>
          </p:cNvPr>
          <p:cNvSpPr txBox="1"/>
          <p:nvPr/>
        </p:nvSpPr>
        <p:spPr>
          <a:xfrm>
            <a:off x="2520950" y="2838450"/>
            <a:ext cx="50419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interface GigabitEthernet0/0/1</a:t>
            </a:r>
            <a:endParaRPr lang="hu-HU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ipv6 address 2001:DB8:ABCD:8::3/64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ipv6 </a:t>
            </a:r>
            <a:r>
              <a:rPr lang="en-US" dirty="0" err="1">
                <a:ea typeface="+mn-lt"/>
                <a:cs typeface="+mn-lt"/>
              </a:rPr>
              <a:t>ospf</a:t>
            </a:r>
            <a:r>
              <a:rPr lang="en-US" dirty="0">
                <a:ea typeface="+mn-lt"/>
                <a:cs typeface="+mn-lt"/>
              </a:rPr>
              <a:t> 6 area 0</a:t>
            </a:r>
            <a:endParaRPr lang="hu-HU" dirty="0">
              <a:ea typeface="+mn-lt"/>
              <a:cs typeface="+mn-lt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CEEA25B-EDBE-2F1C-A998-A0D38A224E12}"/>
              </a:ext>
            </a:extLst>
          </p:cNvPr>
          <p:cNvSpPr/>
          <p:nvPr/>
        </p:nvSpPr>
        <p:spPr>
          <a:xfrm>
            <a:off x="2519457" y="1328858"/>
            <a:ext cx="2241064" cy="74472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0E497545-4022-A506-C51A-7D9AC8EC4DF4}"/>
              </a:ext>
            </a:extLst>
          </p:cNvPr>
          <p:cNvSpPr/>
          <p:nvPr/>
        </p:nvSpPr>
        <p:spPr>
          <a:xfrm>
            <a:off x="2519457" y="2837908"/>
            <a:ext cx="4261416" cy="924369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14421"/>
      </p:ext>
    </p:extLst>
  </p:cSld>
  <p:clrMapOvr>
    <a:masterClrMapping/>
  </p:clrMapOvr>
  <p:transition spd="med">
    <p:pull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500" y="113883"/>
            <a:ext cx="777849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200" b="1" i="1" u="sng" dirty="0" err="1">
                <a:solidFill>
                  <a:schemeClr val="tx1"/>
                </a:solidFill>
                <a:latin typeface="Bookman Old Style"/>
                <a:cs typeface="Arial"/>
              </a:rPr>
              <a:t>Szerverpark_R</a:t>
            </a:r>
            <a:r>
              <a:rPr sz="3200" b="1" i="1" u="sng" spc="-30" dirty="0">
                <a:solidFill>
                  <a:schemeClr val="tx1"/>
                </a:solidFill>
                <a:latin typeface="Bookman Old Style"/>
                <a:cs typeface="Arial"/>
              </a:rPr>
              <a:t> </a:t>
            </a:r>
            <a:r>
              <a:rPr sz="3200" u="sng" spc="-10" dirty="0" err="1">
                <a:solidFill>
                  <a:schemeClr val="tx1"/>
                </a:solidFill>
                <a:latin typeface="Bookman Old Style"/>
              </a:rPr>
              <a:t>forgalomirányító</a:t>
            </a:r>
            <a:endParaRPr lang="en-US" sz="3200" u="sng" spc="-10" dirty="0" err="1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7" name="Élőláb helye 1">
            <a:extLst>
              <a:ext uri="{FF2B5EF4-FFF2-40B4-BE49-F238E27FC236}">
                <a16:creationId xmlns:a16="http://schemas.microsoft.com/office/drawing/2014/main" id="{0E20722D-C70A-4D3F-993A-C432F247FA4A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>
                <a:latin typeface="Bookman Old Style"/>
              </a:rPr>
              <a:t>2025-2026</a:t>
            </a:r>
            <a:endParaRPr lang="hu-HU" sz="1600" spc="-20">
              <a:latin typeface="Bookman Old Style" panose="02050604050505020204" pitchFamily="18" charset="0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660DEE37-974E-C515-7A39-82911C0A1EDF}"/>
              </a:ext>
            </a:extLst>
          </p:cNvPr>
          <p:cNvSpPr txBox="1"/>
          <p:nvPr/>
        </p:nvSpPr>
        <p:spPr>
          <a:xfrm>
            <a:off x="1407512" y="1239577"/>
            <a:ext cx="50419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</a:rPr>
              <a:t>ipv6 router </a:t>
            </a:r>
            <a:r>
              <a:rPr lang="en-US" dirty="0" err="1">
                <a:latin typeface="Bookman Old Style"/>
              </a:rPr>
              <a:t>ospf</a:t>
            </a:r>
            <a:r>
              <a:rPr lang="en-US" dirty="0">
                <a:latin typeface="Bookman Old Style"/>
              </a:rPr>
              <a:t> 6</a:t>
            </a:r>
            <a:br>
              <a:rPr lang="en-US" dirty="0">
                <a:latin typeface="Bookman Old Style"/>
              </a:rPr>
            </a:br>
            <a:r>
              <a:rPr lang="en-US" dirty="0">
                <a:latin typeface="Bookman Old Style"/>
              </a:rPr>
              <a:t>router-id </a:t>
            </a:r>
            <a:r>
              <a:rPr lang="en-US" dirty="0">
                <a:latin typeface="Bookman Old Style"/>
                <a:ea typeface="+mn-lt"/>
                <a:cs typeface="+mn-lt"/>
              </a:rPr>
              <a:t>5.5.5.5</a:t>
            </a:r>
            <a:endParaRPr lang="en-US">
              <a:latin typeface="Bookman Old Style"/>
            </a:endParaRPr>
          </a:p>
          <a:p>
            <a:pPr algn="ctr"/>
            <a:endParaRPr lang="hu-HU" dirty="0">
              <a:latin typeface="Bookman Old Style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801AB6A1-9ADB-7623-A3C9-72699F81D8A9}"/>
              </a:ext>
            </a:extLst>
          </p:cNvPr>
          <p:cNvSpPr txBox="1"/>
          <p:nvPr/>
        </p:nvSpPr>
        <p:spPr>
          <a:xfrm>
            <a:off x="3742140" y="2164767"/>
            <a:ext cx="5041900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interface GigabitEthernet0/0/1</a:t>
            </a:r>
            <a:endParaRPr lang="hu-HU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ipv6 address 2001:DB8:ABCD:8::2/64</a:t>
            </a:r>
          </a:p>
          <a:p>
            <a:r>
              <a:rPr lang="en-US" dirty="0">
                <a:ea typeface="+mn-lt"/>
                <a:cs typeface="+mn-lt"/>
              </a:rPr>
              <a:t>ipv6 </a:t>
            </a:r>
            <a:r>
              <a:rPr lang="en-US" dirty="0" err="1">
                <a:ea typeface="+mn-lt"/>
                <a:cs typeface="+mn-lt"/>
              </a:rPr>
              <a:t>ospf</a:t>
            </a:r>
            <a:r>
              <a:rPr lang="en-US" dirty="0">
                <a:ea typeface="+mn-lt"/>
                <a:cs typeface="+mn-lt"/>
              </a:rPr>
              <a:t> 6 area 0</a:t>
            </a:r>
          </a:p>
          <a:p>
            <a:endParaRPr lang="en-US" dirty="0">
              <a:latin typeface="Bookman Old Style"/>
            </a:endParaRPr>
          </a:p>
          <a:p>
            <a:r>
              <a:rPr lang="en-US" dirty="0">
                <a:ea typeface="+mn-lt"/>
                <a:cs typeface="+mn-lt"/>
              </a:rPr>
              <a:t>interface Serial0/1/0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ipv6 address 2001:DB8:ABCD:6::2/64</a:t>
            </a:r>
          </a:p>
          <a:p>
            <a:r>
              <a:rPr lang="en-US" dirty="0">
                <a:ea typeface="+mn-lt"/>
                <a:cs typeface="+mn-lt"/>
              </a:rPr>
              <a:t>ipv6 </a:t>
            </a:r>
            <a:r>
              <a:rPr lang="en-US" dirty="0" err="1">
                <a:ea typeface="+mn-lt"/>
                <a:cs typeface="+mn-lt"/>
              </a:rPr>
              <a:t>ospf</a:t>
            </a:r>
            <a:r>
              <a:rPr lang="en-US" dirty="0">
                <a:ea typeface="+mn-lt"/>
                <a:cs typeface="+mn-lt"/>
              </a:rPr>
              <a:t> 6 area 0</a:t>
            </a:r>
          </a:p>
          <a:p>
            <a:endParaRPr lang="en-US" dirty="0">
              <a:latin typeface="Century Gothic"/>
            </a:endParaRPr>
          </a:p>
          <a:p>
            <a:r>
              <a:rPr lang="en-US" dirty="0">
                <a:ea typeface="+mn-lt"/>
                <a:cs typeface="+mn-lt"/>
              </a:rPr>
              <a:t>interface Serial0/1/1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ipv6 address 2001:DB8:ABCD:7::2/64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ipv6 </a:t>
            </a:r>
            <a:r>
              <a:rPr lang="en-US" dirty="0" err="1">
                <a:ea typeface="+mn-lt"/>
                <a:cs typeface="+mn-lt"/>
              </a:rPr>
              <a:t>ospf</a:t>
            </a:r>
            <a:r>
              <a:rPr lang="en-US" dirty="0">
                <a:ea typeface="+mn-lt"/>
                <a:cs typeface="+mn-lt"/>
              </a:rPr>
              <a:t> 6 area 0</a:t>
            </a:r>
            <a:endParaRPr lang="en-US" dirty="0"/>
          </a:p>
          <a:p>
            <a:pPr algn="ctr"/>
            <a:endParaRPr lang="hu-HU" dirty="0">
              <a:latin typeface="Bookman Old Style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ACC84024-902A-4D85-6EF4-DE080ECC8A87}"/>
              </a:ext>
            </a:extLst>
          </p:cNvPr>
          <p:cNvSpPr/>
          <p:nvPr/>
        </p:nvSpPr>
        <p:spPr>
          <a:xfrm>
            <a:off x="1397039" y="1239034"/>
            <a:ext cx="2241064" cy="74472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A03C5909-DE8F-DBA0-4767-E2A010F12C1C}"/>
              </a:ext>
            </a:extLst>
          </p:cNvPr>
          <p:cNvSpPr/>
          <p:nvPr/>
        </p:nvSpPr>
        <p:spPr>
          <a:xfrm>
            <a:off x="3632895" y="2083383"/>
            <a:ext cx="4557734" cy="331369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091149"/>
      </p:ext>
    </p:extLst>
  </p:cSld>
  <p:clrMapOvr>
    <a:masterClrMapping/>
  </p:clrMapOvr>
  <p:transition spd="med">
    <p:pull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500" y="113883"/>
            <a:ext cx="777849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200" b="1" i="1" u="sng" dirty="0">
                <a:solidFill>
                  <a:schemeClr val="tx1"/>
                </a:solidFill>
                <a:latin typeface="Bookman Old Style"/>
                <a:cs typeface="Arial"/>
              </a:rPr>
              <a:t>ISP_R1</a:t>
            </a:r>
            <a:r>
              <a:rPr sz="3200" b="1" i="1" u="sng" spc="-30" dirty="0">
                <a:solidFill>
                  <a:schemeClr val="tx1"/>
                </a:solidFill>
                <a:latin typeface="Bookman Old Style"/>
                <a:cs typeface="Arial"/>
              </a:rPr>
              <a:t> </a:t>
            </a:r>
            <a:r>
              <a:rPr sz="3200" u="sng" spc="-10" dirty="0" err="1">
                <a:solidFill>
                  <a:schemeClr val="tx1"/>
                </a:solidFill>
                <a:latin typeface="Bookman Old Style"/>
              </a:rPr>
              <a:t>forgalomirányító</a:t>
            </a:r>
            <a:endParaRPr lang="en-US" sz="3200" u="sng" spc="-10" dirty="0" err="1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6" name="Élőláb helye 1">
            <a:extLst>
              <a:ext uri="{FF2B5EF4-FFF2-40B4-BE49-F238E27FC236}">
                <a16:creationId xmlns:a16="http://schemas.microsoft.com/office/drawing/2014/main" id="{1B8D93A3-4E81-41D2-8374-0FF24F3B3294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>
                <a:latin typeface="Bookman Old Style"/>
              </a:rPr>
              <a:t>2025-2026</a:t>
            </a:r>
            <a:endParaRPr lang="hu-HU" sz="1600" spc="-20">
              <a:latin typeface="Bookman Old Style" panose="02050604050505020204" pitchFamily="18" charset="0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0434D409-80D5-E510-D9B9-2BA6E89C1BA7}"/>
              </a:ext>
            </a:extLst>
          </p:cNvPr>
          <p:cNvSpPr txBox="1"/>
          <p:nvPr/>
        </p:nvSpPr>
        <p:spPr>
          <a:xfrm>
            <a:off x="1407512" y="1239577"/>
            <a:ext cx="50419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</a:rPr>
              <a:t>ipv6 router </a:t>
            </a:r>
            <a:r>
              <a:rPr lang="en-US" dirty="0" err="1">
                <a:latin typeface="Bookman Old Style"/>
              </a:rPr>
              <a:t>ospf</a:t>
            </a:r>
            <a:r>
              <a:rPr lang="en-US" dirty="0">
                <a:latin typeface="Bookman Old Style"/>
              </a:rPr>
              <a:t> 6</a:t>
            </a:r>
            <a:br>
              <a:rPr lang="en-US" dirty="0">
                <a:latin typeface="Bookman Old Style"/>
              </a:rPr>
            </a:br>
            <a:r>
              <a:rPr lang="en-US" dirty="0">
                <a:latin typeface="Bookman Old Style"/>
              </a:rPr>
              <a:t>router-id </a:t>
            </a:r>
            <a:r>
              <a:rPr lang="en-US" dirty="0">
                <a:latin typeface="Bookman Old Style"/>
                <a:ea typeface="+mn-lt"/>
                <a:cs typeface="+mn-lt"/>
              </a:rPr>
              <a:t>3.3.3.3</a:t>
            </a:r>
            <a:endParaRPr lang="en-US">
              <a:latin typeface="Bookman Old Style"/>
            </a:endParaRPr>
          </a:p>
          <a:p>
            <a:pPr algn="ctr"/>
            <a:endParaRPr lang="hu-HU" dirty="0">
              <a:latin typeface="Bookman Old Style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1F8AF20E-20AE-F0D4-A630-9410B75F4D63}"/>
              </a:ext>
            </a:extLst>
          </p:cNvPr>
          <p:cNvSpPr txBox="1"/>
          <p:nvPr/>
        </p:nvSpPr>
        <p:spPr>
          <a:xfrm>
            <a:off x="4209065" y="1149751"/>
            <a:ext cx="504190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interface GigabitEthernet0/0/0</a:t>
            </a:r>
            <a:endParaRPr lang="hu-HU" dirty="0"/>
          </a:p>
          <a:p>
            <a:r>
              <a:rPr lang="en-US">
                <a:ea typeface="+mn-lt"/>
                <a:cs typeface="+mn-lt"/>
              </a:rPr>
              <a:t>ipv6 address 2001:DB8:ABCD:1::2/64</a:t>
            </a:r>
          </a:p>
          <a:p>
            <a:r>
              <a:rPr lang="en-US" dirty="0">
                <a:ea typeface="+mn-lt"/>
                <a:cs typeface="+mn-lt"/>
              </a:rPr>
              <a:t>ipv6 </a:t>
            </a:r>
            <a:r>
              <a:rPr lang="en-US" dirty="0" err="1">
                <a:ea typeface="+mn-lt"/>
                <a:cs typeface="+mn-lt"/>
              </a:rPr>
              <a:t>ospf</a:t>
            </a:r>
            <a:r>
              <a:rPr lang="en-US" dirty="0">
                <a:ea typeface="+mn-lt"/>
                <a:cs typeface="+mn-lt"/>
              </a:rPr>
              <a:t> 6 area 0</a:t>
            </a:r>
          </a:p>
          <a:p>
            <a:endParaRPr lang="en-US" dirty="0">
              <a:latin typeface="Bookman Old Style"/>
            </a:endParaRPr>
          </a:p>
          <a:p>
            <a:r>
              <a:rPr lang="en-US" dirty="0">
                <a:ea typeface="+mn-lt"/>
                <a:cs typeface="+mn-lt"/>
              </a:rPr>
              <a:t>interface GigabitEthernet0/0/1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ipv6 address 2001:DB8:ABCD:3::1/64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ipv6 </a:t>
            </a:r>
            <a:r>
              <a:rPr lang="en-US" dirty="0" err="1">
                <a:ea typeface="+mn-lt"/>
                <a:cs typeface="+mn-lt"/>
              </a:rPr>
              <a:t>ospf</a:t>
            </a:r>
            <a:r>
              <a:rPr lang="en-US" dirty="0">
                <a:ea typeface="+mn-lt"/>
                <a:cs typeface="+mn-lt"/>
              </a:rPr>
              <a:t> 6 area 0</a:t>
            </a:r>
          </a:p>
          <a:p>
            <a:endParaRPr lang="en-US" dirty="0">
              <a:latin typeface="Century Gothic"/>
            </a:endParaRPr>
          </a:p>
          <a:p>
            <a:r>
              <a:rPr lang="en-US" dirty="0">
                <a:ea typeface="+mn-lt"/>
                <a:cs typeface="+mn-lt"/>
              </a:rPr>
              <a:t>interface Serial0/1/0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ipv6 address 2001:DB8:ABCD:4::1/64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ipv6 </a:t>
            </a:r>
            <a:r>
              <a:rPr lang="en-US" dirty="0" err="1">
                <a:ea typeface="+mn-lt"/>
                <a:cs typeface="+mn-lt"/>
              </a:rPr>
              <a:t>ospf</a:t>
            </a:r>
            <a:r>
              <a:rPr lang="en-US" dirty="0">
                <a:ea typeface="+mn-lt"/>
                <a:cs typeface="+mn-lt"/>
              </a:rPr>
              <a:t> 6 area 0</a:t>
            </a:r>
          </a:p>
          <a:p>
            <a:endParaRPr lang="en-US" dirty="0">
              <a:latin typeface="Century Gothic"/>
            </a:endParaRPr>
          </a:p>
          <a:p>
            <a:r>
              <a:rPr lang="en-US" dirty="0">
                <a:ea typeface="+mn-lt"/>
                <a:cs typeface="+mn-lt"/>
              </a:rPr>
              <a:t>interface Serial0/1/1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ipv6 address 2001:DB8:ABCD:5::1/64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ipv6 </a:t>
            </a:r>
            <a:r>
              <a:rPr lang="en-US" dirty="0" err="1">
                <a:ea typeface="+mn-lt"/>
                <a:cs typeface="+mn-lt"/>
              </a:rPr>
              <a:t>ospf</a:t>
            </a:r>
            <a:r>
              <a:rPr lang="en-US" dirty="0">
                <a:ea typeface="+mn-lt"/>
                <a:cs typeface="+mn-lt"/>
              </a:rPr>
              <a:t> 6 area 0</a:t>
            </a:r>
            <a:endParaRPr lang="en-US" dirty="0"/>
          </a:p>
          <a:p>
            <a:pPr algn="ctr"/>
            <a:endParaRPr lang="hu-HU" dirty="0">
              <a:latin typeface="Bookman Old Style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756D1D8-6565-E69A-7F23-2DEF88FAF7A7}"/>
              </a:ext>
            </a:extLst>
          </p:cNvPr>
          <p:cNvSpPr/>
          <p:nvPr/>
        </p:nvSpPr>
        <p:spPr>
          <a:xfrm>
            <a:off x="1397039" y="1239034"/>
            <a:ext cx="2241064" cy="74472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7FC8D2C-9535-01E0-4BD6-5892BDEDF03A}"/>
              </a:ext>
            </a:extLst>
          </p:cNvPr>
          <p:cNvSpPr/>
          <p:nvPr/>
        </p:nvSpPr>
        <p:spPr>
          <a:xfrm>
            <a:off x="4198593" y="1059385"/>
            <a:ext cx="4288354" cy="435565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969108"/>
      </p:ext>
    </p:extLst>
  </p:cSld>
  <p:clrMapOvr>
    <a:masterClrMapping/>
  </p:clrMapOvr>
  <p:transition spd="med">
    <p:pull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500" y="113883"/>
            <a:ext cx="777849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200" b="1" i="1" u="sng" dirty="0">
                <a:solidFill>
                  <a:schemeClr val="tx1"/>
                </a:solidFill>
                <a:latin typeface="Bookman Old Style"/>
                <a:cs typeface="Arial"/>
              </a:rPr>
              <a:t>ISP_R2</a:t>
            </a:r>
            <a:r>
              <a:rPr sz="3200" b="1" i="1" u="sng" spc="-30" dirty="0">
                <a:solidFill>
                  <a:schemeClr val="tx1"/>
                </a:solidFill>
                <a:latin typeface="Bookman Old Style"/>
                <a:cs typeface="Arial"/>
              </a:rPr>
              <a:t> </a:t>
            </a:r>
            <a:r>
              <a:rPr sz="3200" u="sng" spc="-10" dirty="0" err="1">
                <a:solidFill>
                  <a:schemeClr val="tx1"/>
                </a:solidFill>
                <a:latin typeface="Bookman Old Style"/>
              </a:rPr>
              <a:t>forgalomirányító</a:t>
            </a:r>
            <a:endParaRPr lang="en-US" sz="3200" u="sng" spc="-10" dirty="0" err="1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6" name="Élőláb helye 1">
            <a:extLst>
              <a:ext uri="{FF2B5EF4-FFF2-40B4-BE49-F238E27FC236}">
                <a16:creationId xmlns:a16="http://schemas.microsoft.com/office/drawing/2014/main" id="{000A94F6-2BF3-4ECF-82B4-D97A47F466B7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>
                <a:latin typeface="Bookman Old Style"/>
              </a:rPr>
              <a:t>2025-2026</a:t>
            </a:r>
            <a:endParaRPr lang="hu-HU" sz="1600" spc="-20">
              <a:latin typeface="Bookman Old Style" panose="02050604050505020204" pitchFamily="18" charset="0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D8299DAD-6CE6-0ACA-5456-9232563B4451}"/>
              </a:ext>
            </a:extLst>
          </p:cNvPr>
          <p:cNvSpPr txBox="1"/>
          <p:nvPr/>
        </p:nvSpPr>
        <p:spPr>
          <a:xfrm>
            <a:off x="1407512" y="1239577"/>
            <a:ext cx="50419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Bookman Old Style"/>
              </a:rPr>
              <a:t>ipv6 router </a:t>
            </a:r>
            <a:r>
              <a:rPr lang="en-US" dirty="0" err="1">
                <a:latin typeface="Bookman Old Style"/>
              </a:rPr>
              <a:t>ospf</a:t>
            </a:r>
            <a:r>
              <a:rPr lang="en-US" dirty="0">
                <a:latin typeface="Bookman Old Style"/>
              </a:rPr>
              <a:t> 6</a:t>
            </a:r>
            <a:br>
              <a:rPr lang="en-US" dirty="0">
                <a:latin typeface="Bookman Old Style"/>
              </a:rPr>
            </a:br>
            <a:r>
              <a:rPr lang="en-US" dirty="0">
                <a:latin typeface="Bookman Old Style"/>
              </a:rPr>
              <a:t>router-id </a:t>
            </a:r>
            <a:r>
              <a:rPr lang="en-US" dirty="0">
                <a:latin typeface="Bookman Old Style"/>
                <a:ea typeface="+mn-lt"/>
                <a:cs typeface="+mn-lt"/>
              </a:rPr>
              <a:t>4.4.4.4</a:t>
            </a:r>
            <a:endParaRPr lang="en-US" dirty="0">
              <a:latin typeface="Bookman Old Style"/>
            </a:endParaRPr>
          </a:p>
          <a:p>
            <a:pPr algn="ctr"/>
            <a:endParaRPr lang="hu-HU" dirty="0">
              <a:latin typeface="Bookman Old Style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EBE3A0D7-069B-C5A8-CA56-48E17E38707D}"/>
              </a:ext>
            </a:extLst>
          </p:cNvPr>
          <p:cNvSpPr txBox="1"/>
          <p:nvPr/>
        </p:nvSpPr>
        <p:spPr>
          <a:xfrm>
            <a:off x="4209065" y="1149751"/>
            <a:ext cx="504190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interface GigabitEthernet0/0/0</a:t>
            </a:r>
            <a:endParaRPr lang="hu-HU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ipv6 address 2001:DB8:ABCD:2::2/64</a:t>
            </a:r>
          </a:p>
          <a:p>
            <a:r>
              <a:rPr lang="en-US" dirty="0">
                <a:ea typeface="+mn-lt"/>
                <a:cs typeface="+mn-lt"/>
              </a:rPr>
              <a:t>ipv6 </a:t>
            </a:r>
            <a:r>
              <a:rPr lang="en-US" dirty="0" err="1">
                <a:ea typeface="+mn-lt"/>
                <a:cs typeface="+mn-lt"/>
              </a:rPr>
              <a:t>ospf</a:t>
            </a:r>
            <a:r>
              <a:rPr lang="en-US" dirty="0">
                <a:ea typeface="+mn-lt"/>
                <a:cs typeface="+mn-lt"/>
              </a:rPr>
              <a:t> 6 area 0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interface GigabitEthernet0/0/1</a:t>
            </a:r>
          </a:p>
          <a:p>
            <a:r>
              <a:rPr lang="en-US">
                <a:ea typeface="+mn-lt"/>
                <a:cs typeface="+mn-lt"/>
              </a:rPr>
              <a:t>ipv6 address 2001:DB8:ABCD:8::1/64</a:t>
            </a:r>
          </a:p>
          <a:p>
            <a:r>
              <a:rPr lang="en-US" dirty="0">
                <a:ea typeface="+mn-lt"/>
                <a:cs typeface="+mn-lt"/>
              </a:rPr>
              <a:t>ipv6 </a:t>
            </a:r>
            <a:r>
              <a:rPr lang="en-US" dirty="0" err="1">
                <a:ea typeface="+mn-lt"/>
                <a:cs typeface="+mn-lt"/>
              </a:rPr>
              <a:t>ospf</a:t>
            </a:r>
            <a:r>
              <a:rPr lang="en-US" dirty="0">
                <a:ea typeface="+mn-lt"/>
                <a:cs typeface="+mn-lt"/>
              </a:rPr>
              <a:t> 6 area 0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interface Serial0/1/0</a:t>
            </a:r>
          </a:p>
          <a:p>
            <a:r>
              <a:rPr lang="en-US">
                <a:ea typeface="+mn-lt"/>
                <a:cs typeface="+mn-lt"/>
              </a:rPr>
              <a:t>ipv6 address 2001:DB8:ABCD:4::2/64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ipv6 </a:t>
            </a:r>
            <a:r>
              <a:rPr lang="en-US" dirty="0" err="1">
                <a:ea typeface="+mn-lt"/>
                <a:cs typeface="+mn-lt"/>
              </a:rPr>
              <a:t>ospf</a:t>
            </a:r>
            <a:r>
              <a:rPr lang="en-US" dirty="0">
                <a:ea typeface="+mn-lt"/>
                <a:cs typeface="+mn-lt"/>
              </a:rPr>
              <a:t> 6 area 0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interface Serial0/1/1</a:t>
            </a:r>
          </a:p>
          <a:p>
            <a:r>
              <a:rPr lang="en-US">
                <a:ea typeface="+mn-lt"/>
                <a:cs typeface="+mn-lt"/>
              </a:rPr>
              <a:t>ipv6 address 2001:DB8:ABCD:7::1/64</a:t>
            </a:r>
          </a:p>
          <a:p>
            <a:r>
              <a:rPr lang="en-US" dirty="0">
                <a:ea typeface="+mn-lt"/>
                <a:cs typeface="+mn-lt"/>
              </a:rPr>
              <a:t>ipv6 </a:t>
            </a:r>
            <a:r>
              <a:rPr lang="en-US" dirty="0" err="1">
                <a:ea typeface="+mn-lt"/>
                <a:cs typeface="+mn-lt"/>
              </a:rPr>
              <a:t>ospf</a:t>
            </a:r>
            <a:r>
              <a:rPr lang="en-US" dirty="0">
                <a:ea typeface="+mn-lt"/>
                <a:cs typeface="+mn-lt"/>
              </a:rPr>
              <a:t> 6 area 0</a:t>
            </a:r>
          </a:p>
          <a:p>
            <a:pPr algn="ctr"/>
            <a:endParaRPr lang="hu-HU" dirty="0">
              <a:latin typeface="Bookman Old Style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7A0D816-CC8E-8438-4F1B-A16CD1CC9F8F}"/>
              </a:ext>
            </a:extLst>
          </p:cNvPr>
          <p:cNvSpPr/>
          <p:nvPr/>
        </p:nvSpPr>
        <p:spPr>
          <a:xfrm>
            <a:off x="1397039" y="1239034"/>
            <a:ext cx="2241064" cy="74472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99B2D13B-0724-91C5-008C-FE99395425E4}"/>
              </a:ext>
            </a:extLst>
          </p:cNvPr>
          <p:cNvSpPr/>
          <p:nvPr/>
        </p:nvSpPr>
        <p:spPr>
          <a:xfrm>
            <a:off x="4198593" y="1059385"/>
            <a:ext cx="4288354" cy="435565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65104"/>
      </p:ext>
    </p:extLst>
  </p:cSld>
  <p:clrMapOvr>
    <a:masterClrMapping/>
  </p:clrMapOvr>
  <p:transition spd="med">
    <p:pull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F6CDF-38E5-61C1-F90A-C4D897425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1DB6577-1EBE-09AD-056A-8C6553CE78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085850"/>
            <a:ext cx="9072880" cy="2225609"/>
          </a:xfrm>
          <a:prstGeom prst="rect">
            <a:avLst/>
          </a:prstGeom>
          <a:solidFill>
            <a:srgbClr val="C62339"/>
          </a:solidFill>
        </p:spPr>
        <p:txBody>
          <a:bodyPr vert="horz" wrap="square" lIns="0" tIns="375285" rIns="0" bIns="0" rtlCol="0" anchor="ctr">
            <a:spAutoFit/>
          </a:bodyPr>
          <a:lstStyle/>
          <a:p>
            <a:pPr marL="72390" algn="ctr">
              <a:lnSpc>
                <a:spcPct val="100000"/>
              </a:lnSpc>
            </a:pPr>
            <a:br>
              <a:rPr lang="hu-HU" sz="6000">
                <a:solidFill>
                  <a:srgbClr val="FFFFFF"/>
                </a:solidFill>
                <a:latin typeface="Bookman Old Style" panose="02050604050505020204" pitchFamily="18" charset="0"/>
              </a:rPr>
            </a:br>
            <a:r>
              <a:rPr lang="hu-HU" sz="6000">
                <a:solidFill>
                  <a:srgbClr val="FFFFFF"/>
                </a:solidFill>
                <a:latin typeface="Bookman Old Style" panose="02050604050505020204" pitchFamily="18" charset="0"/>
              </a:rPr>
              <a:t>Az Otthoni Hálózat</a:t>
            </a:r>
            <a:endParaRPr sz="6000" spc="-10">
              <a:solidFill>
                <a:srgbClr val="FFFFFF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Élőláb helye 1">
            <a:extLst>
              <a:ext uri="{FF2B5EF4-FFF2-40B4-BE49-F238E27FC236}">
                <a16:creationId xmlns:a16="http://schemas.microsoft.com/office/drawing/2014/main" id="{1BDC989C-33D7-88C9-F195-E14418BB9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436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>
                <a:solidFill>
                  <a:schemeClr val="tx1"/>
                </a:solidFill>
                <a:latin typeface="Bookman Old Style"/>
              </a:rPr>
              <a:t>2025-2026</a:t>
            </a:r>
            <a:endParaRPr lang="hu-HU" sz="1600" spc="-2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736706"/>
      </p:ext>
    </p:extLst>
  </p:cSld>
  <p:clrMapOvr>
    <a:masterClrMapping/>
  </p:clrMapOvr>
  <p:transition spd="med">
    <p:pull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1F8F7-47E8-4671-91F7-0DCE4FC9A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E9BFDEE-23F8-6A4E-BA76-D388D09D3E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7500" y="113883"/>
            <a:ext cx="7778490" cy="99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200" b="1" i="1" u="sng">
                <a:solidFill>
                  <a:schemeClr val="tx1"/>
                </a:solidFill>
                <a:latin typeface="Bookman Old Style"/>
                <a:cs typeface="Arial"/>
              </a:rPr>
              <a:t>WRT300N – Home-Wifi</a:t>
            </a:r>
            <a:br>
              <a:rPr lang="hu-HU" sz="3200" b="1" i="1" u="sng" dirty="0">
                <a:solidFill>
                  <a:schemeClr val="tx1"/>
                </a:solidFill>
                <a:latin typeface="Bookman Old Style" panose="02050604050505020204" pitchFamily="18" charset="0"/>
                <a:cs typeface="Arial"/>
              </a:rPr>
            </a:br>
            <a:r>
              <a:rPr lang="hu-HU" sz="3200" b="1" i="1" u="sng">
                <a:solidFill>
                  <a:schemeClr val="tx1"/>
                </a:solidFill>
                <a:latin typeface="Bookman Old Style"/>
                <a:cs typeface="Arial"/>
              </a:rPr>
              <a:t>IP beállítások</a:t>
            </a:r>
            <a:endParaRPr lang="en-US" sz="3200" u="sng" spc="-10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7" name="Élőláb helye 1">
            <a:extLst>
              <a:ext uri="{FF2B5EF4-FFF2-40B4-BE49-F238E27FC236}">
                <a16:creationId xmlns:a16="http://schemas.microsoft.com/office/drawing/2014/main" id="{0DDA8499-FEE6-0B7F-C02A-169DC4CE400D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>
                <a:latin typeface="Bookman Old Style"/>
              </a:rPr>
              <a:t>2025-2026</a:t>
            </a:r>
            <a:endParaRPr lang="hu-HU" sz="1600" spc="-20">
              <a:latin typeface="Bookman Old Style" panose="02050604050505020204" pitchFamily="18" charset="0"/>
            </a:endParaRP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6CD979FF-E84E-F470-B7F4-22948D15B0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682" b="20049"/>
          <a:stretch/>
        </p:blipFill>
        <p:spPr>
          <a:xfrm>
            <a:off x="3668662" y="1022702"/>
            <a:ext cx="5233086" cy="2095700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76BBA9DD-3557-A13A-0FFF-1B4C2B4002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1" y="3131401"/>
            <a:ext cx="5791200" cy="243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43722"/>
      </p:ext>
    </p:extLst>
  </p:cSld>
  <p:clrMapOvr>
    <a:masterClrMapping/>
  </p:clrMapOvr>
  <p:transition spd="med">
    <p:pull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233A1-8A09-C86C-D800-C7D18908B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EAD0A79-6762-6DB7-C48B-DE374DE135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7500" y="113883"/>
            <a:ext cx="7778490" cy="99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200" b="1" i="1" u="sng" dirty="0">
                <a:solidFill>
                  <a:schemeClr val="tx1"/>
                </a:solidFill>
                <a:latin typeface="Bookman Old Style"/>
                <a:cs typeface="Arial"/>
              </a:rPr>
              <a:t>WRT300N – Home-Wifi</a:t>
            </a:r>
            <a:br>
              <a:rPr lang="hu-HU" sz="3200" b="1" i="1" u="sng" dirty="0">
                <a:solidFill>
                  <a:schemeClr val="tx1"/>
                </a:solidFill>
                <a:latin typeface="Bookman Old Style" panose="02050604050505020204" pitchFamily="18" charset="0"/>
                <a:cs typeface="Arial"/>
              </a:rPr>
            </a:br>
            <a:r>
              <a:rPr lang="hu-HU" sz="3200" b="1" i="1" u="sng" dirty="0">
                <a:solidFill>
                  <a:schemeClr val="tx1"/>
                </a:solidFill>
                <a:latin typeface="Bookman Old Style"/>
                <a:cs typeface="Arial"/>
              </a:rPr>
              <a:t>Wifi beállítások</a:t>
            </a:r>
            <a:endParaRPr lang="en-US" sz="3200" u="sng" spc="-10" dirty="0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7" name="Élőláb helye 1">
            <a:extLst>
              <a:ext uri="{FF2B5EF4-FFF2-40B4-BE49-F238E27FC236}">
                <a16:creationId xmlns:a16="http://schemas.microsoft.com/office/drawing/2014/main" id="{FC83CFE9-5336-0459-D5F2-1EA2FD08E067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>
                <a:latin typeface="Bookman Old Style"/>
              </a:rPr>
              <a:t>2025-2026</a:t>
            </a:r>
            <a:endParaRPr lang="hu-HU" sz="1600" spc="-20">
              <a:latin typeface="Bookman Old Style" panose="02050604050505020204" pitchFamily="18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2DDEF77D-9E73-851C-F68D-A26D58FF4E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1" t="14785"/>
          <a:stretch/>
        </p:blipFill>
        <p:spPr>
          <a:xfrm>
            <a:off x="2833462" y="1390650"/>
            <a:ext cx="6955366" cy="2028367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8CF8BF56-6F64-A7F8-5845-AF226F0ABA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" y="3699067"/>
            <a:ext cx="7297110" cy="162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180993"/>
      </p:ext>
    </p:extLst>
  </p:cSld>
  <p:clrMapOvr>
    <a:masterClrMapping/>
  </p:clrMapOvr>
  <p:transition spd="med">
    <p:pull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771650"/>
            <a:ext cx="9072880" cy="1838196"/>
          </a:xfrm>
          <a:prstGeom prst="rect">
            <a:avLst/>
          </a:prstGeom>
          <a:solidFill>
            <a:srgbClr val="C62339"/>
          </a:solidFill>
        </p:spPr>
        <p:txBody>
          <a:bodyPr vert="horz" wrap="square" lIns="0" tIns="3765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965"/>
              </a:spcBef>
            </a:pPr>
            <a:endParaRPr/>
          </a:p>
          <a:p>
            <a:pPr marL="70485" algn="ctr">
              <a:lnSpc>
                <a:spcPct val="100000"/>
              </a:lnSpc>
            </a:pPr>
            <a:r>
              <a:rPr sz="6000" spc="-10" err="1">
                <a:solidFill>
                  <a:srgbClr val="FFFFFF"/>
                </a:solidFill>
                <a:latin typeface="Bookman Old Style" panose="02050604050505020204" pitchFamily="18" charset="0"/>
              </a:rPr>
              <a:t>Szerver</a:t>
            </a:r>
            <a:r>
              <a:rPr lang="hu-HU" sz="6000" spc="-10">
                <a:solidFill>
                  <a:srgbClr val="FFFFFF"/>
                </a:solidFill>
                <a:latin typeface="Bookman Old Style" panose="02050604050505020204" pitchFamily="18" charset="0"/>
              </a:rPr>
              <a:t>park</a:t>
            </a:r>
            <a:endParaRPr sz="6000" spc="-10">
              <a:solidFill>
                <a:srgbClr val="FFFFFF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Élőláb helye 1">
            <a:extLst>
              <a:ext uri="{FF2B5EF4-FFF2-40B4-BE49-F238E27FC236}">
                <a16:creationId xmlns:a16="http://schemas.microsoft.com/office/drawing/2014/main" id="{76F7350E-955E-4F67-841C-3C42CE571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436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>
                <a:solidFill>
                  <a:schemeClr val="tx1"/>
                </a:solidFill>
                <a:latin typeface="Bookman Old Style"/>
              </a:rPr>
              <a:t>2025-2026</a:t>
            </a:r>
            <a:endParaRPr lang="hu-HU" sz="1600" spc="-2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ransition spd="med">
    <p:pull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6614" y="2333183"/>
            <a:ext cx="378841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i="1" u="sng" dirty="0">
                <a:solidFill>
                  <a:schemeClr val="tx1"/>
                </a:solidFill>
                <a:latin typeface="Bookman Old Style"/>
              </a:rPr>
              <a:t>A</a:t>
            </a:r>
            <a:r>
              <a:rPr sz="3200" i="1" u="sng" spc="-215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sz="3200" i="1" u="sng" dirty="0">
                <a:solidFill>
                  <a:schemeClr val="tx1"/>
                </a:solidFill>
                <a:latin typeface="Bookman Old Style"/>
              </a:rPr>
              <a:t>Linux</a:t>
            </a:r>
            <a:r>
              <a:rPr sz="3200" i="1" u="sng" spc="-35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sz="3200" i="1" u="sng" spc="-10" dirty="0" err="1">
                <a:solidFill>
                  <a:schemeClr val="tx1"/>
                </a:solidFill>
                <a:latin typeface="Bookman Old Style"/>
              </a:rPr>
              <a:t>szerver</a:t>
            </a:r>
            <a:r>
              <a:rPr lang="hu-HU" sz="3200" i="1" u="sng" spc="-10" dirty="0" err="1">
                <a:solidFill>
                  <a:schemeClr val="tx1"/>
                </a:solidFill>
                <a:latin typeface="Bookman Old Style"/>
              </a:rPr>
              <a:t>ek</a:t>
            </a:r>
            <a:endParaRPr lang="en-US" sz="3200" i="1" u="sng" dirty="0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3" name="Élőláb helye 1">
            <a:extLst>
              <a:ext uri="{FF2B5EF4-FFF2-40B4-BE49-F238E27FC236}">
                <a16:creationId xmlns:a16="http://schemas.microsoft.com/office/drawing/2014/main" id="{7DF4F69E-EF83-46A3-9969-04B10D4516F8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>
                <a:latin typeface="Bookman Old Style"/>
              </a:rPr>
              <a:t>2025-2025</a:t>
            </a:r>
            <a:endParaRPr lang="hu-HU" sz="1600" spc="-2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ransition spd="med">
    <p:pull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1439" y="707592"/>
            <a:ext cx="881062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600" u="sng">
                <a:solidFill>
                  <a:schemeClr val="tx1"/>
                </a:solidFill>
                <a:latin typeface="Bookman Old Style"/>
              </a:rPr>
              <a:t>A</a:t>
            </a:r>
            <a:r>
              <a:rPr lang="hu-HU" sz="3600" u="sng" spc="-240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lang="hu-HU" sz="3600" u="sng">
                <a:solidFill>
                  <a:schemeClr val="tx1"/>
                </a:solidFill>
                <a:latin typeface="Bookman Old Style"/>
              </a:rPr>
              <a:t>virtuális</a:t>
            </a:r>
            <a:r>
              <a:rPr lang="hu-HU" sz="3600" u="sng" spc="-45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lang="hu-HU" sz="3600" u="sng" spc="-25">
                <a:solidFill>
                  <a:schemeClr val="tx1"/>
                </a:solidFill>
                <a:latin typeface="Bookman Old Style"/>
              </a:rPr>
              <a:t>gépek</a:t>
            </a:r>
            <a:endParaRPr lang="en-US" sz="3600" u="sng" spc="-25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4" name="Élőláb helye 1">
            <a:extLst>
              <a:ext uri="{FF2B5EF4-FFF2-40B4-BE49-F238E27FC236}">
                <a16:creationId xmlns:a16="http://schemas.microsoft.com/office/drawing/2014/main" id="{CEE224FF-34BC-421B-A4BA-9244C14C7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436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>
                <a:solidFill>
                  <a:schemeClr val="tx1"/>
                </a:solidFill>
                <a:latin typeface="Bookman Old Style"/>
              </a:rPr>
              <a:t>2025-2026</a:t>
            </a:r>
            <a:endParaRPr lang="hu-HU" sz="1600" spc="-2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9643" y="1454434"/>
            <a:ext cx="8328457" cy="2700739"/>
          </a:xfrm>
          <a:prstGeom prst="rect">
            <a:avLst/>
          </a:prstGeom>
        </p:spPr>
        <p:txBody>
          <a:bodyPr vert="horz" wrap="square" lIns="0" tIns="190500" rIns="0" bIns="0" rtlCol="0" anchor="t">
            <a:spAutoFit/>
          </a:bodyPr>
          <a:lstStyle/>
          <a:p>
            <a:pPr marL="335280" indent="-322580">
              <a:lnSpc>
                <a:spcPct val="100000"/>
              </a:lnSpc>
              <a:spcBef>
                <a:spcPts val="1500"/>
              </a:spcBef>
              <a:buSzPct val="45312"/>
              <a:buFont typeface="Wingdings"/>
              <a:buChar char=""/>
              <a:tabLst>
                <a:tab pos="335280" algn="l"/>
              </a:tabLst>
            </a:pPr>
            <a:r>
              <a:rPr sz="3200" dirty="0" err="1">
                <a:latin typeface="Bookman Old Style"/>
                <a:cs typeface="Arial MT"/>
              </a:rPr>
              <a:t>Merevlemezek</a:t>
            </a:r>
            <a:r>
              <a:rPr sz="3200" spc="-60" dirty="0">
                <a:latin typeface="Bookman Old Style"/>
                <a:cs typeface="Arial MT"/>
              </a:rPr>
              <a:t> </a:t>
            </a:r>
            <a:r>
              <a:rPr sz="3200" dirty="0" err="1">
                <a:latin typeface="Bookman Old Style"/>
                <a:cs typeface="Arial MT"/>
              </a:rPr>
              <a:t>száma</a:t>
            </a:r>
            <a:r>
              <a:rPr sz="3200" dirty="0">
                <a:latin typeface="Bookman Old Style"/>
                <a:cs typeface="Arial MT"/>
              </a:rPr>
              <a:t>:</a:t>
            </a:r>
            <a:r>
              <a:rPr sz="3200" spc="-45" dirty="0">
                <a:latin typeface="Bookman Old Style"/>
                <a:cs typeface="Arial MT"/>
              </a:rPr>
              <a:t> </a:t>
            </a:r>
            <a:r>
              <a:rPr lang="hu-HU" sz="3200" dirty="0">
                <a:latin typeface="Bookman Old Style"/>
                <a:cs typeface="Arial MT"/>
              </a:rPr>
              <a:t>1</a:t>
            </a:r>
            <a:r>
              <a:rPr sz="3200" spc="-10" dirty="0">
                <a:latin typeface="Bookman Old Style"/>
                <a:cs typeface="Arial MT"/>
              </a:rPr>
              <a:t> </a:t>
            </a:r>
            <a:r>
              <a:rPr sz="3200" dirty="0">
                <a:latin typeface="Bookman Old Style"/>
                <a:cs typeface="Arial MT"/>
              </a:rPr>
              <a:t>x</a:t>
            </a:r>
            <a:r>
              <a:rPr sz="3200" spc="-25" dirty="0">
                <a:latin typeface="Bookman Old Style"/>
                <a:cs typeface="Arial MT"/>
              </a:rPr>
              <a:t> </a:t>
            </a:r>
            <a:r>
              <a:rPr lang="hu-HU" sz="3200" dirty="0">
                <a:latin typeface="Bookman Old Style"/>
                <a:cs typeface="Arial MT"/>
              </a:rPr>
              <a:t>3</a:t>
            </a:r>
            <a:r>
              <a:rPr sz="3200" dirty="0">
                <a:latin typeface="Bookman Old Style"/>
                <a:cs typeface="Arial MT"/>
              </a:rPr>
              <a:t>0</a:t>
            </a:r>
            <a:r>
              <a:rPr sz="3200" spc="-30" dirty="0">
                <a:latin typeface="Bookman Old Style"/>
                <a:cs typeface="Arial MT"/>
              </a:rPr>
              <a:t> </a:t>
            </a:r>
            <a:r>
              <a:rPr sz="3200" spc="-25" dirty="0">
                <a:latin typeface="Bookman Old Style"/>
                <a:cs typeface="Arial MT"/>
              </a:rPr>
              <a:t>GB</a:t>
            </a:r>
            <a:endParaRPr lang="en-US" sz="3200" dirty="0">
              <a:latin typeface="Bookman Old Style"/>
              <a:cs typeface="Arial MT"/>
            </a:endParaRPr>
          </a:p>
          <a:p>
            <a:pPr marL="335280" indent="-322580">
              <a:lnSpc>
                <a:spcPct val="100000"/>
              </a:lnSpc>
              <a:spcBef>
                <a:spcPts val="1400"/>
              </a:spcBef>
              <a:buSzPct val="45312"/>
              <a:buFont typeface="Wingdings"/>
              <a:buChar char=""/>
              <a:tabLst>
                <a:tab pos="335280" algn="l"/>
              </a:tabLst>
            </a:pPr>
            <a:r>
              <a:rPr sz="3200" dirty="0" err="1">
                <a:latin typeface="Bookman Old Style"/>
                <a:cs typeface="Arial MT"/>
              </a:rPr>
              <a:t>Memória</a:t>
            </a:r>
            <a:r>
              <a:rPr sz="3200" dirty="0">
                <a:latin typeface="Bookman Old Style"/>
                <a:cs typeface="Arial MT"/>
              </a:rPr>
              <a:t>:</a:t>
            </a:r>
            <a:r>
              <a:rPr sz="3200" spc="-80" dirty="0">
                <a:latin typeface="Bookman Old Style"/>
                <a:cs typeface="Arial MT"/>
              </a:rPr>
              <a:t> </a:t>
            </a:r>
            <a:r>
              <a:rPr sz="3200" dirty="0">
                <a:latin typeface="Bookman Old Style"/>
                <a:cs typeface="Arial MT"/>
              </a:rPr>
              <a:t>2048</a:t>
            </a:r>
            <a:r>
              <a:rPr sz="3200" spc="-70" dirty="0">
                <a:latin typeface="Bookman Old Style"/>
                <a:cs typeface="Arial MT"/>
              </a:rPr>
              <a:t> </a:t>
            </a:r>
            <a:r>
              <a:rPr sz="3200" spc="-25" dirty="0">
                <a:latin typeface="Bookman Old Style"/>
                <a:cs typeface="Arial MT"/>
              </a:rPr>
              <a:t>MB</a:t>
            </a:r>
            <a:endParaRPr sz="3200" dirty="0">
              <a:latin typeface="Bookman Old Style"/>
              <a:cs typeface="Arial MT"/>
            </a:endParaRPr>
          </a:p>
          <a:p>
            <a:pPr marL="335280" indent="-322580">
              <a:lnSpc>
                <a:spcPct val="100000"/>
              </a:lnSpc>
              <a:spcBef>
                <a:spcPts val="1410"/>
              </a:spcBef>
              <a:buSzPct val="45312"/>
              <a:buFont typeface="Wingdings"/>
              <a:buChar char=""/>
              <a:tabLst>
                <a:tab pos="335280" algn="l"/>
              </a:tabLst>
            </a:pPr>
            <a:r>
              <a:rPr sz="3200" dirty="0" err="1">
                <a:latin typeface="Bookman Old Style"/>
                <a:cs typeface="Arial MT"/>
              </a:rPr>
              <a:t>Operációs</a:t>
            </a:r>
            <a:r>
              <a:rPr sz="3200" spc="-70" dirty="0">
                <a:latin typeface="Bookman Old Style"/>
                <a:cs typeface="Arial MT"/>
              </a:rPr>
              <a:t> </a:t>
            </a:r>
            <a:r>
              <a:rPr sz="3200" dirty="0" err="1">
                <a:latin typeface="Bookman Old Style"/>
                <a:cs typeface="Arial MT"/>
              </a:rPr>
              <a:t>rendszer</a:t>
            </a:r>
            <a:r>
              <a:rPr sz="3200" dirty="0">
                <a:latin typeface="Bookman Old Style"/>
                <a:cs typeface="Arial MT"/>
              </a:rPr>
              <a:t>:</a:t>
            </a:r>
            <a:r>
              <a:rPr sz="3200" spc="-75" dirty="0">
                <a:latin typeface="Bookman Old Style"/>
                <a:cs typeface="Arial MT"/>
              </a:rPr>
              <a:t> </a:t>
            </a:r>
            <a:r>
              <a:rPr sz="3200" dirty="0">
                <a:latin typeface="Bookman Old Style"/>
                <a:cs typeface="Arial MT"/>
              </a:rPr>
              <a:t>Debian</a:t>
            </a:r>
            <a:r>
              <a:rPr sz="3200" spc="-60" dirty="0">
                <a:latin typeface="Bookman Old Style"/>
                <a:cs typeface="Arial MT"/>
              </a:rPr>
              <a:t> </a:t>
            </a:r>
            <a:r>
              <a:rPr lang="hu-HU" sz="3200" spc="-20" dirty="0">
                <a:latin typeface="Bookman Old Style"/>
                <a:cs typeface="Arial MT"/>
              </a:rPr>
              <a:t>13.2.0</a:t>
            </a:r>
            <a:endParaRPr sz="3200" dirty="0">
              <a:latin typeface="Bookman Old Style" panose="02050604050505020204" pitchFamily="18" charset="0"/>
              <a:cs typeface="Arial MT"/>
            </a:endParaRPr>
          </a:p>
          <a:p>
            <a:pPr marL="335280" indent="-322580">
              <a:lnSpc>
                <a:spcPct val="100000"/>
              </a:lnSpc>
              <a:spcBef>
                <a:spcPts val="1395"/>
              </a:spcBef>
              <a:buSzPct val="45312"/>
              <a:buFont typeface="Wingdings"/>
              <a:buChar char=""/>
              <a:tabLst>
                <a:tab pos="335280" algn="l"/>
              </a:tabLst>
            </a:pPr>
            <a:r>
              <a:rPr sz="3200" dirty="0" err="1">
                <a:latin typeface="Bookman Old Style"/>
                <a:cs typeface="Arial MT"/>
              </a:rPr>
              <a:t>Karakteres</a:t>
            </a:r>
            <a:r>
              <a:rPr sz="3200" spc="-75" dirty="0">
                <a:latin typeface="Bookman Old Style"/>
                <a:cs typeface="Arial MT"/>
              </a:rPr>
              <a:t> </a:t>
            </a:r>
            <a:r>
              <a:rPr sz="3200" dirty="0" err="1">
                <a:latin typeface="Bookman Old Style"/>
                <a:cs typeface="Arial MT"/>
              </a:rPr>
              <a:t>felület</a:t>
            </a:r>
            <a:r>
              <a:rPr sz="3200" dirty="0">
                <a:latin typeface="Bookman Old Style"/>
                <a:cs typeface="Arial MT"/>
              </a:rPr>
              <a:t>,</a:t>
            </a:r>
            <a:r>
              <a:rPr sz="3200" spc="-50" dirty="0">
                <a:latin typeface="Bookman Old Style"/>
                <a:cs typeface="Arial MT"/>
              </a:rPr>
              <a:t> </a:t>
            </a:r>
            <a:r>
              <a:rPr sz="3200" dirty="0" err="1">
                <a:latin typeface="Bookman Old Style"/>
                <a:cs typeface="Arial MT"/>
              </a:rPr>
              <a:t>távoli</a:t>
            </a:r>
            <a:r>
              <a:rPr sz="3200" spc="-50" dirty="0">
                <a:latin typeface="Bookman Old Style"/>
                <a:cs typeface="Arial MT"/>
              </a:rPr>
              <a:t> </a:t>
            </a:r>
            <a:r>
              <a:rPr sz="3200" dirty="0" err="1">
                <a:latin typeface="Bookman Old Style"/>
                <a:cs typeface="Arial MT"/>
              </a:rPr>
              <a:t>elérés</a:t>
            </a:r>
            <a:r>
              <a:rPr sz="3200" spc="-50" dirty="0">
                <a:latin typeface="Bookman Old Style"/>
                <a:cs typeface="Arial MT"/>
              </a:rPr>
              <a:t> </a:t>
            </a:r>
            <a:r>
              <a:rPr sz="3200" dirty="0">
                <a:latin typeface="Bookman Old Style"/>
                <a:cs typeface="Arial MT"/>
              </a:rPr>
              <a:t>SSH-</a:t>
            </a:r>
            <a:r>
              <a:rPr sz="3200" spc="-25" dirty="0" err="1">
                <a:latin typeface="Bookman Old Style"/>
                <a:cs typeface="Arial MT"/>
              </a:rPr>
              <a:t>val</a:t>
            </a:r>
            <a:endParaRPr sz="3200" dirty="0">
              <a:latin typeface="Bookman Old Style"/>
              <a:cs typeface="Arial MT"/>
            </a:endParaRPr>
          </a:p>
        </p:txBody>
      </p:sp>
    </p:spTree>
  </p:cSld>
  <p:clrMapOvr>
    <a:masterClrMapping/>
  </p:clrMapOvr>
  <p:transition spd="med">
    <p:pull dir="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9">
            <a:extLst>
              <a:ext uri="{FF2B5EF4-FFF2-40B4-BE49-F238E27FC236}">
                <a16:creationId xmlns:a16="http://schemas.microsoft.com/office/drawing/2014/main" id="{BAED171D-860A-B9E4-8BBA-3BB1EC4A07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51"/>
          <a:stretch/>
        </p:blipFill>
        <p:spPr>
          <a:xfrm>
            <a:off x="3441700" y="1695450"/>
            <a:ext cx="4781890" cy="32004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388" y="374750"/>
            <a:ext cx="777849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600" u="sng">
                <a:latin typeface="Bookman Old Style"/>
              </a:rPr>
              <a:t>A</a:t>
            </a:r>
            <a:r>
              <a:rPr lang="hu-HU" sz="3600" u="sng" spc="-265" dirty="0">
                <a:latin typeface="Bookman Old Style"/>
              </a:rPr>
              <a:t> </a:t>
            </a:r>
            <a:r>
              <a:rPr lang="hu-HU" sz="3600" u="sng">
                <a:latin typeface="Bookman Old Style"/>
              </a:rPr>
              <a:t>hálózati</a:t>
            </a:r>
            <a:r>
              <a:rPr lang="hu-HU" sz="3600" u="sng" spc="-40" dirty="0">
                <a:latin typeface="Bookman Old Style"/>
              </a:rPr>
              <a:t> </a:t>
            </a:r>
            <a:r>
              <a:rPr lang="hu-HU" sz="3600" u="sng" spc="-10">
                <a:latin typeface="Bookman Old Style"/>
              </a:rPr>
              <a:t>beállítások</a:t>
            </a:r>
          </a:p>
        </p:txBody>
      </p:sp>
      <p:sp>
        <p:nvSpPr>
          <p:cNvPr id="5" name="Élőláb helye 1">
            <a:extLst>
              <a:ext uri="{FF2B5EF4-FFF2-40B4-BE49-F238E27FC236}">
                <a16:creationId xmlns:a16="http://schemas.microsoft.com/office/drawing/2014/main" id="{4C2559DC-3C8D-48B9-954E-8ED3BC934882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>
                <a:latin typeface="Bookman Old Style"/>
              </a:rPr>
              <a:t>2025-2026</a:t>
            </a:r>
            <a:endParaRPr lang="hu-HU" sz="1600" spc="-20">
              <a:latin typeface="Bookman Old Style" panose="02050604050505020204" pitchFamily="18" charset="0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D6F83804-2E50-CE01-6EC2-0183EB1E7086}"/>
              </a:ext>
            </a:extLst>
          </p:cNvPr>
          <p:cNvSpPr txBox="1"/>
          <p:nvPr/>
        </p:nvSpPr>
        <p:spPr>
          <a:xfrm>
            <a:off x="1438282" y="3876275"/>
            <a:ext cx="1821111" cy="246221"/>
          </a:xfrm>
          <a:prstGeom prst="rect">
            <a:avLst/>
          </a:prstGeom>
          <a:ln w="9144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108585">
              <a:buSzPct val="45833"/>
              <a:tabLst>
                <a:tab pos="431800" algn="l"/>
              </a:tabLst>
            </a:pPr>
            <a:r>
              <a:rPr lang="hu-HU" sz="1600" b="1" dirty="0">
                <a:latin typeface="Bookman Old Style" panose="02050604050505020204" pitchFamily="18" charset="0"/>
                <a:cs typeface="Arial MT"/>
              </a:rPr>
              <a:t>Iroda hálózata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0ED13EE7-6D59-C47E-F880-3D2BC4A53190}"/>
              </a:ext>
            </a:extLst>
          </p:cNvPr>
          <p:cNvSpPr txBox="1"/>
          <p:nvPr/>
        </p:nvSpPr>
        <p:spPr>
          <a:xfrm>
            <a:off x="943055" y="3049429"/>
            <a:ext cx="2434325" cy="246221"/>
          </a:xfrm>
          <a:prstGeom prst="rect">
            <a:avLst/>
          </a:prstGeom>
          <a:ln w="9144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108585">
              <a:buSzPct val="45833"/>
              <a:tabLst>
                <a:tab pos="431800" algn="l"/>
              </a:tabLst>
            </a:pPr>
            <a:r>
              <a:rPr lang="hu-HU" sz="1600" b="1" dirty="0">
                <a:latin typeface="Bookman Old Style" panose="02050604050505020204" pitchFamily="18" charset="0"/>
                <a:cs typeface="Arial MT"/>
              </a:rPr>
              <a:t>Szerverpark hálózata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F0B0C4BF-F917-3275-19F9-AC76CE3D64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52" r="5875"/>
          <a:stretch/>
        </p:blipFill>
        <p:spPr>
          <a:xfrm>
            <a:off x="3441700" y="1695450"/>
            <a:ext cx="4781890" cy="3200400"/>
          </a:xfrm>
          <a:prstGeom prst="rect">
            <a:avLst/>
          </a:prstGeom>
        </p:spPr>
      </p:pic>
    </p:spTree>
  </p:cSld>
  <p:clrMapOvr>
    <a:masterClrMapping/>
  </p:clrMapOvr>
  <p:transition spd="med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nodeType="afterEffect">
                                  <p:stCondLst>
                                    <p:cond delay="275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xit" presetSubtype="1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388" y="374750"/>
            <a:ext cx="777849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600" u="sng">
                <a:latin typeface="Bookman Old Style"/>
              </a:rPr>
              <a:t>SSH</a:t>
            </a:r>
            <a:endParaRPr lang="en-US" u="sng" spc="-10">
              <a:latin typeface="Bookman Old Style"/>
            </a:endParaRPr>
          </a:p>
        </p:txBody>
      </p:sp>
      <p:sp>
        <p:nvSpPr>
          <p:cNvPr id="4" name="Élőláb helye 1">
            <a:extLst>
              <a:ext uri="{FF2B5EF4-FFF2-40B4-BE49-F238E27FC236}">
                <a16:creationId xmlns:a16="http://schemas.microsoft.com/office/drawing/2014/main" id="{0C420EAF-D927-4432-9539-C7DC7C8E4D26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>
                <a:latin typeface="Bookman Old Style"/>
              </a:rPr>
              <a:t>2025-2026</a:t>
            </a:r>
            <a:endParaRPr lang="hu-HU" sz="1600" spc="-20">
              <a:latin typeface="Bookman Old Style" panose="02050604050505020204" pitchFamily="18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4456B91-BF39-2846-118D-65ED54124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7090" y="1314450"/>
            <a:ext cx="5849620" cy="3581400"/>
          </a:xfrm>
          <a:prstGeom prst="rect">
            <a:avLst/>
          </a:prstGeom>
        </p:spPr>
      </p:pic>
    </p:spTree>
  </p:cSld>
  <p:clrMapOvr>
    <a:masterClrMapping/>
  </p:clrMapOvr>
  <p:transition spd="med">
    <p:pull dir="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9900" y="323850"/>
            <a:ext cx="7750861" cy="1134285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600" u="sng" spc="-95">
                <a:latin typeface="Bookman Old Style"/>
                <a:cs typeface="Arial MT"/>
              </a:rPr>
              <a:t>Automatikus mentés</a:t>
            </a:r>
            <a:endParaRPr lang="hu-HU" sz="3600" u="sng" spc="-95" dirty="0">
              <a:latin typeface="Bookman Old Style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600" u="sng" spc="-95" err="1">
                <a:latin typeface="Bookman Old Style"/>
                <a:cs typeface="Arial MT"/>
              </a:rPr>
              <a:t>Cron</a:t>
            </a:r>
            <a:r>
              <a:rPr lang="hu-HU" sz="3600" u="sng" spc="-95" dirty="0">
                <a:latin typeface="Bookman Old Style"/>
                <a:cs typeface="Arial MT"/>
              </a:rPr>
              <a:t> </a:t>
            </a:r>
            <a:r>
              <a:rPr lang="hu-HU" sz="3600" u="sng" spc="-95" err="1">
                <a:latin typeface="Bookman Old Style"/>
                <a:cs typeface="Arial MT"/>
              </a:rPr>
              <a:t>job</a:t>
            </a:r>
            <a:endParaRPr sz="3600" u="sng">
              <a:latin typeface="Bookman Old Style"/>
              <a:cs typeface="Arial MT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D8B8162-71BF-5B28-BD13-0505DC51A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100" y="1881187"/>
            <a:ext cx="6934200" cy="191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2898B09E-B12D-0503-E559-64896E480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00" y="4133850"/>
            <a:ext cx="8776707" cy="466725"/>
          </a:xfrm>
          <a:prstGeom prst="rect">
            <a:avLst/>
          </a:prstGeom>
        </p:spPr>
      </p:pic>
      <p:sp>
        <p:nvSpPr>
          <p:cNvPr id="5" name="Élőláb helye 1">
            <a:extLst>
              <a:ext uri="{FF2B5EF4-FFF2-40B4-BE49-F238E27FC236}">
                <a16:creationId xmlns:a16="http://schemas.microsoft.com/office/drawing/2014/main" id="{12CC7ED9-B15D-43D0-9BB9-938EED514E4C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>
                <a:latin typeface="Bookman Old Style"/>
              </a:rPr>
              <a:t>2025-2026</a:t>
            </a:r>
            <a:endParaRPr lang="hu-HU" sz="1600" spc="-2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ransition spd="med">
    <p:pull dir="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388" y="374750"/>
            <a:ext cx="777849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u="sng" dirty="0">
                <a:latin typeface="Bookman Old Style"/>
              </a:rPr>
              <a:t>DNS</a:t>
            </a:r>
            <a:r>
              <a:rPr sz="3600" u="sng" spc="-15" dirty="0">
                <a:latin typeface="Bookman Old Style"/>
              </a:rPr>
              <a:t> </a:t>
            </a:r>
            <a:r>
              <a:rPr sz="3600" u="sng" dirty="0" err="1">
                <a:latin typeface="Bookman Old Style"/>
              </a:rPr>
              <a:t>bejegyzések</a:t>
            </a:r>
            <a:r>
              <a:rPr sz="3600" u="sng" spc="-35" dirty="0">
                <a:latin typeface="Bookman Old Style"/>
              </a:rPr>
              <a:t> </a:t>
            </a:r>
            <a:r>
              <a:rPr sz="3600" u="sng" spc="-10" dirty="0">
                <a:latin typeface="Bookman Old Style"/>
              </a:rPr>
              <a:t>(BIND9)</a:t>
            </a:r>
            <a:endParaRPr lang="en-US" sz="3600" u="sng" spc="-10">
              <a:latin typeface="Bookman Old Style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14198A75-34F3-DA0F-6905-0F6316EA0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61" y="2220954"/>
            <a:ext cx="8550278" cy="2469066"/>
          </a:xfrm>
          <a:prstGeom prst="rect">
            <a:avLst/>
          </a:prstGeom>
        </p:spPr>
      </p:pic>
      <p:sp>
        <p:nvSpPr>
          <p:cNvPr id="9" name="Élőláb helye 1">
            <a:extLst>
              <a:ext uri="{FF2B5EF4-FFF2-40B4-BE49-F238E27FC236}">
                <a16:creationId xmlns:a16="http://schemas.microsoft.com/office/drawing/2014/main" id="{A655E42A-E6A7-490E-AA07-EBFB432F6BD0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>
                <a:latin typeface="Bookman Old Style"/>
              </a:rPr>
              <a:t>2025-2026</a:t>
            </a:r>
            <a:endParaRPr lang="hu-HU" sz="1600" spc="-2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ransition spd="med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2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1439" y="340613"/>
            <a:ext cx="601218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hu-HU" sz="3600" u="sng" spc="-20">
                <a:latin typeface="Bookman Old Style"/>
              </a:rPr>
              <a:t>Apache2 HTML</a:t>
            </a:r>
            <a:endParaRPr lang="en-US" sz="3600" u="sng" spc="-10">
              <a:latin typeface="Century Gothic"/>
            </a:endParaRPr>
          </a:p>
        </p:txBody>
      </p:sp>
      <p:sp>
        <p:nvSpPr>
          <p:cNvPr id="5" name="Élőláb helye 1">
            <a:extLst>
              <a:ext uri="{FF2B5EF4-FFF2-40B4-BE49-F238E27FC236}">
                <a16:creationId xmlns:a16="http://schemas.microsoft.com/office/drawing/2014/main" id="{2D5308CB-AB54-4106-BFEE-0451ECCE7E61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>
                <a:latin typeface="Bookman Old Style"/>
              </a:rPr>
              <a:t>2025-2026</a:t>
            </a:r>
            <a:endParaRPr lang="hu-HU" sz="1600" spc="-20">
              <a:latin typeface="Bookman Old Style" panose="02050604050505020204" pitchFamily="18" charset="0"/>
            </a:endParaRP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EF845B15-0939-4A27-98A1-7118F35EB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64" y="1813754"/>
            <a:ext cx="7919884" cy="2434279"/>
          </a:xfrm>
          <a:prstGeom prst="rect">
            <a:avLst/>
          </a:prstGeom>
        </p:spPr>
      </p:pic>
    </p:spTree>
  </p:cSld>
  <p:clrMapOvr>
    <a:masterClrMapping/>
  </p:clrMapOvr>
  <p:transition spd="med">
    <p:pull dir="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388" y="374750"/>
            <a:ext cx="777849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600" u="sng">
                <a:latin typeface="Bookman Old Style"/>
              </a:rPr>
              <a:t>DHCP</a:t>
            </a:r>
            <a:endParaRPr lang="en-US" u="sng" spc="-10">
              <a:latin typeface="Bookman Old Style"/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58EADAA1-B101-EA4A-C613-C2B76B778A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704" r="71916" b="15959"/>
          <a:stretch/>
        </p:blipFill>
        <p:spPr>
          <a:xfrm>
            <a:off x="6489700" y="2588572"/>
            <a:ext cx="3120167" cy="499755"/>
          </a:xfrm>
          <a:prstGeom prst="rect">
            <a:avLst/>
          </a:prstGeom>
        </p:spPr>
      </p:pic>
      <p:sp>
        <p:nvSpPr>
          <p:cNvPr id="5" name="Élőláb helye 1">
            <a:extLst>
              <a:ext uri="{FF2B5EF4-FFF2-40B4-BE49-F238E27FC236}">
                <a16:creationId xmlns:a16="http://schemas.microsoft.com/office/drawing/2014/main" id="{6129336E-8608-4541-9785-3488F4DFAAC9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>
                <a:latin typeface="Bookman Old Style"/>
              </a:rPr>
              <a:t>2025-2026</a:t>
            </a:r>
            <a:endParaRPr lang="hu-HU" sz="1600" spc="-20">
              <a:latin typeface="Bookman Old Style" panose="02050604050505020204" pitchFamily="18" charset="0"/>
            </a:endParaRP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342DB04E-8BD3-45BD-A06C-9B40D02C2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2266" y="1296991"/>
            <a:ext cx="3725863" cy="4026667"/>
          </a:xfrm>
          <a:prstGeom prst="rect">
            <a:avLst/>
          </a:prstGeom>
        </p:spPr>
      </p:pic>
    </p:spTree>
  </p:cSld>
  <p:clrMapOvr>
    <a:masterClrMapping/>
  </p:clrMapOvr>
  <p:transition spd="med">
    <p:pull dir="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388" y="374750"/>
            <a:ext cx="777849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600" u="sng">
                <a:solidFill>
                  <a:schemeClr val="tx1"/>
                </a:solidFill>
                <a:latin typeface="Bookman Old Style"/>
              </a:rPr>
              <a:t>FTP</a:t>
            </a:r>
            <a:endParaRPr lang="en-US" sz="3600" u="sng" spc="-20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6" name="Élőláb helye 1">
            <a:extLst>
              <a:ext uri="{FF2B5EF4-FFF2-40B4-BE49-F238E27FC236}">
                <a16:creationId xmlns:a16="http://schemas.microsoft.com/office/drawing/2014/main" id="{0F660FDF-C21C-4F3B-AEF5-6C55F3211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436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>
                <a:latin typeface="Bookman Old Style"/>
              </a:rPr>
              <a:t>2025-2026</a:t>
            </a:r>
            <a:endParaRPr lang="hu-HU" sz="1600" spc="-20">
              <a:latin typeface="Bookman Old Style" panose="02050604050505020204" pitchFamily="18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E58D9761-38CF-6333-9BDC-DD164BC60E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44"/>
          <a:stretch/>
        </p:blipFill>
        <p:spPr>
          <a:xfrm>
            <a:off x="2010670" y="942213"/>
            <a:ext cx="6062459" cy="4191000"/>
          </a:xfrm>
          <a:prstGeom prst="rect">
            <a:avLst/>
          </a:prstGeom>
        </p:spPr>
      </p:pic>
    </p:spTree>
  </p:cSld>
  <p:clrMapOvr>
    <a:masterClrMapping/>
  </p:clrMapOvr>
  <p:transition spd="med">
    <p:pull dir="u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5399" y="2000250"/>
            <a:ext cx="49530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u="sng" dirty="0">
                <a:solidFill>
                  <a:schemeClr val="tx1"/>
                </a:solidFill>
                <a:latin typeface="Bookman Old Style"/>
              </a:rPr>
              <a:t>A</a:t>
            </a:r>
            <a:r>
              <a:rPr sz="3600" i="1" u="sng" spc="-215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sz="3600" i="1" u="sng" dirty="0">
                <a:solidFill>
                  <a:schemeClr val="tx1"/>
                </a:solidFill>
                <a:latin typeface="Bookman Old Style"/>
              </a:rPr>
              <a:t>Windows</a:t>
            </a:r>
            <a:r>
              <a:rPr sz="3600" i="1" u="sng" spc="-40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sz="3600" i="1" u="sng" spc="-10" dirty="0" err="1">
                <a:solidFill>
                  <a:schemeClr val="tx1"/>
                </a:solidFill>
                <a:latin typeface="Bookman Old Style"/>
              </a:rPr>
              <a:t>Szerverek</a:t>
            </a:r>
            <a:endParaRPr lang="en-US" sz="3600" i="1" u="sng" dirty="0" err="1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4" name="Élőláb helye 1">
            <a:extLst>
              <a:ext uri="{FF2B5EF4-FFF2-40B4-BE49-F238E27FC236}">
                <a16:creationId xmlns:a16="http://schemas.microsoft.com/office/drawing/2014/main" id="{BD326981-319F-4B50-94B3-1EC45A809FE8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>
                <a:latin typeface="Bookman Old Style"/>
              </a:rPr>
              <a:t>2025-2026</a:t>
            </a:r>
            <a:endParaRPr lang="hu-HU" sz="1600" spc="-20">
              <a:latin typeface="Bookman Old Style" panose="02050604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DFFBAA-DF27-2C0E-7C85-0B464DB12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828" y="2989848"/>
            <a:ext cx="3542561" cy="2200275"/>
          </a:xfrm>
          <a:prstGeom prst="rect">
            <a:avLst/>
          </a:prstGeom>
        </p:spPr>
      </p:pic>
    </p:spTree>
  </p:cSld>
  <p:clrMapOvr>
    <a:masterClrMapping/>
  </p:clrMapOvr>
  <p:transition spd="med">
    <p:pull dir="u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388" y="374750"/>
            <a:ext cx="777849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600" u="sng" err="1">
                <a:solidFill>
                  <a:srgbClr val="FFFFFF"/>
                </a:solidFill>
                <a:latin typeface="Bookman Old Style"/>
              </a:rPr>
              <a:t>Active</a:t>
            </a:r>
            <a:r>
              <a:rPr lang="hu-HU" sz="3600" u="sng" dirty="0">
                <a:solidFill>
                  <a:srgbClr val="FFFFFF"/>
                </a:solidFill>
                <a:latin typeface="Bookman Old Style"/>
              </a:rPr>
              <a:t> </a:t>
            </a:r>
            <a:r>
              <a:rPr lang="hu-HU" sz="3600" u="sng" err="1">
                <a:solidFill>
                  <a:srgbClr val="FFFFFF"/>
                </a:solidFill>
                <a:latin typeface="Bookman Old Style"/>
              </a:rPr>
              <a:t>Directory</a:t>
            </a:r>
            <a:endParaRPr lang="en-US" sz="3600" u="sng" spc="-10">
              <a:solidFill>
                <a:srgbClr val="FFFFFF"/>
              </a:solidFill>
              <a:latin typeface="Bookman Old Style"/>
            </a:endParaRPr>
          </a:p>
        </p:txBody>
      </p:sp>
      <p:sp>
        <p:nvSpPr>
          <p:cNvPr id="5" name="Élőláb helye 1">
            <a:extLst>
              <a:ext uri="{FF2B5EF4-FFF2-40B4-BE49-F238E27FC236}">
                <a16:creationId xmlns:a16="http://schemas.microsoft.com/office/drawing/2014/main" id="{74B7A515-9E88-48DD-A053-FBA845F004BA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 dirty="0">
                <a:solidFill>
                  <a:srgbClr val="FFFFFF"/>
                </a:solidFill>
                <a:latin typeface="Bookman Old Style"/>
              </a:rPr>
              <a:t>2025-2026</a:t>
            </a:r>
            <a:endParaRPr lang="hu-HU" sz="1600" spc="-20" dirty="0">
              <a:solidFill>
                <a:srgbClr val="FFFFFF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5E79C1-4C44-35F8-ADAD-EF254AC91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01" y="1630353"/>
            <a:ext cx="4755934" cy="27679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5594FB-07D7-C918-E92A-3F8E616F18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332" y="1627814"/>
            <a:ext cx="4766791" cy="2773011"/>
          </a:xfrm>
          <a:prstGeom prst="rect">
            <a:avLst/>
          </a:prstGeom>
        </p:spPr>
      </p:pic>
    </p:spTree>
  </p:cSld>
  <p:clrMapOvr>
    <a:masterClrMapping/>
  </p:clrMapOvr>
  <p:transition spd="med">
    <p:pull dir="u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388" y="374750"/>
            <a:ext cx="7778490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600" u="sng">
                <a:solidFill>
                  <a:schemeClr val="tx1"/>
                </a:solidFill>
                <a:latin typeface="Bookman Old Style"/>
              </a:rPr>
              <a:t>Automatikus telepítés</a:t>
            </a:r>
            <a:br>
              <a:rPr lang="hu-HU" sz="3600" u="sng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lang="hu-HU" sz="3600" u="sng">
                <a:solidFill>
                  <a:schemeClr val="tx1"/>
                </a:solidFill>
                <a:latin typeface="Bookman Old Style"/>
              </a:rPr>
              <a:t>Csoportházirend</a:t>
            </a:r>
            <a:endParaRPr lang="en-US" u="sng" spc="-10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4" name="Élőláb helye 1">
            <a:extLst>
              <a:ext uri="{FF2B5EF4-FFF2-40B4-BE49-F238E27FC236}">
                <a16:creationId xmlns:a16="http://schemas.microsoft.com/office/drawing/2014/main" id="{3AE67B2B-A9F5-49DF-83AD-BC795E812C30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>
                <a:latin typeface="Bookman Old Style"/>
              </a:rPr>
              <a:t>2025-2026</a:t>
            </a:r>
            <a:endParaRPr lang="hu-HU" sz="1600" spc="-20">
              <a:latin typeface="Bookman Old Style" panose="02050604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D70D6D-6DBF-3A06-959B-E1F736A95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15" y="1661782"/>
            <a:ext cx="6832282" cy="18298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713429-FE77-AE69-6F30-1337978DC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912" y="2010488"/>
            <a:ext cx="3397438" cy="3291917"/>
          </a:xfrm>
          <a:prstGeom prst="rect">
            <a:avLst/>
          </a:prstGeom>
        </p:spPr>
      </p:pic>
    </p:spTree>
  </p:cSld>
  <p:clrMapOvr>
    <a:masterClrMapping/>
  </p:clrMapOvr>
  <p:transition spd="med">
    <p:pull dir="u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388" y="374750"/>
            <a:ext cx="777849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hu-HU" sz="3600" u="sng">
                <a:solidFill>
                  <a:schemeClr val="tx1"/>
                </a:solidFill>
                <a:latin typeface="Bookman Old Style"/>
              </a:rPr>
              <a:t>Fájl és nyomtató megosztás</a:t>
            </a:r>
          </a:p>
        </p:txBody>
      </p:sp>
      <p:sp>
        <p:nvSpPr>
          <p:cNvPr id="5" name="Élőláb helye 1">
            <a:extLst>
              <a:ext uri="{FF2B5EF4-FFF2-40B4-BE49-F238E27FC236}">
                <a16:creationId xmlns:a16="http://schemas.microsoft.com/office/drawing/2014/main" id="{709EC84E-B6CE-49D7-8A05-BD60BEB56224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>
                <a:latin typeface="Bookman Old Style"/>
              </a:rPr>
              <a:t>2025-2026</a:t>
            </a:r>
            <a:endParaRPr lang="hu-HU" sz="1600" spc="-20">
              <a:latin typeface="Bookman Old Style" panose="0205060405050502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52FCD6-E4DE-56D3-3DA7-907708B0A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41" y="1640385"/>
            <a:ext cx="3939043" cy="27887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EAB673-9D97-FDB9-2360-A760E76D0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8268" y="1637298"/>
            <a:ext cx="3404957" cy="3007622"/>
          </a:xfrm>
          <a:prstGeom prst="rect">
            <a:avLst/>
          </a:prstGeom>
        </p:spPr>
      </p:pic>
    </p:spTree>
  </p:cSld>
  <p:clrMapOvr>
    <a:masterClrMapping/>
  </p:clrMapOvr>
  <p:transition spd="med">
    <p:pull dir="u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34B72-BD3A-7678-DCB3-80B35ECA2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A4F6C75-5EA9-BE32-774E-E6324B2B67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388" y="374750"/>
            <a:ext cx="777849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600" u="sng">
                <a:solidFill>
                  <a:schemeClr val="tx1"/>
                </a:solidFill>
                <a:latin typeface="Bookman Old Style"/>
              </a:rPr>
              <a:t>DHCP</a:t>
            </a:r>
            <a:endParaRPr lang="en-US" sz="3600" u="sng" spc="-10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4" name="Élőláb helye 1">
            <a:extLst>
              <a:ext uri="{FF2B5EF4-FFF2-40B4-BE49-F238E27FC236}">
                <a16:creationId xmlns:a16="http://schemas.microsoft.com/office/drawing/2014/main" id="{DE8EB8C4-1626-4C3A-88EC-E448BC7AC3DF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>
                <a:latin typeface="Bookman Old Style"/>
              </a:rPr>
              <a:t>2025-2026</a:t>
            </a:r>
            <a:endParaRPr lang="hu-HU" sz="1600" spc="-20">
              <a:latin typeface="Bookman Old Style" panose="02050604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121B13-1C72-EF63-A97E-5469AB0CC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327" y="2159391"/>
            <a:ext cx="6550516" cy="149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65227"/>
      </p:ext>
    </p:extLst>
  </p:cSld>
  <p:clrMapOvr>
    <a:masterClrMapping/>
  </p:clrMapOvr>
  <p:transition spd="med">
    <p:pull dir="u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95126" y="2555039"/>
            <a:ext cx="198977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i="1" u="sng">
                <a:solidFill>
                  <a:schemeClr val="tx1"/>
                </a:solidFill>
                <a:latin typeface="Bookman Old Style"/>
              </a:rPr>
              <a:t>Az</a:t>
            </a:r>
            <a:r>
              <a:rPr sz="4000" i="1" u="sng" spc="-190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sz="4000" i="1" u="sng" spc="-25">
                <a:solidFill>
                  <a:schemeClr val="tx1"/>
                </a:solidFill>
                <a:latin typeface="Bookman Old Style"/>
              </a:rPr>
              <a:t>ASA</a:t>
            </a:r>
            <a:endParaRPr lang="en-US" sz="4000" i="1" u="sng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3" name="Élőláb helye 1">
            <a:extLst>
              <a:ext uri="{FF2B5EF4-FFF2-40B4-BE49-F238E27FC236}">
                <a16:creationId xmlns:a16="http://schemas.microsoft.com/office/drawing/2014/main" id="{4E925A3A-A594-4D30-9713-C40B9F93AA73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>
                <a:latin typeface="Bookman Old Style"/>
              </a:rPr>
              <a:t>2025-2026</a:t>
            </a:r>
            <a:endParaRPr lang="hu-HU" sz="1600" spc="-2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ransition spd="med">
    <p:pull dir="u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700" y="112352"/>
            <a:ext cx="777849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u="sng" spc="-10" dirty="0" err="1">
                <a:solidFill>
                  <a:schemeClr val="tx1"/>
                </a:solidFill>
                <a:latin typeface="Bookman Old Style"/>
              </a:rPr>
              <a:t>Alapbeállítások</a:t>
            </a:r>
            <a:endParaRPr lang="en-US" sz="3600" u="sng" spc="-10" dirty="0" err="1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5" name="Élőláb helye 1">
            <a:extLst>
              <a:ext uri="{FF2B5EF4-FFF2-40B4-BE49-F238E27FC236}">
                <a16:creationId xmlns:a16="http://schemas.microsoft.com/office/drawing/2014/main" id="{75FD1E8E-DC00-43B2-B65F-D85E591DD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436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>
                <a:solidFill>
                  <a:schemeClr val="tx1"/>
                </a:solidFill>
                <a:latin typeface="Bookman Old Style"/>
              </a:rPr>
              <a:t>2025-2026</a:t>
            </a:r>
            <a:endParaRPr lang="hu-HU" sz="1600" spc="-2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3CDDE71D-EE8F-DEE1-499F-0BE854F139B3}"/>
              </a:ext>
            </a:extLst>
          </p:cNvPr>
          <p:cNvSpPr txBox="1"/>
          <p:nvPr/>
        </p:nvSpPr>
        <p:spPr>
          <a:xfrm>
            <a:off x="2610743" y="1194664"/>
            <a:ext cx="5041900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hostname ASA</a:t>
            </a:r>
            <a:br>
              <a:rPr lang="en-US" dirty="0"/>
            </a:br>
            <a:r>
              <a:rPr lang="en-US"/>
              <a:t>domain-name projekt.info</a:t>
            </a:r>
            <a:br>
              <a:rPr lang="en-US" dirty="0"/>
            </a:br>
            <a:r>
              <a:rPr lang="en-US"/>
              <a:t>enable password Start123</a:t>
            </a:r>
          </a:p>
          <a:p>
            <a:r>
              <a:rPr lang="en-US"/>
              <a:t>username admin password Start123</a:t>
            </a:r>
          </a:p>
          <a:p>
            <a:endParaRPr lang="en-US" dirty="0"/>
          </a:p>
          <a:p>
            <a:r>
              <a:rPr lang="en-US" dirty="0"/>
              <a:t>interface Ethernet1/1</a:t>
            </a:r>
            <a:br>
              <a:rPr lang="en-US" dirty="0"/>
            </a:br>
            <a:r>
              <a:rPr lang="en-US" dirty="0" err="1"/>
              <a:t>nameif</a:t>
            </a:r>
            <a:r>
              <a:rPr lang="en-US" dirty="0"/>
              <a:t> outside</a:t>
            </a:r>
            <a:br>
              <a:rPr lang="en-US" dirty="0"/>
            </a:br>
            <a:r>
              <a:rPr lang="en-US" dirty="0"/>
              <a:t>security-level 0</a:t>
            </a:r>
            <a:br>
              <a:rPr lang="en-US" dirty="0"/>
            </a:br>
            <a:r>
              <a:rPr lang="en-US" dirty="0" err="1"/>
              <a:t>ip</a:t>
            </a:r>
            <a:r>
              <a:rPr lang="en-US" dirty="0"/>
              <a:t> address 200.100.50.252 255.255.255.0</a:t>
            </a:r>
          </a:p>
          <a:p>
            <a:endParaRPr lang="en-US" dirty="0"/>
          </a:p>
          <a:p>
            <a:r>
              <a:rPr lang="en-US" dirty="0"/>
              <a:t>interface Ethernet1/2</a:t>
            </a:r>
            <a:br>
              <a:rPr lang="en-US" dirty="0"/>
            </a:br>
            <a:r>
              <a:rPr lang="en-US" dirty="0" err="1"/>
              <a:t>nameif</a:t>
            </a:r>
            <a:r>
              <a:rPr lang="en-US" dirty="0"/>
              <a:t> INSIDE</a:t>
            </a:r>
            <a:br>
              <a:rPr lang="en-US" dirty="0"/>
            </a:br>
            <a:r>
              <a:rPr lang="en-US" dirty="0"/>
              <a:t>security-level 100</a:t>
            </a:r>
            <a:br>
              <a:rPr lang="en-US" dirty="0"/>
            </a:br>
            <a:r>
              <a:rPr lang="en-US" dirty="0" err="1"/>
              <a:t>ip</a:t>
            </a:r>
            <a:r>
              <a:rPr lang="en-US" dirty="0"/>
              <a:t> address 192.168.6.1 255.255.255.0</a:t>
            </a:r>
          </a:p>
          <a:p>
            <a:pPr algn="ctr"/>
            <a:endParaRPr lang="hu-HU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89DAFCC-4BCD-DD3C-562A-74057269E2CC}"/>
              </a:ext>
            </a:extLst>
          </p:cNvPr>
          <p:cNvSpPr/>
          <p:nvPr/>
        </p:nvSpPr>
        <p:spPr>
          <a:xfrm>
            <a:off x="2519457" y="1194122"/>
            <a:ext cx="4647527" cy="424787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pull dir="u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388" y="374750"/>
            <a:ext cx="777849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u="sng" spc="-200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sz="3600" u="sng" spc="-25">
                <a:solidFill>
                  <a:schemeClr val="tx1"/>
                </a:solidFill>
                <a:latin typeface="Bookman Old Style"/>
              </a:rPr>
              <a:t>SSH</a:t>
            </a:r>
            <a:r>
              <a:rPr lang="hu-HU" sz="3600" u="sng" spc="-25">
                <a:solidFill>
                  <a:schemeClr val="tx1"/>
                </a:solidFill>
                <a:latin typeface="Bookman Old Style"/>
              </a:rPr>
              <a:t>, DHCP</a:t>
            </a:r>
            <a:endParaRPr lang="en-US" sz="3600" u="sng" spc="-25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4" name="Élőláb helye 1">
            <a:extLst>
              <a:ext uri="{FF2B5EF4-FFF2-40B4-BE49-F238E27FC236}">
                <a16:creationId xmlns:a16="http://schemas.microsoft.com/office/drawing/2014/main" id="{2D601734-DB7A-4D47-A960-C2C0C784C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436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>
                <a:solidFill>
                  <a:schemeClr val="tx1"/>
                </a:solidFill>
                <a:latin typeface="Bookman Old Style"/>
              </a:rPr>
              <a:t>2025-2026</a:t>
            </a:r>
            <a:endParaRPr lang="hu-HU" sz="1600" spc="-2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61652680-2C97-E550-EB1C-F0577EEEB22D}"/>
              </a:ext>
            </a:extLst>
          </p:cNvPr>
          <p:cNvSpPr txBox="1"/>
          <p:nvPr/>
        </p:nvSpPr>
        <p:spPr>
          <a:xfrm>
            <a:off x="2520950" y="1544979"/>
            <a:ext cx="5041900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Bookman Old Style"/>
              </a:rPr>
              <a:t>username admin password Start123</a:t>
            </a:r>
            <a:endParaRPr lang="en-US" dirty="0">
              <a:latin typeface="Bookman Old Style"/>
            </a:endParaRPr>
          </a:p>
          <a:p>
            <a:r>
              <a:rPr lang="en-US" dirty="0" err="1">
                <a:latin typeface="Bookman Old Style"/>
              </a:rPr>
              <a:t>aaa</a:t>
            </a:r>
            <a:r>
              <a:rPr lang="en-US" dirty="0">
                <a:latin typeface="Bookman Old Style"/>
              </a:rPr>
              <a:t> authentication ssh console LOCAL</a:t>
            </a:r>
          </a:p>
          <a:p>
            <a:endParaRPr lang="en-US" dirty="0">
              <a:latin typeface="Bookman Old Style"/>
            </a:endParaRPr>
          </a:p>
          <a:p>
            <a:r>
              <a:rPr lang="en-US">
                <a:latin typeface="Bookman Old Style"/>
              </a:rPr>
              <a:t>ssh version 2</a:t>
            </a:r>
            <a:br>
              <a:rPr lang="en-US" dirty="0">
                <a:latin typeface="Bookman Old Style"/>
              </a:rPr>
            </a:br>
            <a:r>
              <a:rPr lang="en-US">
                <a:latin typeface="Bookman Old Style"/>
              </a:rPr>
              <a:t>ssh 192.168.6.0 255.255.255.0 INSIDE</a:t>
            </a:r>
            <a:endParaRPr lang="en-US" dirty="0">
              <a:latin typeface="Bookman Old Style"/>
            </a:endParaRPr>
          </a:p>
          <a:p>
            <a:endParaRPr lang="en-US" dirty="0">
              <a:latin typeface="Bookman Old Style"/>
            </a:endParaRPr>
          </a:p>
          <a:p>
            <a:r>
              <a:rPr lang="en-US" dirty="0" err="1">
                <a:latin typeface="Bookman Old Style"/>
                <a:ea typeface="+mn-lt"/>
                <a:cs typeface="+mn-lt"/>
              </a:rPr>
              <a:t>dhcpd</a:t>
            </a:r>
            <a:r>
              <a:rPr lang="en-US" dirty="0">
                <a:latin typeface="Bookman Old Style"/>
                <a:ea typeface="+mn-lt"/>
                <a:cs typeface="+mn-lt"/>
              </a:rPr>
              <a:t> address 192.168.6.5-192.168.6.100 INSIDE</a:t>
            </a:r>
            <a:endParaRPr lang="en-US" dirty="0">
              <a:latin typeface="Bookman Old Style"/>
            </a:endParaRPr>
          </a:p>
          <a:p>
            <a:r>
              <a:rPr lang="en-US" dirty="0" err="1">
                <a:latin typeface="Bookman Old Style"/>
                <a:ea typeface="+mn-lt"/>
                <a:cs typeface="+mn-lt"/>
              </a:rPr>
              <a:t>dhcpd</a:t>
            </a:r>
            <a:r>
              <a:rPr lang="en-US" dirty="0">
                <a:latin typeface="Bookman Old Style"/>
                <a:ea typeface="+mn-lt"/>
                <a:cs typeface="+mn-lt"/>
              </a:rPr>
              <a:t> </a:t>
            </a:r>
            <a:r>
              <a:rPr lang="en-US" dirty="0" err="1">
                <a:latin typeface="Bookman Old Style"/>
                <a:ea typeface="+mn-lt"/>
                <a:cs typeface="+mn-lt"/>
              </a:rPr>
              <a:t>dns</a:t>
            </a:r>
            <a:r>
              <a:rPr lang="en-US" dirty="0">
                <a:latin typeface="Bookman Old Style"/>
                <a:ea typeface="+mn-lt"/>
                <a:cs typeface="+mn-lt"/>
              </a:rPr>
              <a:t> 200.100.50.1</a:t>
            </a:r>
            <a:endParaRPr lang="en-US" dirty="0">
              <a:latin typeface="Bookman Old Style"/>
            </a:endParaRPr>
          </a:p>
          <a:p>
            <a:r>
              <a:rPr lang="en-US" dirty="0" err="1">
                <a:latin typeface="Bookman Old Style"/>
                <a:ea typeface="+mn-lt"/>
                <a:cs typeface="+mn-lt"/>
              </a:rPr>
              <a:t>dhcpd</a:t>
            </a:r>
            <a:r>
              <a:rPr lang="en-US" dirty="0">
                <a:latin typeface="Bookman Old Style"/>
                <a:ea typeface="+mn-lt"/>
                <a:cs typeface="+mn-lt"/>
              </a:rPr>
              <a:t> option 3 </a:t>
            </a:r>
            <a:r>
              <a:rPr lang="en-US" dirty="0" err="1">
                <a:latin typeface="Bookman Old Style"/>
                <a:ea typeface="+mn-lt"/>
                <a:cs typeface="+mn-lt"/>
              </a:rPr>
              <a:t>ip</a:t>
            </a:r>
            <a:r>
              <a:rPr lang="en-US" dirty="0">
                <a:latin typeface="Bookman Old Style"/>
                <a:ea typeface="+mn-lt"/>
                <a:cs typeface="+mn-lt"/>
              </a:rPr>
              <a:t> 192.168.6.1</a:t>
            </a:r>
            <a:endParaRPr lang="en-US" dirty="0">
              <a:latin typeface="Bookman Old Style"/>
            </a:endParaRPr>
          </a:p>
          <a:p>
            <a:r>
              <a:rPr lang="en-US" dirty="0" err="1">
                <a:latin typeface="Bookman Old Style"/>
                <a:ea typeface="+mn-lt"/>
                <a:cs typeface="+mn-lt"/>
              </a:rPr>
              <a:t>dhcpd</a:t>
            </a:r>
            <a:r>
              <a:rPr lang="en-US" dirty="0">
                <a:latin typeface="Bookman Old Style"/>
                <a:ea typeface="+mn-lt"/>
                <a:cs typeface="+mn-lt"/>
              </a:rPr>
              <a:t> enable INSIDE</a:t>
            </a:r>
            <a:endParaRPr lang="en-US" dirty="0">
              <a:latin typeface="Bookman Old Style"/>
            </a:endParaRPr>
          </a:p>
          <a:p>
            <a:endParaRPr lang="en-US" dirty="0">
              <a:latin typeface="Bookman Old Style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0527ACBF-D5DE-99BA-2131-58DE2380191F}"/>
              </a:ext>
            </a:extLst>
          </p:cNvPr>
          <p:cNvSpPr/>
          <p:nvPr/>
        </p:nvSpPr>
        <p:spPr>
          <a:xfrm>
            <a:off x="2519457" y="1544437"/>
            <a:ext cx="5042618" cy="3134049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pull dir="u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388" y="374750"/>
            <a:ext cx="2373912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u="sng" spc="15">
                <a:solidFill>
                  <a:schemeClr val="tx1"/>
                </a:solidFill>
                <a:latin typeface="Bookman Old Style"/>
              </a:rPr>
              <a:t>N</a:t>
            </a:r>
            <a:r>
              <a:rPr sz="3600" u="sng" spc="-315">
                <a:solidFill>
                  <a:schemeClr val="tx1"/>
                </a:solidFill>
                <a:latin typeface="Bookman Old Style"/>
              </a:rPr>
              <a:t>A</a:t>
            </a:r>
            <a:r>
              <a:rPr sz="3600" u="sng" spc="-484">
                <a:solidFill>
                  <a:schemeClr val="tx1"/>
                </a:solidFill>
                <a:latin typeface="Bookman Old Style"/>
              </a:rPr>
              <a:t>T</a:t>
            </a:r>
            <a:r>
              <a:rPr sz="3600" u="sng" spc="15">
                <a:solidFill>
                  <a:schemeClr val="tx1"/>
                </a:solidFill>
                <a:latin typeface="Bookman Old Style"/>
              </a:rPr>
              <a:t>,</a:t>
            </a:r>
            <a:r>
              <a:rPr sz="3600" u="sng" spc="-100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sz="3600" u="sng" spc="-20">
                <a:solidFill>
                  <a:schemeClr val="tx1"/>
                </a:solidFill>
                <a:latin typeface="Bookman Old Style"/>
              </a:rPr>
              <a:t>ICMP</a:t>
            </a:r>
            <a:endParaRPr lang="en-US" sz="3600" u="sng" spc="-20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4" name="Élőláb helye 1">
            <a:extLst>
              <a:ext uri="{FF2B5EF4-FFF2-40B4-BE49-F238E27FC236}">
                <a16:creationId xmlns:a16="http://schemas.microsoft.com/office/drawing/2014/main" id="{D48DD9BB-C25D-4FF4-A05F-F986285C5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436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>
                <a:solidFill>
                  <a:schemeClr val="tx1"/>
                </a:solidFill>
                <a:latin typeface="Bookman Old Style"/>
              </a:rPr>
              <a:t>2025-2026</a:t>
            </a:r>
            <a:endParaRPr lang="hu-HU" sz="1600" spc="-2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744936E1-B6A5-B5D6-8802-A73BEC4AAA46}"/>
              </a:ext>
            </a:extLst>
          </p:cNvPr>
          <p:cNvSpPr txBox="1"/>
          <p:nvPr/>
        </p:nvSpPr>
        <p:spPr>
          <a:xfrm>
            <a:off x="2520950" y="1931224"/>
            <a:ext cx="5454949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Bookman Old Style"/>
              </a:rPr>
              <a:t>object network INSIDE-NET</a:t>
            </a:r>
            <a:br>
              <a:rPr lang="en-US" dirty="0">
                <a:latin typeface="Bookman Old Style"/>
              </a:rPr>
            </a:br>
            <a:r>
              <a:rPr lang="en-US">
                <a:latin typeface="Bookman Old Style"/>
              </a:rPr>
              <a:t>subnet 192.168.6.0 255.255.255.0</a:t>
            </a:r>
            <a:endParaRPr lang="en-US" dirty="0">
              <a:latin typeface="Bookman Old Style"/>
            </a:endParaRPr>
          </a:p>
          <a:p>
            <a:r>
              <a:rPr lang="en-US" dirty="0" err="1">
                <a:latin typeface="Bookman Old Style"/>
              </a:rPr>
              <a:t>nat</a:t>
            </a:r>
            <a:r>
              <a:rPr lang="en-US" dirty="0">
                <a:latin typeface="Bookman Old Style"/>
              </a:rPr>
              <a:t> (</a:t>
            </a:r>
            <a:r>
              <a:rPr lang="en-US" dirty="0" err="1">
                <a:latin typeface="Bookman Old Style"/>
              </a:rPr>
              <a:t>INSIDE,outside</a:t>
            </a:r>
            <a:r>
              <a:rPr lang="en-US" dirty="0">
                <a:latin typeface="Bookman Old Style"/>
              </a:rPr>
              <a:t>) dynamic interface</a:t>
            </a:r>
          </a:p>
          <a:p>
            <a:endParaRPr lang="en-US" dirty="0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policy-map </a:t>
            </a:r>
            <a:r>
              <a:rPr lang="en-US" dirty="0" err="1">
                <a:latin typeface="Bookman Old Style"/>
                <a:ea typeface="+mn-lt"/>
                <a:cs typeface="+mn-lt"/>
              </a:rPr>
              <a:t>global_policy</a:t>
            </a:r>
            <a:endParaRPr lang="en-US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class </a:t>
            </a:r>
            <a:r>
              <a:rPr lang="en-US" dirty="0" err="1">
                <a:latin typeface="Bookman Old Style"/>
                <a:ea typeface="+mn-lt"/>
                <a:cs typeface="+mn-lt"/>
              </a:rPr>
              <a:t>inspection_default</a:t>
            </a:r>
            <a:endParaRPr lang="en-US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inspect </a:t>
            </a:r>
            <a:r>
              <a:rPr lang="en-US" dirty="0" err="1">
                <a:latin typeface="Bookman Old Style"/>
                <a:ea typeface="+mn-lt"/>
                <a:cs typeface="+mn-lt"/>
              </a:rPr>
              <a:t>icmp</a:t>
            </a:r>
          </a:p>
          <a:p>
            <a:endParaRPr lang="en-US" dirty="0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route outside 0.0.0.0 0.0.0.0 200.100.50.254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D4DDB31-071A-853D-8D2D-31AC9BF165B0}"/>
              </a:ext>
            </a:extLst>
          </p:cNvPr>
          <p:cNvSpPr/>
          <p:nvPr/>
        </p:nvSpPr>
        <p:spPr>
          <a:xfrm>
            <a:off x="2519457" y="1840857"/>
            <a:ext cx="5329956" cy="2801699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pull dir="u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7056" y="1390650"/>
            <a:ext cx="9072880" cy="1611339"/>
          </a:xfrm>
          <a:prstGeom prst="rect">
            <a:avLst/>
          </a:prstGeom>
          <a:solidFill>
            <a:srgbClr val="C62339"/>
          </a:solidFill>
        </p:spPr>
        <p:txBody>
          <a:bodyPr vert="horz" wrap="square" lIns="0" tIns="3765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965"/>
              </a:spcBef>
            </a:pPr>
            <a:endParaRPr sz="3600">
              <a:latin typeface="Bookman Old Style" panose="02050604050505020204" pitchFamily="18" charset="0"/>
            </a:endParaRPr>
          </a:p>
          <a:p>
            <a:pPr marL="72390" algn="ctr">
              <a:lnSpc>
                <a:spcPct val="100000"/>
              </a:lnSpc>
            </a:pPr>
            <a:r>
              <a:rPr sz="4400" spc="-10">
                <a:solidFill>
                  <a:srgbClr val="FFFFFF"/>
                </a:solidFill>
                <a:latin typeface="Bookman Old Style" panose="02050604050505020204" pitchFamily="18" charset="0"/>
              </a:rPr>
              <a:t>Hálózatprogramozás</a:t>
            </a:r>
          </a:p>
        </p:txBody>
      </p:sp>
      <p:sp>
        <p:nvSpPr>
          <p:cNvPr id="3" name="Élőláb helye 1">
            <a:extLst>
              <a:ext uri="{FF2B5EF4-FFF2-40B4-BE49-F238E27FC236}">
                <a16:creationId xmlns:a16="http://schemas.microsoft.com/office/drawing/2014/main" id="{02765819-C385-471B-B61C-352D995BB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436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>
                <a:solidFill>
                  <a:schemeClr val="tx1"/>
                </a:solidFill>
                <a:latin typeface="Bookman Old Style"/>
              </a:rPr>
              <a:t>2025-2026</a:t>
            </a:r>
            <a:endParaRPr lang="hu-HU" sz="1600" spc="-2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ransition spd="med">
    <p:pull dir="u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D0E9526-4E87-6493-718C-72E227460B41}"/>
              </a:ext>
            </a:extLst>
          </p:cNvPr>
          <p:cNvSpPr/>
          <p:nvPr/>
        </p:nvSpPr>
        <p:spPr>
          <a:xfrm>
            <a:off x="4706518" y="1054067"/>
            <a:ext cx="4725392" cy="432487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A4927-C58F-D877-5D54-E3E935C2E5C2}"/>
              </a:ext>
            </a:extLst>
          </p:cNvPr>
          <p:cNvSpPr/>
          <p:nvPr/>
        </p:nvSpPr>
        <p:spPr>
          <a:xfrm>
            <a:off x="378691" y="1902265"/>
            <a:ext cx="4095155" cy="22897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7D25F461-ED5F-EB6E-1121-38AF3029D4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388" y="374750"/>
            <a:ext cx="4736112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600" u="sng" spc="15">
                <a:solidFill>
                  <a:schemeClr val="tx1"/>
                </a:solidFill>
                <a:latin typeface="Bookman Old Style"/>
              </a:rPr>
              <a:t>Konfiguráció mentés</a:t>
            </a:r>
            <a:endParaRPr lang="hu-HU" sz="3600" u="sng" spc="-20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2" name="Élőláb helye 1">
            <a:extLst>
              <a:ext uri="{FF2B5EF4-FFF2-40B4-BE49-F238E27FC236}">
                <a16:creationId xmlns:a16="http://schemas.microsoft.com/office/drawing/2014/main" id="{0BEE9D38-BC42-9496-5E41-82E69C6FF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436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>
                <a:solidFill>
                  <a:schemeClr val="tx1"/>
                </a:solidFill>
                <a:latin typeface="Bookman Old Style"/>
              </a:rPr>
              <a:t>2025-2026</a:t>
            </a:r>
            <a:endParaRPr lang="hu-HU" sz="1600" spc="-2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7A9128-3624-F700-1A84-69E330A7CDA8}"/>
              </a:ext>
            </a:extLst>
          </p:cNvPr>
          <p:cNvSpPr txBox="1"/>
          <p:nvPr/>
        </p:nvSpPr>
        <p:spPr>
          <a:xfrm>
            <a:off x="380653" y="1904521"/>
            <a:ext cx="50419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>
                <a:solidFill>
                  <a:schemeClr val="accent3"/>
                </a:solidFill>
                <a:latin typeface="Bookman Old Style"/>
                <a:ea typeface="+mn-lt"/>
                <a:cs typeface="+mn-lt"/>
              </a:rPr>
              <a:t>def </a:t>
            </a:r>
            <a:r>
              <a:rPr lang="en-US" sz="1200" b="1" dirty="0" err="1">
                <a:solidFill>
                  <a:srgbClr val="00008E"/>
                </a:solidFill>
                <a:latin typeface="Bookman Old Style"/>
                <a:ea typeface="+mn-lt"/>
                <a:cs typeface="+mn-lt"/>
              </a:rPr>
              <a:t>eszkozfelvetel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():</a:t>
            </a:r>
          </a:p>
          <a:p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    </a:t>
            </a:r>
            <a:r>
              <a:rPr lang="en-US" sz="1200" b="1" dirty="0" err="1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ip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 = </a:t>
            </a:r>
            <a:r>
              <a:rPr lang="en-US" sz="1200" b="1" dirty="0">
                <a:solidFill>
                  <a:schemeClr val="accent6">
                    <a:lumMod val="49000"/>
                  </a:schemeClr>
                </a:solidFill>
                <a:latin typeface="Bookman Old Style"/>
                <a:ea typeface="+mn-lt"/>
                <a:cs typeface="+mn-lt"/>
              </a:rPr>
              <a:t>input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(</a:t>
            </a:r>
            <a:r>
              <a:rPr lang="en-US" sz="1200" b="1" dirty="0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'Adja meg </a:t>
            </a:r>
            <a:r>
              <a:rPr lang="en-US" sz="1200" b="1" dirty="0" err="1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az</a:t>
            </a:r>
            <a:r>
              <a:rPr lang="en-US" sz="1200" b="1" dirty="0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eszköz</a:t>
            </a:r>
            <a:r>
              <a:rPr lang="en-US" sz="1200" b="1" dirty="0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 IP </a:t>
            </a:r>
            <a:r>
              <a:rPr lang="en-US" sz="1200" b="1" dirty="0" err="1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címét</a:t>
            </a:r>
            <a:r>
              <a:rPr lang="en-US" sz="1200" b="1" dirty="0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: '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)</a:t>
            </a:r>
          </a:p>
          <a:p>
            <a:r>
              <a:rPr lang="en-US" sz="1200" b="1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    device = {</a:t>
            </a:r>
            <a:endParaRPr lang="en-US" sz="1200" b="1" dirty="0">
              <a:solidFill>
                <a:schemeClr val="bg1"/>
              </a:solidFill>
              <a:latin typeface="Bookman Old Style"/>
              <a:ea typeface="+mn-lt"/>
              <a:cs typeface="+mn-lt"/>
            </a:endParaRPr>
          </a:p>
          <a:p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        </a:t>
            </a:r>
            <a:r>
              <a:rPr lang="en-US" sz="1200" b="1" dirty="0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'</a:t>
            </a:r>
            <a:r>
              <a:rPr lang="en-US" sz="1200" b="1" dirty="0" err="1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device_type</a:t>
            </a:r>
            <a:r>
              <a:rPr lang="en-US" sz="1200" b="1" dirty="0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'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: </a:t>
            </a:r>
            <a:r>
              <a:rPr lang="en-US" sz="1200" b="1" dirty="0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'</a:t>
            </a:r>
            <a:r>
              <a:rPr lang="en-US" sz="1200" b="1" dirty="0" err="1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cisco_ios</a:t>
            </a:r>
            <a:r>
              <a:rPr lang="en-US" sz="1200" b="1" dirty="0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'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,</a:t>
            </a:r>
          </a:p>
          <a:p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        </a:t>
            </a:r>
            <a:r>
              <a:rPr lang="en-US" sz="1200" b="1" dirty="0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'host'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: </a:t>
            </a:r>
            <a:r>
              <a:rPr lang="en-US" sz="1200" b="1" dirty="0" err="1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ip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,</a:t>
            </a:r>
          </a:p>
          <a:p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        </a:t>
            </a:r>
            <a:r>
              <a:rPr lang="en-US" sz="1200" b="1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'username'</a:t>
            </a:r>
            <a:r>
              <a:rPr lang="en-US" sz="1200" b="1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: </a:t>
            </a:r>
            <a:r>
              <a:rPr lang="en-US" sz="1200" b="1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'user'</a:t>
            </a:r>
            <a:r>
              <a:rPr lang="en-US" sz="1200" b="1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,</a:t>
            </a:r>
          </a:p>
          <a:p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        </a:t>
            </a:r>
            <a:r>
              <a:rPr lang="en-US" sz="1200" b="1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'password'</a:t>
            </a:r>
            <a:r>
              <a:rPr lang="en-US" sz="1200" b="1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: </a:t>
            </a:r>
            <a:r>
              <a:rPr lang="en-US" sz="1200" b="1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'Start123'</a:t>
            </a:r>
            <a:r>
              <a:rPr lang="en-US" sz="1200" b="1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,</a:t>
            </a:r>
          </a:p>
          <a:p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        </a:t>
            </a:r>
            <a:r>
              <a:rPr lang="en-US" sz="1200" b="1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'secret'</a:t>
            </a:r>
            <a:r>
              <a:rPr lang="en-US" sz="1200" b="1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: </a:t>
            </a:r>
            <a:r>
              <a:rPr lang="en-US" sz="1200" b="1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'Start123'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,</a:t>
            </a:r>
          </a:p>
          <a:p>
            <a:r>
              <a:rPr lang="en-US" sz="1200" b="1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    }</a:t>
            </a:r>
          </a:p>
          <a:p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    </a:t>
            </a:r>
            <a:r>
              <a:rPr lang="en-US" sz="1200" b="1">
                <a:solidFill>
                  <a:schemeClr val="accent3"/>
                </a:solidFill>
                <a:latin typeface="Bookman Old Style"/>
                <a:ea typeface="+mn-lt"/>
                <a:cs typeface="+mn-lt"/>
              </a:rPr>
              <a:t>return </a:t>
            </a:r>
            <a:r>
              <a:rPr lang="en-US" sz="1200" b="1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device</a:t>
            </a:r>
            <a:endParaRPr lang="en-US" sz="1200" b="1" dirty="0">
              <a:solidFill>
                <a:schemeClr val="bg1"/>
              </a:solidFill>
              <a:latin typeface="Bookman Old Style"/>
              <a:ea typeface="+mn-lt"/>
              <a:cs typeface="+mn-lt"/>
            </a:endParaRPr>
          </a:p>
          <a:p>
            <a:endParaRPr lang="en-US" sz="1200" b="1" dirty="0">
              <a:solidFill>
                <a:schemeClr val="bg1"/>
              </a:solidFill>
              <a:latin typeface="Bookman Old Style"/>
            </a:endParaRPr>
          </a:p>
          <a:p>
            <a:r>
              <a:rPr lang="en-US" sz="1200" b="1" dirty="0">
                <a:solidFill>
                  <a:schemeClr val="accent3"/>
                </a:solidFill>
                <a:latin typeface="Bookman Old Style"/>
                <a:ea typeface="+mn-lt"/>
                <a:cs typeface="+mn-lt"/>
              </a:rPr>
              <a:t>from </a:t>
            </a:r>
            <a:r>
              <a:rPr lang="en-US" sz="1200" b="1" dirty="0" err="1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netmiko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 </a:t>
            </a:r>
            <a:r>
              <a:rPr lang="en-US" sz="1200" b="1" dirty="0">
                <a:solidFill>
                  <a:schemeClr val="accent3"/>
                </a:solidFill>
                <a:latin typeface="Bookman Old Style"/>
                <a:ea typeface="+mn-lt"/>
                <a:cs typeface="+mn-lt"/>
              </a:rPr>
              <a:t>import </a:t>
            </a:r>
            <a:r>
              <a:rPr lang="en-US" sz="1200" b="1" dirty="0" err="1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ConnectHandler</a:t>
            </a:r>
            <a:endParaRPr lang="en-US" sz="1200" b="1">
              <a:solidFill>
                <a:schemeClr val="bg1"/>
              </a:solidFill>
              <a:latin typeface="Bookman Old Style"/>
              <a:ea typeface="+mn-lt"/>
              <a:cs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0B362D-D51D-663C-F2F6-7C40658CD3DA}"/>
              </a:ext>
            </a:extLst>
          </p:cNvPr>
          <p:cNvSpPr txBox="1"/>
          <p:nvPr/>
        </p:nvSpPr>
        <p:spPr>
          <a:xfrm>
            <a:off x="4712154" y="1057145"/>
            <a:ext cx="5038215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>
                <a:solidFill>
                  <a:schemeClr val="accent3"/>
                </a:solidFill>
                <a:latin typeface="Bookman Old Style"/>
                <a:ea typeface="+mn-lt"/>
                <a:cs typeface="+mn-lt"/>
              </a:rPr>
              <a:t>def </a:t>
            </a:r>
            <a:r>
              <a:rPr lang="en-US" sz="1200" b="1" dirty="0" err="1">
                <a:solidFill>
                  <a:srgbClr val="00008E"/>
                </a:solidFill>
                <a:latin typeface="Bookman Old Style"/>
                <a:ea typeface="+mn-lt"/>
                <a:cs typeface="+mn-lt"/>
              </a:rPr>
              <a:t>futtatas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(device):</a:t>
            </a:r>
            <a:endParaRPr lang="en-US" sz="1200" b="1" dirty="0">
              <a:solidFill>
                <a:schemeClr val="bg1"/>
              </a:solidFill>
              <a:latin typeface="Bookman Old Style"/>
            </a:endParaRPr>
          </a:p>
          <a:p>
            <a:r>
              <a:rPr lang="en-US" sz="1200" b="1" dirty="0">
                <a:latin typeface="Bookman Old Style"/>
                <a:ea typeface="+mn-lt"/>
                <a:cs typeface="+mn-lt"/>
              </a:rPr>
              <a:t>    </a:t>
            </a:r>
            <a:r>
              <a:rPr lang="en-US" sz="1200" b="1">
                <a:solidFill>
                  <a:schemeClr val="accent3"/>
                </a:solidFill>
                <a:latin typeface="Bookman Old Style"/>
                <a:ea typeface="+mn-lt"/>
                <a:cs typeface="+mn-lt"/>
              </a:rPr>
              <a:t>try</a:t>
            </a:r>
            <a:r>
              <a:rPr lang="en-US" sz="1200" b="1">
                <a:latin typeface="Bookman Old Style"/>
                <a:ea typeface="+mn-lt"/>
                <a:cs typeface="+mn-lt"/>
              </a:rPr>
              <a:t>:</a:t>
            </a:r>
            <a:endParaRPr lang="en-US" sz="1200" b="1" dirty="0">
              <a:latin typeface="Bookman Old Style"/>
            </a:endParaRPr>
          </a:p>
          <a:p>
            <a:r>
              <a:rPr lang="en-US" sz="1200" b="1" dirty="0">
                <a:latin typeface="Bookman Old Style"/>
                <a:ea typeface="+mn-lt"/>
                <a:cs typeface="+mn-lt"/>
              </a:rPr>
              <a:t>       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 conn = </a:t>
            </a:r>
            <a:r>
              <a:rPr lang="en-US" sz="1200" b="1" dirty="0" err="1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ConnectHandler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(**device)</a:t>
            </a:r>
            <a:endParaRPr lang="en-US" sz="1200" b="1">
              <a:solidFill>
                <a:schemeClr val="bg1"/>
              </a:solidFill>
              <a:latin typeface="Bookman Old Style"/>
            </a:endParaRPr>
          </a:p>
          <a:p>
            <a:r>
              <a:rPr lang="en-US" sz="1200" b="1" dirty="0">
                <a:latin typeface="Bookman Old Style"/>
                <a:ea typeface="+mn-lt"/>
                <a:cs typeface="+mn-lt"/>
              </a:rPr>
              <a:t>        </a:t>
            </a:r>
            <a:r>
              <a:rPr lang="en-US" sz="1200" b="1" dirty="0" err="1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ipconf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 = </a:t>
            </a:r>
            <a:r>
              <a:rPr lang="en-US" sz="1200" b="1" dirty="0" err="1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conn.send_command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(</a:t>
            </a:r>
            <a:r>
              <a:rPr lang="en-US" sz="1200" b="1" dirty="0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'show </a:t>
            </a:r>
            <a:r>
              <a:rPr lang="en-US" sz="1200" b="1" dirty="0" err="1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ip</a:t>
            </a:r>
            <a:r>
              <a:rPr lang="en-US" sz="1200" b="1" dirty="0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 int brief'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)</a:t>
            </a:r>
            <a:endParaRPr lang="en-US" sz="1200" b="1" dirty="0">
              <a:solidFill>
                <a:schemeClr val="bg1"/>
              </a:solidFill>
              <a:latin typeface="Bookman Old Style"/>
            </a:endParaRPr>
          </a:p>
          <a:p>
            <a:r>
              <a:rPr lang="en-US" sz="1200" b="1" dirty="0">
                <a:latin typeface="Bookman Old Style"/>
                <a:ea typeface="+mn-lt"/>
                <a:cs typeface="+mn-lt"/>
              </a:rPr>
              <a:t>        </a:t>
            </a:r>
            <a:r>
              <a:rPr lang="en-US" sz="1200" b="1" dirty="0">
                <a:solidFill>
                  <a:schemeClr val="accent6">
                    <a:lumMod val="49000"/>
                  </a:schemeClr>
                </a:solidFill>
                <a:latin typeface="Bookman Old Style"/>
                <a:ea typeface="+mn-lt"/>
                <a:cs typeface="+mn-lt"/>
              </a:rPr>
              <a:t>print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(</a:t>
            </a:r>
            <a:r>
              <a:rPr lang="en-US" sz="1200" b="1" dirty="0" err="1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ipconf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)</a:t>
            </a:r>
            <a:endParaRPr lang="en-US" sz="1200" b="1" dirty="0">
              <a:solidFill>
                <a:schemeClr val="bg1"/>
              </a:solidFill>
              <a:latin typeface="Bookman Old Style"/>
            </a:endParaRPr>
          </a:p>
          <a:p>
            <a:endParaRPr lang="en-US" sz="1200" b="1" dirty="0">
              <a:latin typeface="Bookman Old Style"/>
            </a:endParaRPr>
          </a:p>
          <a:p>
            <a:r>
              <a:rPr lang="en-US" sz="1200" b="1" dirty="0">
                <a:latin typeface="Bookman Old Style"/>
                <a:ea typeface="+mn-lt"/>
                <a:cs typeface="+mn-lt"/>
              </a:rPr>
              <a:t>      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  </a:t>
            </a:r>
            <a:r>
              <a:rPr lang="en-US" sz="1200" b="1" dirty="0" err="1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conn.enable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()</a:t>
            </a:r>
            <a:endParaRPr lang="en-US" sz="1200" b="1">
              <a:solidFill>
                <a:schemeClr val="bg1"/>
              </a:solidFill>
              <a:latin typeface="Bookman Old Style"/>
            </a:endParaRPr>
          </a:p>
          <a:p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        </a:t>
            </a:r>
            <a:r>
              <a:rPr lang="en-US" sz="1200" b="1" dirty="0" err="1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shrun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 = </a:t>
            </a:r>
            <a:r>
              <a:rPr lang="en-US" sz="1200" b="1" dirty="0" err="1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conn.send_command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(</a:t>
            </a:r>
            <a:r>
              <a:rPr lang="en-US" sz="1200" b="1" dirty="0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'show running-config'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)</a:t>
            </a:r>
            <a:endParaRPr lang="en-US" sz="1200" b="1" dirty="0">
              <a:solidFill>
                <a:schemeClr val="bg1"/>
              </a:solidFill>
              <a:latin typeface="Bookman Old Style"/>
            </a:endParaRPr>
          </a:p>
          <a:p>
            <a:r>
              <a:rPr lang="en-US" sz="1200" b="1" dirty="0">
                <a:latin typeface="Bookman Old Style"/>
                <a:ea typeface="+mn-lt"/>
                <a:cs typeface="+mn-lt"/>
              </a:rPr>
              <a:t>       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device_name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 = </a:t>
            </a:r>
            <a:r>
              <a:rPr lang="en-US" sz="1200" b="1" dirty="0" err="1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conn.send_command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(</a:t>
            </a:r>
            <a:r>
              <a:rPr lang="en-US" sz="1200" b="1" dirty="0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'show running-config | include hostname'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).split()[1]</a:t>
            </a:r>
            <a:endParaRPr lang="en-US" sz="1200" b="1">
              <a:solidFill>
                <a:schemeClr val="bg1"/>
              </a:solidFill>
              <a:latin typeface="Bookman Old Style"/>
            </a:endParaRPr>
          </a:p>
          <a:p>
            <a:r>
              <a:rPr lang="en-US" sz="1200" b="1" dirty="0">
                <a:latin typeface="Bookman Old Style"/>
                <a:ea typeface="+mn-lt"/>
                <a:cs typeface="+mn-lt"/>
              </a:rPr>
              <a:t>        </a:t>
            </a:r>
            <a:r>
              <a:rPr lang="en-US" sz="1200" b="1" dirty="0" err="1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file_name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 = </a:t>
            </a:r>
            <a:r>
              <a:rPr lang="en-US" sz="1200" b="1" dirty="0" err="1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device_name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 +</a:t>
            </a:r>
            <a:r>
              <a:rPr lang="en-US" sz="1200" b="1" dirty="0">
                <a:latin typeface="Bookman Old Style"/>
                <a:ea typeface="+mn-lt"/>
                <a:cs typeface="+mn-lt"/>
              </a:rPr>
              <a:t> </a:t>
            </a:r>
            <a:r>
              <a:rPr lang="en-US" sz="1200" b="1" dirty="0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'_backup.txt'</a:t>
            </a:r>
            <a:endParaRPr lang="en-US" sz="1200" b="1">
              <a:solidFill>
                <a:srgbClr val="92D050"/>
              </a:solidFill>
              <a:latin typeface="Bookman Old Style"/>
            </a:endParaRPr>
          </a:p>
          <a:p>
            <a:r>
              <a:rPr lang="en-US" sz="1200" b="1" dirty="0">
                <a:latin typeface="Bookman Old Style"/>
                <a:ea typeface="+mn-lt"/>
                <a:cs typeface="+mn-lt"/>
              </a:rPr>
              <a:t>        </a:t>
            </a:r>
            <a:r>
              <a:rPr lang="en-US" sz="1200" b="1" dirty="0" err="1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conn.disconnect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()</a:t>
            </a:r>
            <a:endParaRPr lang="en-US" sz="1200" b="1" dirty="0">
              <a:solidFill>
                <a:schemeClr val="bg1"/>
              </a:solidFill>
              <a:latin typeface="Bookman Old Style"/>
            </a:endParaRPr>
          </a:p>
          <a:p>
            <a:r>
              <a:rPr lang="en-US" sz="1200" b="1" dirty="0">
                <a:latin typeface="Bookman Old Style"/>
                <a:ea typeface="+mn-lt"/>
                <a:cs typeface="+mn-lt"/>
              </a:rPr>
              <a:t>        </a:t>
            </a:r>
            <a:r>
              <a:rPr lang="en-US" sz="1200" b="1">
                <a:solidFill>
                  <a:schemeClr val="accent3"/>
                </a:solidFill>
                <a:latin typeface="Bookman Old Style"/>
                <a:ea typeface="+mn-lt"/>
                <a:cs typeface="+mn-lt"/>
              </a:rPr>
              <a:t>try</a:t>
            </a:r>
            <a:r>
              <a:rPr lang="en-US" sz="1200" b="1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:</a:t>
            </a:r>
            <a:endParaRPr lang="en-US" sz="1200" b="1" dirty="0">
              <a:solidFill>
                <a:schemeClr val="bg1"/>
              </a:solidFill>
              <a:latin typeface="Bookman Old Style"/>
            </a:endParaRPr>
          </a:p>
          <a:p>
            <a:r>
              <a:rPr lang="en-US" sz="1200" b="1" dirty="0">
                <a:latin typeface="Bookman Old Style"/>
                <a:ea typeface="+mn-lt"/>
                <a:cs typeface="+mn-lt"/>
              </a:rPr>
              <a:t>            </a:t>
            </a:r>
            <a:r>
              <a:rPr lang="en-US" sz="1200" b="1" dirty="0">
                <a:solidFill>
                  <a:schemeClr val="accent3"/>
                </a:solidFill>
                <a:latin typeface="Bookman Old Style"/>
                <a:ea typeface="+mn-lt"/>
                <a:cs typeface="+mn-lt"/>
              </a:rPr>
              <a:t>with </a:t>
            </a:r>
            <a:r>
              <a:rPr lang="en-US" sz="1200" b="1" dirty="0">
                <a:solidFill>
                  <a:schemeClr val="accent6">
                    <a:lumMod val="49000"/>
                  </a:schemeClr>
                </a:solidFill>
                <a:latin typeface="Bookman Old Style"/>
                <a:ea typeface="+mn-lt"/>
                <a:cs typeface="+mn-lt"/>
              </a:rPr>
              <a:t>open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(</a:t>
            </a:r>
            <a:r>
              <a:rPr lang="en-US" sz="1200" b="1" dirty="0" err="1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file_name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,</a:t>
            </a:r>
            <a:r>
              <a:rPr lang="en-US" sz="1200" b="1" dirty="0">
                <a:latin typeface="Bookman Old Style"/>
                <a:ea typeface="+mn-lt"/>
                <a:cs typeface="+mn-lt"/>
              </a:rPr>
              <a:t> </a:t>
            </a:r>
            <a:r>
              <a:rPr lang="en-US" sz="1200" b="1" dirty="0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'w'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)</a:t>
            </a:r>
            <a:r>
              <a:rPr lang="en-US" sz="1200" b="1" dirty="0">
                <a:latin typeface="Bookman Old Style"/>
                <a:ea typeface="+mn-lt"/>
                <a:cs typeface="+mn-lt"/>
              </a:rPr>
              <a:t> </a:t>
            </a:r>
            <a:r>
              <a:rPr lang="en-US" sz="1200" b="1" dirty="0">
                <a:solidFill>
                  <a:schemeClr val="accent3"/>
                </a:solidFill>
                <a:latin typeface="Bookman Old Style"/>
                <a:ea typeface="+mn-lt"/>
                <a:cs typeface="+mn-lt"/>
              </a:rPr>
              <a:t>as 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f:</a:t>
            </a:r>
            <a:endParaRPr lang="en-US" sz="1200" b="1">
              <a:solidFill>
                <a:schemeClr val="bg1"/>
              </a:solidFill>
              <a:latin typeface="Bookman Old Style"/>
            </a:endParaRPr>
          </a:p>
          <a:p>
            <a:r>
              <a:rPr lang="en-US" sz="1200" b="1" dirty="0">
                <a:latin typeface="Bookman Old Style"/>
                <a:ea typeface="+mn-lt"/>
                <a:cs typeface="+mn-lt"/>
              </a:rPr>
              <a:t>               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f.write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(</a:t>
            </a:r>
            <a:r>
              <a:rPr lang="en-US" sz="1200" b="1" dirty="0" err="1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shrun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)</a:t>
            </a:r>
            <a:endParaRPr lang="en-US" sz="1200" b="1">
              <a:solidFill>
                <a:schemeClr val="bg1"/>
              </a:solidFill>
              <a:latin typeface="Bookman Old Style"/>
            </a:endParaRPr>
          </a:p>
          <a:p>
            <a:r>
              <a:rPr lang="en-US" sz="1200" b="1" dirty="0">
                <a:latin typeface="Bookman Old Style"/>
                <a:ea typeface="+mn-lt"/>
                <a:cs typeface="+mn-lt"/>
              </a:rPr>
              <a:t>            </a:t>
            </a:r>
            <a:r>
              <a:rPr lang="en-US" sz="1200" b="1" dirty="0">
                <a:solidFill>
                  <a:schemeClr val="accent6">
                    <a:lumMod val="49000"/>
                  </a:schemeClr>
                </a:solidFill>
                <a:latin typeface="Bookman Old Style"/>
                <a:ea typeface="+mn-lt"/>
                <a:cs typeface="+mn-lt"/>
              </a:rPr>
              <a:t>print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(</a:t>
            </a:r>
            <a:r>
              <a:rPr lang="en-US" sz="1200" b="1" dirty="0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'</a:t>
            </a:r>
            <a:r>
              <a:rPr lang="en-US" sz="1200" b="1" dirty="0" err="1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Sikeres</a:t>
            </a:r>
            <a:r>
              <a:rPr lang="en-US" sz="1200" b="1" dirty="0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mentés</a:t>
            </a:r>
            <a:r>
              <a:rPr lang="en-US" sz="1200" b="1" dirty="0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'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)</a:t>
            </a:r>
            <a:endParaRPr lang="en-US" sz="1200" b="1" dirty="0">
              <a:solidFill>
                <a:schemeClr val="bg1"/>
              </a:solidFill>
              <a:latin typeface="Bookman Old Style"/>
            </a:endParaRPr>
          </a:p>
          <a:p>
            <a:r>
              <a:rPr lang="en-US" sz="1200" b="1" dirty="0">
                <a:latin typeface="Bookman Old Style"/>
                <a:ea typeface="+mn-lt"/>
                <a:cs typeface="+mn-lt"/>
              </a:rPr>
              <a:t>        </a:t>
            </a:r>
            <a:r>
              <a:rPr lang="en-US" sz="1200" b="1">
                <a:solidFill>
                  <a:schemeClr val="accent3"/>
                </a:solidFill>
                <a:latin typeface="Bookman Old Style"/>
                <a:ea typeface="+mn-lt"/>
                <a:cs typeface="+mn-lt"/>
              </a:rPr>
              <a:t>except</a:t>
            </a:r>
            <a:r>
              <a:rPr lang="en-US" sz="1200" b="1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:</a:t>
            </a:r>
            <a:endParaRPr lang="en-US" sz="1200" b="1" dirty="0">
              <a:solidFill>
                <a:schemeClr val="bg1"/>
              </a:solidFill>
              <a:latin typeface="Bookman Old Style"/>
            </a:endParaRPr>
          </a:p>
          <a:p>
            <a:r>
              <a:rPr lang="en-US" sz="1200" b="1" dirty="0">
                <a:latin typeface="Bookman Old Style"/>
                <a:ea typeface="+mn-lt"/>
                <a:cs typeface="+mn-lt"/>
              </a:rPr>
              <a:t>            </a:t>
            </a:r>
            <a:r>
              <a:rPr lang="en-US" sz="1200" b="1" dirty="0">
                <a:solidFill>
                  <a:schemeClr val="accent6">
                    <a:lumMod val="49000"/>
                  </a:schemeClr>
                </a:solidFill>
                <a:latin typeface="Bookman Old Style"/>
                <a:ea typeface="+mn-lt"/>
                <a:cs typeface="+mn-lt"/>
              </a:rPr>
              <a:t>print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(</a:t>
            </a:r>
            <a:r>
              <a:rPr lang="en-US" sz="1200" b="1" dirty="0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'A </a:t>
            </a:r>
            <a:r>
              <a:rPr lang="en-US" sz="1200" b="1" dirty="0" err="1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mentés</a:t>
            </a:r>
            <a:r>
              <a:rPr lang="en-US" sz="1200" b="1" dirty="0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sikertelen</a:t>
            </a:r>
            <a:r>
              <a:rPr lang="en-US" sz="1200" b="1" dirty="0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'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)</a:t>
            </a:r>
            <a:endParaRPr lang="en-US" sz="1200" b="1" dirty="0">
              <a:solidFill>
                <a:schemeClr val="bg1"/>
              </a:solidFill>
              <a:latin typeface="Bookman Old Style"/>
            </a:endParaRPr>
          </a:p>
          <a:p>
            <a:r>
              <a:rPr lang="en-US" sz="1200" b="1" dirty="0">
                <a:latin typeface="Bookman Old Style"/>
                <a:ea typeface="+mn-lt"/>
                <a:cs typeface="+mn-lt"/>
              </a:rPr>
              <a:t>    </a:t>
            </a:r>
            <a:r>
              <a:rPr lang="en-US" sz="1200" b="1">
                <a:solidFill>
                  <a:schemeClr val="accent3"/>
                </a:solidFill>
                <a:latin typeface="Bookman Old Style"/>
                <a:ea typeface="+mn-lt"/>
                <a:cs typeface="+mn-lt"/>
              </a:rPr>
              <a:t>except</a:t>
            </a:r>
            <a:r>
              <a:rPr lang="en-US" sz="1200" b="1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:</a:t>
            </a:r>
            <a:endParaRPr lang="en-US" sz="1200" b="1" dirty="0">
              <a:solidFill>
                <a:schemeClr val="bg1"/>
              </a:solidFill>
              <a:latin typeface="Bookman Old Style"/>
            </a:endParaRPr>
          </a:p>
          <a:p>
            <a:r>
              <a:rPr lang="en-US" sz="1200" b="1" dirty="0">
                <a:latin typeface="Bookman Old Style"/>
                <a:ea typeface="+mn-lt"/>
                <a:cs typeface="+mn-lt"/>
              </a:rPr>
              <a:t>        </a:t>
            </a:r>
            <a:r>
              <a:rPr lang="en-US" sz="1200" b="1" dirty="0">
                <a:solidFill>
                  <a:schemeClr val="accent6">
                    <a:lumMod val="49000"/>
                  </a:schemeClr>
                </a:solidFill>
                <a:latin typeface="Bookman Old Style"/>
                <a:ea typeface="+mn-lt"/>
                <a:cs typeface="+mn-lt"/>
              </a:rPr>
              <a:t>print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(</a:t>
            </a:r>
            <a:r>
              <a:rPr lang="en-US" sz="1200" b="1" dirty="0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'Nem </a:t>
            </a:r>
            <a:r>
              <a:rPr lang="en-US" sz="1200" b="1" dirty="0" err="1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sikerült</a:t>
            </a:r>
            <a:r>
              <a:rPr lang="en-US" sz="1200" b="1" dirty="0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kapcsolódni</a:t>
            </a:r>
            <a:r>
              <a:rPr lang="en-US" sz="1200" b="1" dirty="0">
                <a:solidFill>
                  <a:srgbClr val="92D050"/>
                </a:solidFill>
                <a:latin typeface="Bookman Old Style"/>
                <a:ea typeface="+mn-lt"/>
                <a:cs typeface="+mn-lt"/>
              </a:rPr>
              <a:t>'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)</a:t>
            </a:r>
            <a:endParaRPr lang="en-US" sz="1200" b="1" dirty="0">
              <a:solidFill>
                <a:schemeClr val="bg1"/>
              </a:solidFill>
              <a:latin typeface="Bookman Old Style"/>
            </a:endParaRPr>
          </a:p>
          <a:p>
            <a:endParaRPr lang="en-US" sz="1200" b="1" dirty="0">
              <a:latin typeface="Bookman Old Style"/>
            </a:endParaRPr>
          </a:p>
          <a:p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device =</a:t>
            </a:r>
            <a:r>
              <a:rPr lang="en-US" sz="1200" b="1" dirty="0">
                <a:latin typeface="Bookman Old Style"/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00008E"/>
                </a:solidFill>
                <a:latin typeface="Bookman Old Style"/>
                <a:ea typeface="+mn-lt"/>
                <a:cs typeface="+mn-lt"/>
              </a:rPr>
              <a:t>eszkozfelvetel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()</a:t>
            </a:r>
            <a:endParaRPr lang="en-US" sz="1200" b="1" dirty="0">
              <a:solidFill>
                <a:schemeClr val="bg1"/>
              </a:solidFill>
              <a:latin typeface="Bookman Old Style"/>
            </a:endParaRPr>
          </a:p>
          <a:p>
            <a:r>
              <a:rPr lang="en-US" sz="1200" b="1" dirty="0" err="1">
                <a:solidFill>
                  <a:srgbClr val="00008E"/>
                </a:solidFill>
                <a:latin typeface="Bookman Old Style"/>
                <a:ea typeface="+mn-lt"/>
                <a:cs typeface="+mn-lt"/>
              </a:rPr>
              <a:t>futtatas</a:t>
            </a:r>
            <a:r>
              <a:rPr lang="en-US" sz="1200" b="1" dirty="0">
                <a:solidFill>
                  <a:schemeClr val="bg1"/>
                </a:solidFill>
                <a:latin typeface="Bookman Old Style"/>
                <a:ea typeface="+mn-lt"/>
                <a:cs typeface="+mn-lt"/>
              </a:rPr>
              <a:t>(device)</a:t>
            </a:r>
            <a:endParaRPr lang="en-US" sz="1200" b="1" dirty="0">
              <a:solidFill>
                <a:schemeClr val="bg1"/>
              </a:solidFill>
              <a:latin typeface="Bookman Old Style"/>
            </a:endParaRPr>
          </a:p>
          <a:p>
            <a:pPr algn="l"/>
            <a:endParaRPr lang="en-US" sz="1200" b="1" dirty="0">
              <a:latin typeface="Bookman Old Style"/>
            </a:endParaRPr>
          </a:p>
        </p:txBody>
      </p:sp>
    </p:spTree>
  </p:cSld>
  <p:clrMapOvr>
    <a:masterClrMapping/>
  </p:clrMapOvr>
  <p:transition spd="med">
    <p:pull dir="u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DBFC5315-2BE3-D215-A501-E1FCDEA107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388" y="374750"/>
            <a:ext cx="4736112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600" u="sng" spc="-20">
                <a:solidFill>
                  <a:schemeClr val="tx1"/>
                </a:solidFill>
                <a:latin typeface="Bookman Old Style"/>
              </a:rPr>
              <a:t>Munkamegosztás</a:t>
            </a:r>
            <a:endParaRPr lang="en-US" sz="3600" u="sng" spc="-20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2" name="Élőláb helye 1">
            <a:extLst>
              <a:ext uri="{FF2B5EF4-FFF2-40B4-BE49-F238E27FC236}">
                <a16:creationId xmlns:a16="http://schemas.microsoft.com/office/drawing/2014/main" id="{E1D133D2-3CF7-7E00-C467-5562273F3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436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>
                <a:solidFill>
                  <a:schemeClr val="tx1"/>
                </a:solidFill>
                <a:latin typeface="Bookman Old Style"/>
              </a:rPr>
              <a:t>2025-2026</a:t>
            </a:r>
            <a:endParaRPr lang="hu-HU" sz="1600" spc="-2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15DA0EC8-D359-ED6D-8DD1-01CCD6813B12}"/>
              </a:ext>
            </a:extLst>
          </p:cNvPr>
          <p:cNvSpPr txBox="1"/>
          <p:nvPr/>
        </p:nvSpPr>
        <p:spPr>
          <a:xfrm>
            <a:off x="2260600" y="1554635"/>
            <a:ext cx="5562600" cy="1938992"/>
          </a:xfrm>
          <a:prstGeom prst="rect">
            <a:avLst/>
          </a:prstGeom>
          <a:ln w="9144"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marL="1270"/>
            <a:r>
              <a:rPr lang="hu-HU" spc="-10" dirty="0">
                <a:ea typeface="+mn-lt"/>
                <a:cs typeface="+mn-lt"/>
              </a:rPr>
              <a:t>Dominik villámgyorsan kiszúrta a hibákat, Máté kreatívan hozta a megoldásokat, Milán pedig gondoskodott róla, hogy minden tökéletesen </a:t>
            </a:r>
            <a:r>
              <a:rPr lang="hu-HU" spc="-10" dirty="0" err="1">
                <a:ea typeface="+mn-lt"/>
                <a:cs typeface="+mn-lt"/>
              </a:rPr>
              <a:t>működjön</a:t>
            </a:r>
            <a:r>
              <a:rPr lang="hu-HU" spc="-10" dirty="0">
                <a:ea typeface="+mn-lt"/>
                <a:cs typeface="+mn-lt"/>
              </a:rPr>
              <a:t>. Így hárman együtt igazi nyerő csapatot alkottunk jókedvvel, lendülettel és sok nevetéssel!</a:t>
            </a:r>
            <a:br>
              <a:rPr lang="hu-HU" spc="-10" dirty="0">
                <a:ea typeface="+mn-lt"/>
                <a:cs typeface="+mn-lt"/>
              </a:rPr>
            </a:br>
            <a:r>
              <a:rPr lang="hu-HU" spc="-10" dirty="0"/>
              <a:t>A legfontosabb dolgok azok a kommunikáció, bizalom, illetve a szenvedély.</a:t>
            </a:r>
            <a:endParaRPr lang="en-US" dirty="0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4F2319CC-29FF-45A9-E0A6-501F44C75E8A}"/>
              </a:ext>
            </a:extLst>
          </p:cNvPr>
          <p:cNvSpPr txBox="1"/>
          <p:nvPr/>
        </p:nvSpPr>
        <p:spPr>
          <a:xfrm>
            <a:off x="774700" y="3829050"/>
            <a:ext cx="3200400" cy="1107996"/>
          </a:xfrm>
          <a:prstGeom prst="rect">
            <a:avLst/>
          </a:prstGeom>
          <a:ln w="9144"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marL="1270"/>
            <a:r>
              <a:rPr lang="hu-HU" spc="-10">
                <a:latin typeface="Bookman Old Style"/>
                <a:cs typeface="Arial MT"/>
              </a:rPr>
              <a:t>Munkamegosztás eszközei:</a:t>
            </a:r>
          </a:p>
          <a:p>
            <a:pPr marL="287020" indent="-285750">
              <a:buFont typeface="Wingdings" panose="05000000000000000000" pitchFamily="2" charset="2"/>
              <a:buChar char="Ø"/>
            </a:pPr>
            <a:r>
              <a:rPr lang="hu-HU" spc="-10" err="1">
                <a:latin typeface="Bookman Old Style"/>
                <a:cs typeface="Arial MT"/>
              </a:rPr>
              <a:t>Teams</a:t>
            </a:r>
            <a:endParaRPr lang="hu-HU" spc="-10">
              <a:latin typeface="Bookman Old Style"/>
              <a:cs typeface="Arial MT"/>
            </a:endParaRPr>
          </a:p>
          <a:p>
            <a:pPr marL="287020" indent="-285750">
              <a:buFont typeface="Wingdings" panose="05000000000000000000" pitchFamily="2" charset="2"/>
              <a:buChar char="Ø"/>
            </a:pPr>
            <a:r>
              <a:rPr lang="hu-HU" spc="-10" err="1">
                <a:latin typeface="Bookman Old Style"/>
                <a:cs typeface="Arial MT"/>
              </a:rPr>
              <a:t>Trello</a:t>
            </a:r>
            <a:endParaRPr lang="hu-HU" spc="-10">
              <a:latin typeface="Bookman Old Style"/>
              <a:cs typeface="Arial MT"/>
            </a:endParaRPr>
          </a:p>
          <a:p>
            <a:pPr marL="287020" indent="-285750">
              <a:buFont typeface="Wingdings" panose="05000000000000000000" pitchFamily="2" charset="2"/>
              <a:buChar char="Ø"/>
            </a:pPr>
            <a:r>
              <a:rPr lang="hu-HU" spc="-10" err="1">
                <a:latin typeface="Bookman Old Style"/>
                <a:cs typeface="Arial MT"/>
              </a:rPr>
              <a:t>Git</a:t>
            </a:r>
            <a:r>
              <a:rPr lang="hu-HU" spc="-10">
                <a:latin typeface="Bookman Old Style"/>
                <a:cs typeface="Arial MT"/>
              </a:rPr>
              <a:t>, GitHub</a:t>
            </a:r>
          </a:p>
        </p:txBody>
      </p:sp>
    </p:spTree>
    <p:extLst>
      <p:ext uri="{BB962C8B-B14F-4D97-AF65-F5344CB8AC3E}">
        <p14:creationId xmlns:p14="http://schemas.microsoft.com/office/powerpoint/2010/main" val="4210208034"/>
      </p:ext>
    </p:extLst>
  </p:cSld>
  <p:clrMapOvr>
    <a:masterClrMapping/>
  </p:clrMapOvr>
  <p:transition spd="med">
    <p:pull dir="u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1E6EB-3F38-7786-BD03-F7F41ADA2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BB00514-19C0-7D61-23B4-5A5F80BBE1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7056" y="1390650"/>
            <a:ext cx="9072880" cy="1611339"/>
          </a:xfrm>
          <a:prstGeom prst="rect">
            <a:avLst/>
          </a:prstGeom>
          <a:solidFill>
            <a:srgbClr val="C62339"/>
          </a:solidFill>
        </p:spPr>
        <p:txBody>
          <a:bodyPr vert="horz" wrap="square" lIns="0" tIns="3765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965"/>
              </a:spcBef>
            </a:pPr>
            <a:endParaRPr sz="3600">
              <a:latin typeface="Bookman Old Style" panose="02050604050505020204" pitchFamily="18" charset="0"/>
            </a:endParaRPr>
          </a:p>
          <a:p>
            <a:pPr marL="72390" algn="ctr">
              <a:lnSpc>
                <a:spcPct val="100000"/>
              </a:lnSpc>
            </a:pPr>
            <a:r>
              <a:rPr lang="hu-HU" sz="4400" spc="-10">
                <a:solidFill>
                  <a:srgbClr val="FFFFFF"/>
                </a:solidFill>
                <a:latin typeface="Bookman Old Style" panose="02050604050505020204" pitchFamily="18" charset="0"/>
              </a:rPr>
              <a:t>English </a:t>
            </a:r>
            <a:r>
              <a:rPr lang="hu-HU" sz="4400" spc="-10" err="1">
                <a:solidFill>
                  <a:srgbClr val="FFFFFF"/>
                </a:solidFill>
                <a:latin typeface="Bookman Old Style" panose="02050604050505020204" pitchFamily="18" charset="0"/>
              </a:rPr>
              <a:t>Presentation</a:t>
            </a:r>
            <a:endParaRPr sz="4400" spc="-10">
              <a:solidFill>
                <a:srgbClr val="FFFFFF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Élőláb helye 1">
            <a:extLst>
              <a:ext uri="{FF2B5EF4-FFF2-40B4-BE49-F238E27FC236}">
                <a16:creationId xmlns:a16="http://schemas.microsoft.com/office/drawing/2014/main" id="{9897665C-B16A-1C1B-A824-2468B593C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436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>
                <a:solidFill>
                  <a:schemeClr val="tx1"/>
                </a:solidFill>
                <a:latin typeface="Bookman Old Style"/>
              </a:rPr>
              <a:t>2025-2026</a:t>
            </a:r>
            <a:endParaRPr lang="hu-HU" sz="1600" spc="-2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123194"/>
      </p:ext>
    </p:extLst>
  </p:cSld>
  <p:clrMapOvr>
    <a:masterClrMapping/>
  </p:clrMapOvr>
  <p:transition spd="med">
    <p:pull dir="u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653CC0C6-0817-FE40-9352-2C39256BB1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388" y="374750"/>
            <a:ext cx="6717312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hu-HU" sz="3600" u="sng" spc="-20" err="1">
                <a:solidFill>
                  <a:schemeClr val="tx1"/>
                </a:solidFill>
                <a:latin typeface="Bookman Old Style"/>
              </a:rPr>
              <a:t>Comprehensive</a:t>
            </a:r>
            <a:r>
              <a:rPr lang="hu-HU" sz="3600" u="sng" spc="-20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lang="hu-HU" sz="3600" u="sng" spc="-20" err="1">
                <a:solidFill>
                  <a:schemeClr val="tx1"/>
                </a:solidFill>
                <a:latin typeface="Bookman Old Style"/>
              </a:rPr>
              <a:t>Presentation</a:t>
            </a:r>
            <a:endParaRPr lang="en-US" sz="3600" u="sng" spc="-20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2" name="Élőláb helye 1">
            <a:extLst>
              <a:ext uri="{FF2B5EF4-FFF2-40B4-BE49-F238E27FC236}">
                <a16:creationId xmlns:a16="http://schemas.microsoft.com/office/drawing/2014/main" id="{42C4B16E-9344-BEE1-979F-7687AEA44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371264" y="404436"/>
            <a:ext cx="1060968" cy="252096"/>
          </a:xfrm>
        </p:spPr>
        <p:txBody>
          <a:bodyPr/>
          <a:lstStyle/>
          <a:p>
            <a:pPr marL="297180" marR="5080" indent="-285115">
              <a:lnSpc>
                <a:spcPct val="100000"/>
              </a:lnSpc>
              <a:spcBef>
                <a:spcPts val="25"/>
              </a:spcBef>
            </a:pPr>
            <a:r>
              <a:rPr lang="hu-HU" sz="1200" spc="-20">
                <a:solidFill>
                  <a:schemeClr val="tx1"/>
                </a:solidFill>
                <a:latin typeface="Bookman Old Style"/>
              </a:rPr>
              <a:t>2025-2026</a:t>
            </a:r>
            <a:endParaRPr lang="hu-HU" sz="1600" spc="-2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1983DEB2-CEE4-5B1E-98E4-59184A642F64}"/>
              </a:ext>
            </a:extLst>
          </p:cNvPr>
          <p:cNvSpPr txBox="1"/>
          <p:nvPr/>
        </p:nvSpPr>
        <p:spPr>
          <a:xfrm>
            <a:off x="1126566" y="1653510"/>
            <a:ext cx="3915334" cy="3447098"/>
          </a:xfrm>
          <a:prstGeom prst="rect">
            <a:avLst/>
          </a:prstGeom>
          <a:ln w="9144"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marL="1270"/>
            <a:r>
              <a:rPr lang="hu-HU" sz="1600" spc="-10" err="1">
                <a:latin typeface="Bookman Old Style"/>
                <a:cs typeface="Arial MT"/>
              </a:rPr>
              <a:t>LANs</a:t>
            </a:r>
            <a:endParaRPr lang="hu-HU" sz="1600" spc="-10">
              <a:latin typeface="Bookman Old Style"/>
              <a:cs typeface="Arial MT"/>
            </a:endParaRPr>
          </a:p>
          <a:p>
            <a:pPr marL="287020" indent="-285750">
              <a:buFont typeface="Wingdings" panose="05000000000000000000" pitchFamily="2" charset="2"/>
              <a:buChar char="Ø"/>
            </a:pPr>
            <a:r>
              <a:rPr lang="hu-HU" sz="1600" spc="-10">
                <a:latin typeface="Bookman Old Style"/>
                <a:cs typeface="Arial MT"/>
              </a:rPr>
              <a:t>Office</a:t>
            </a:r>
          </a:p>
          <a:p>
            <a:pPr marL="744220" lvl="1" indent="-285750">
              <a:buFont typeface="Wingdings" panose="05000000000000000000" pitchFamily="2" charset="2"/>
              <a:buChar char="Ø"/>
            </a:pPr>
            <a:r>
              <a:rPr lang="hu-HU" sz="1600" spc="-10" err="1">
                <a:latin typeface="Bookman Old Style"/>
                <a:cs typeface="Arial MT"/>
              </a:rPr>
              <a:t>VLANs</a:t>
            </a:r>
            <a:endParaRPr lang="hu-HU" sz="1600" spc="-10">
              <a:latin typeface="Bookman Old Style"/>
              <a:cs typeface="Arial MT"/>
            </a:endParaRPr>
          </a:p>
          <a:p>
            <a:pPr marL="744220" lvl="1" indent="-285750">
              <a:buFont typeface="Wingdings" panose="05000000000000000000" pitchFamily="2" charset="2"/>
              <a:buChar char="Ø"/>
            </a:pPr>
            <a:r>
              <a:rPr lang="hu-HU" sz="1600" spc="-10" err="1">
                <a:latin typeface="Bookman Old Style"/>
                <a:cs typeface="Arial MT"/>
              </a:rPr>
              <a:t>EtherChannel</a:t>
            </a:r>
            <a:endParaRPr lang="hu-HU" sz="1600" spc="-10">
              <a:latin typeface="Bookman Old Style"/>
              <a:cs typeface="Arial MT"/>
            </a:endParaRPr>
          </a:p>
          <a:p>
            <a:pPr marL="744220" lvl="1" indent="-285750">
              <a:buFont typeface="Wingdings" panose="05000000000000000000" pitchFamily="2" charset="2"/>
              <a:buChar char="Ø"/>
            </a:pPr>
            <a:r>
              <a:rPr lang="hu-HU" sz="1600" spc="-10" dirty="0" err="1">
                <a:latin typeface="Bookman Old Style"/>
                <a:cs typeface="Arial MT"/>
              </a:rPr>
              <a:t>Spanning</a:t>
            </a:r>
            <a:r>
              <a:rPr lang="hu-HU" sz="1600" spc="-10" dirty="0">
                <a:latin typeface="Bookman Old Style"/>
                <a:cs typeface="Arial MT"/>
              </a:rPr>
              <a:t> </a:t>
            </a:r>
            <a:r>
              <a:rPr lang="hu-HU" sz="1600" spc="-10" dirty="0" err="1">
                <a:latin typeface="Bookman Old Style"/>
                <a:cs typeface="Arial MT"/>
              </a:rPr>
              <a:t>Tree</a:t>
            </a:r>
            <a:r>
              <a:rPr lang="hu-HU" sz="1600" spc="-10" dirty="0">
                <a:latin typeface="Bookman Old Style"/>
                <a:cs typeface="Arial MT"/>
              </a:rPr>
              <a:t> </a:t>
            </a:r>
            <a:r>
              <a:rPr lang="hu-HU" sz="1600" spc="-10" dirty="0" err="1">
                <a:latin typeface="Bookman Old Style"/>
                <a:cs typeface="Arial MT"/>
              </a:rPr>
              <a:t>Protocol</a:t>
            </a:r>
            <a:endParaRPr lang="hu-HU" sz="1600" spc="-10" dirty="0">
              <a:latin typeface="Bookman Old Style"/>
              <a:cs typeface="Arial MT"/>
            </a:endParaRPr>
          </a:p>
          <a:p>
            <a:pPr marL="287020" indent="-285750">
              <a:buFont typeface="Wingdings" panose="05000000000000000000" pitchFamily="2" charset="2"/>
              <a:buChar char="Ø"/>
            </a:pPr>
            <a:r>
              <a:rPr lang="hu-HU" sz="1600" spc="-10" err="1">
                <a:latin typeface="Bookman Old Style"/>
                <a:cs typeface="Arial MT"/>
              </a:rPr>
              <a:t>Warehouse</a:t>
            </a:r>
            <a:endParaRPr lang="hu-HU" sz="1600" spc="-10">
              <a:latin typeface="Bookman Old Style"/>
              <a:cs typeface="Arial MT"/>
            </a:endParaRPr>
          </a:p>
          <a:p>
            <a:pPr marL="744220" lvl="1" indent="-285750">
              <a:buFont typeface="Wingdings" panose="05000000000000000000" pitchFamily="2" charset="2"/>
              <a:buChar char="Ø"/>
            </a:pPr>
            <a:r>
              <a:rPr lang="hu-HU" sz="1600" spc="-10">
                <a:latin typeface="Bookman Old Style"/>
                <a:cs typeface="Arial MT"/>
              </a:rPr>
              <a:t>HSRPv2, HSRPv3</a:t>
            </a:r>
          </a:p>
          <a:p>
            <a:pPr marL="744220" lvl="1" indent="-285750">
              <a:buFont typeface="Wingdings" panose="05000000000000000000" pitchFamily="2" charset="2"/>
              <a:buChar char="Ø"/>
            </a:pPr>
            <a:r>
              <a:rPr lang="hu-HU" sz="1600" spc="-10" dirty="0" err="1">
                <a:latin typeface="Bookman Old Style"/>
                <a:cs typeface="Arial MT"/>
              </a:rPr>
              <a:t>Tunnel</a:t>
            </a:r>
            <a:r>
              <a:rPr lang="hu-HU" sz="1600" spc="-10" dirty="0">
                <a:latin typeface="Bookman Old Style"/>
                <a:cs typeface="Arial MT"/>
              </a:rPr>
              <a:t> </a:t>
            </a:r>
            <a:r>
              <a:rPr lang="hu-HU" sz="1600" spc="-10" dirty="0" err="1">
                <a:latin typeface="Bookman Old Style"/>
                <a:cs typeface="Arial MT"/>
              </a:rPr>
              <a:t>connection</a:t>
            </a:r>
            <a:r>
              <a:rPr lang="hu-HU" sz="1600" spc="-10" dirty="0">
                <a:latin typeface="Bookman Old Style"/>
                <a:cs typeface="Arial MT"/>
              </a:rPr>
              <a:t> </a:t>
            </a:r>
            <a:r>
              <a:rPr lang="hu-HU" sz="1600" spc="-10" dirty="0" err="1">
                <a:latin typeface="Bookman Old Style"/>
                <a:cs typeface="Arial MT"/>
              </a:rPr>
              <a:t>with</a:t>
            </a:r>
            <a:r>
              <a:rPr lang="hu-HU" sz="1600" spc="-10" dirty="0">
                <a:latin typeface="Bookman Old Style"/>
                <a:cs typeface="Arial MT"/>
              </a:rPr>
              <a:t> Office</a:t>
            </a:r>
          </a:p>
          <a:p>
            <a:pPr marL="287020" indent="-285750">
              <a:buFont typeface="Wingdings" panose="05000000000000000000" pitchFamily="2" charset="2"/>
              <a:buChar char="Ø"/>
            </a:pPr>
            <a:r>
              <a:rPr lang="hu-HU" sz="1600" spc="-10">
                <a:latin typeface="Bookman Old Style"/>
                <a:cs typeface="Arial MT"/>
              </a:rPr>
              <a:t>Server farm</a:t>
            </a:r>
          </a:p>
          <a:p>
            <a:pPr marL="744220" lvl="1" indent="-285750">
              <a:buFont typeface="Wingdings" panose="05000000000000000000" pitchFamily="2" charset="2"/>
              <a:buChar char="Ø"/>
            </a:pPr>
            <a:r>
              <a:rPr lang="hu-HU" sz="1600" spc="-10">
                <a:latin typeface="Bookman Old Style"/>
                <a:cs typeface="Arial MT"/>
              </a:rPr>
              <a:t>Servers</a:t>
            </a:r>
          </a:p>
          <a:p>
            <a:pPr marL="744220" lvl="1" indent="-285750">
              <a:buFont typeface="Wingdings" panose="05000000000000000000" pitchFamily="2" charset="2"/>
              <a:buChar char="Ø"/>
            </a:pPr>
            <a:r>
              <a:rPr lang="hu-HU" sz="1600" spc="-10" dirty="0">
                <a:latin typeface="Bookman Old Style"/>
                <a:cs typeface="Arial MT"/>
              </a:rPr>
              <a:t>ASA </a:t>
            </a:r>
            <a:r>
              <a:rPr lang="hu-HU" sz="1600" spc="-10" dirty="0" err="1">
                <a:latin typeface="Bookman Old Style"/>
                <a:cs typeface="Arial MT"/>
              </a:rPr>
              <a:t>firewall</a:t>
            </a:r>
            <a:endParaRPr lang="hu-HU" sz="1600" spc="-10" dirty="0">
              <a:latin typeface="Bookman Old Style"/>
              <a:cs typeface="Arial MT"/>
            </a:endParaRPr>
          </a:p>
          <a:p>
            <a:pPr marL="287020" indent="-285750">
              <a:buFont typeface="Wingdings" panose="05000000000000000000" pitchFamily="2" charset="2"/>
              <a:buChar char="Ø"/>
            </a:pPr>
            <a:r>
              <a:rPr lang="hu-HU" sz="1600" spc="-10" dirty="0" err="1">
                <a:latin typeface="Bookman Old Style"/>
                <a:cs typeface="Arial MT"/>
              </a:rPr>
              <a:t>Remote</a:t>
            </a:r>
            <a:r>
              <a:rPr lang="hu-HU" sz="1600" spc="-10" dirty="0">
                <a:latin typeface="Bookman Old Style"/>
                <a:cs typeface="Arial MT"/>
              </a:rPr>
              <a:t> </a:t>
            </a:r>
            <a:r>
              <a:rPr lang="hu-HU" sz="1600" spc="-10" dirty="0" err="1">
                <a:latin typeface="Bookman Old Style"/>
                <a:cs typeface="Arial MT"/>
              </a:rPr>
              <a:t>worker</a:t>
            </a:r>
            <a:endParaRPr lang="hu-HU" sz="1600" spc="-10" dirty="0">
              <a:latin typeface="Bookman Old Style"/>
              <a:cs typeface="Arial MT"/>
            </a:endParaRPr>
          </a:p>
          <a:p>
            <a:pPr marL="744220" lvl="1" indent="-285750">
              <a:buFont typeface="Wingdings" panose="05000000000000000000" pitchFamily="2" charset="2"/>
              <a:buChar char="Ø"/>
            </a:pPr>
            <a:r>
              <a:rPr lang="hu-HU" sz="1600" spc="-10" dirty="0" err="1">
                <a:latin typeface="Bookman Old Style"/>
                <a:cs typeface="Arial MT"/>
              </a:rPr>
              <a:t>Wireless</a:t>
            </a:r>
            <a:r>
              <a:rPr lang="hu-HU" sz="1600" spc="-10" dirty="0">
                <a:latin typeface="Bookman Old Style"/>
                <a:cs typeface="Arial MT"/>
              </a:rPr>
              <a:t> </a:t>
            </a:r>
            <a:r>
              <a:rPr lang="hu-HU" sz="1600" spc="-10" dirty="0" err="1">
                <a:latin typeface="Bookman Old Style"/>
                <a:cs typeface="Arial MT"/>
              </a:rPr>
              <a:t>connection</a:t>
            </a:r>
            <a:endParaRPr lang="hu-HU" sz="1600" spc="-10" dirty="0">
              <a:latin typeface="Bookman Old Style"/>
              <a:cs typeface="Arial MT"/>
            </a:endParaRPr>
          </a:p>
          <a:p>
            <a:pPr marL="287020" indent="-285750">
              <a:buFont typeface="Wingdings" panose="05000000000000000000" pitchFamily="2" charset="2"/>
              <a:buChar char="Ø"/>
            </a:pPr>
            <a:endParaRPr lang="hu-HU" sz="1600" spc="-10">
              <a:latin typeface="Bookman Old Style" panose="02050604050505020204" pitchFamily="18" charset="0"/>
              <a:cs typeface="Arial MT"/>
            </a:endParaRP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9FCAA899-92E7-99CE-3B3B-EF9943571921}"/>
              </a:ext>
            </a:extLst>
          </p:cNvPr>
          <p:cNvSpPr txBox="1"/>
          <p:nvPr/>
        </p:nvSpPr>
        <p:spPr>
          <a:xfrm>
            <a:off x="6216276" y="2381250"/>
            <a:ext cx="2102224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270"/>
            <a:r>
              <a:rPr lang="hu-HU" sz="1600" spc="-10">
                <a:latin typeface="Bookman Old Style"/>
                <a:cs typeface="Arial MT"/>
              </a:rPr>
              <a:t>WAN</a:t>
            </a:r>
          </a:p>
          <a:p>
            <a:pPr marL="287020" indent="-285750">
              <a:buFont typeface="Wingdings" panose="05000000000000000000" pitchFamily="2" charset="2"/>
              <a:buChar char="Ø"/>
            </a:pPr>
            <a:r>
              <a:rPr lang="hu-HU" sz="1600" spc="-10">
                <a:latin typeface="Bookman Old Style"/>
                <a:cs typeface="Arial MT"/>
              </a:rPr>
              <a:t>Service </a:t>
            </a:r>
            <a:r>
              <a:rPr lang="hu-HU" sz="1600" spc="-10" err="1">
                <a:latin typeface="Bookman Old Style"/>
                <a:cs typeface="Arial MT"/>
              </a:rPr>
              <a:t>Provider</a:t>
            </a:r>
            <a:endParaRPr lang="hu-HU" sz="1600" spc="-10">
              <a:latin typeface="Bookman Old Style"/>
              <a:cs typeface="Arial MT"/>
            </a:endParaRPr>
          </a:p>
          <a:p>
            <a:pPr marL="744220" lvl="1" indent="-285750">
              <a:buFont typeface="Wingdings" panose="05000000000000000000" pitchFamily="2" charset="2"/>
              <a:buChar char="Ø"/>
            </a:pPr>
            <a:r>
              <a:rPr lang="hu-HU" sz="1600" spc="-10">
                <a:latin typeface="Bookman Old Style"/>
                <a:cs typeface="Arial MT"/>
              </a:rPr>
              <a:t>OSPF</a:t>
            </a:r>
          </a:p>
          <a:p>
            <a:pPr marL="744220" lvl="1" indent="-285750">
              <a:buFont typeface="Wingdings" panose="05000000000000000000" pitchFamily="2" charset="2"/>
              <a:buChar char="Ø"/>
            </a:pPr>
            <a:r>
              <a:rPr lang="hu-HU" sz="1600" spc="-10">
                <a:latin typeface="Bookman Old Style"/>
                <a:cs typeface="Arial MT"/>
              </a:rPr>
              <a:t>PPP</a:t>
            </a:r>
          </a:p>
        </p:txBody>
      </p:sp>
    </p:spTree>
    <p:extLst>
      <p:ext uri="{BB962C8B-B14F-4D97-AF65-F5344CB8AC3E}">
        <p14:creationId xmlns:p14="http://schemas.microsoft.com/office/powerpoint/2010/main" val="556402721"/>
      </p:ext>
    </p:extLst>
  </p:cSld>
  <p:clrMapOvr>
    <a:masterClrMapping/>
  </p:clrMapOvr>
  <p:transition spd="med">
    <p:pull dir="u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0256" y="1979467"/>
            <a:ext cx="76962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i="1" u="sng" dirty="0" err="1">
                <a:solidFill>
                  <a:schemeClr val="tx1"/>
                </a:solidFill>
                <a:latin typeface="Bookman Old Style"/>
              </a:rPr>
              <a:t>Köszön</a:t>
            </a:r>
            <a:r>
              <a:rPr lang="hu-HU" sz="5400" i="1" u="sng" dirty="0" err="1">
                <a:solidFill>
                  <a:schemeClr val="tx1"/>
                </a:solidFill>
                <a:latin typeface="Bookman Old Style"/>
              </a:rPr>
              <a:t>jük</a:t>
            </a:r>
            <a:r>
              <a:rPr sz="5400" i="1" u="sng" spc="-60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sz="5400" i="1" u="sng" dirty="0">
                <a:solidFill>
                  <a:schemeClr val="tx1"/>
                </a:solidFill>
                <a:latin typeface="Bookman Old Style"/>
              </a:rPr>
              <a:t>a</a:t>
            </a:r>
            <a:r>
              <a:rPr sz="5400" i="1" u="sng" spc="-40" dirty="0">
                <a:solidFill>
                  <a:schemeClr val="tx1"/>
                </a:solidFill>
                <a:latin typeface="Bookman Old Style"/>
              </a:rPr>
              <a:t> </a:t>
            </a:r>
            <a:r>
              <a:rPr sz="5400" i="1" u="sng" spc="-10" dirty="0" err="1">
                <a:solidFill>
                  <a:schemeClr val="tx1"/>
                </a:solidFill>
                <a:latin typeface="Bookman Old Style"/>
              </a:rPr>
              <a:t>figyelmet</a:t>
            </a:r>
            <a:r>
              <a:rPr sz="5400" i="1" u="sng" spc="-10" dirty="0">
                <a:solidFill>
                  <a:schemeClr val="tx1"/>
                </a:solidFill>
                <a:latin typeface="Bookman Old Style"/>
              </a:rPr>
              <a:t>!</a:t>
            </a:r>
            <a:endParaRPr lang="en-US" sz="5400" i="1" u="sng" dirty="0">
              <a:solidFill>
                <a:schemeClr val="tx1"/>
              </a:solidFill>
              <a:latin typeface="Bookman Old Style"/>
            </a:endParaRPr>
          </a:p>
        </p:txBody>
      </p:sp>
      <p:sp>
        <p:nvSpPr>
          <p:cNvPr id="3" name="Élőláb helye 1">
            <a:extLst>
              <a:ext uri="{FF2B5EF4-FFF2-40B4-BE49-F238E27FC236}">
                <a16:creationId xmlns:a16="http://schemas.microsoft.com/office/drawing/2014/main" id="{9AD85422-FD8A-4B02-8910-6DDAC45C04D9}"/>
              </a:ext>
            </a:extLst>
          </p:cNvPr>
          <p:cNvSpPr txBox="1">
            <a:spLocks/>
          </p:cNvSpPr>
          <p:nvPr/>
        </p:nvSpPr>
        <p:spPr>
          <a:xfrm rot="5400000">
            <a:off x="8371264" y="404436"/>
            <a:ext cx="1060968" cy="25209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7180" marR="5080" indent="-285115">
              <a:spcBef>
                <a:spcPts val="25"/>
              </a:spcBef>
            </a:pPr>
            <a:r>
              <a:rPr lang="hu-HU" sz="1200" spc="-20">
                <a:latin typeface="Bookman Old Style"/>
              </a:rPr>
              <a:t>2025-2026</a:t>
            </a:r>
            <a:endParaRPr lang="hu-HU" sz="1600" spc="-2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ransition spd="med">
    <p:pull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8c65ba7-21ab-4928-9909-3e15be063334">
      <Terms xmlns="http://schemas.microsoft.com/office/infopath/2007/PartnerControls"/>
    </lcf76f155ced4ddcb4097134ff3c332f>
    <TaxCatchAll xmlns="7801e4a4-51b2-4913-9d1a-372ce1e3c31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3815619940225F48ADC4D9ED1F008E83" ma:contentTypeVersion="12" ma:contentTypeDescription="Új dokumentum létrehozása." ma:contentTypeScope="" ma:versionID="b8b889cb5320e59d6af7a6b5897dbbd7">
  <xsd:schema xmlns:xsd="http://www.w3.org/2001/XMLSchema" xmlns:xs="http://www.w3.org/2001/XMLSchema" xmlns:p="http://schemas.microsoft.com/office/2006/metadata/properties" xmlns:ns2="f8c65ba7-21ab-4928-9909-3e15be063334" xmlns:ns3="7801e4a4-51b2-4913-9d1a-372ce1e3c317" targetNamespace="http://schemas.microsoft.com/office/2006/metadata/properties" ma:root="true" ma:fieldsID="77d54c3f2f0efdbcee8abca553ec5ed6" ns2:_="" ns3:_="">
    <xsd:import namespace="f8c65ba7-21ab-4928-9909-3e15be063334"/>
    <xsd:import namespace="7801e4a4-51b2-4913-9d1a-372ce1e3c3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c65ba7-21ab-4928-9909-3e15be0633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Képcímkék" ma:readOnly="false" ma:fieldId="{5cf76f15-5ced-4ddc-b409-7134ff3c332f}" ma:taxonomyMulti="true" ma:sspId="7cea84af-ca51-4782-b807-38ccc885637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01e4a4-51b2-4913-9d1a-372ce1e3c31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418252c-5452-41fb-8be3-959867dabe87}" ma:internalName="TaxCatchAll" ma:showField="CatchAllData" ma:web="7801e4a4-51b2-4913-9d1a-372ce1e3c3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4414ED-5A91-46B7-8408-731B6D5F0B5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14908E0-4C87-49CE-9746-95B341D15E8B}">
  <ds:schemaRefs>
    <ds:schemaRef ds:uri="7801e4a4-51b2-4913-9d1a-372ce1e3c317"/>
    <ds:schemaRef ds:uri="f8c65ba7-21ab-4928-9909-3e15be063334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84FFD4F-5EC9-47FA-8ACA-244B3145F7A6}">
  <ds:schemaRefs>
    <ds:schemaRef ds:uri="7801e4a4-51b2-4913-9d1a-372ce1e3c317"/>
    <ds:schemaRef ds:uri="f8c65ba7-21ab-4928-9909-3e15be06333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3975</Words>
  <Application>Microsoft Office PowerPoint</Application>
  <PresentationFormat>Egyéni</PresentationFormat>
  <Paragraphs>912</Paragraphs>
  <Slides>67</Slides>
  <Notes>56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8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67</vt:i4>
      </vt:variant>
    </vt:vector>
  </HeadingPairs>
  <TitlesOfParts>
    <vt:vector size="76" baseType="lpstr">
      <vt:lpstr>Arial</vt:lpstr>
      <vt:lpstr>Arial MT</vt:lpstr>
      <vt:lpstr>Bookman Old Style</vt:lpstr>
      <vt:lpstr>Calibri</vt:lpstr>
      <vt:lpstr>Century Gothic</vt:lpstr>
      <vt:lpstr>Segoe UI</vt:lpstr>
      <vt:lpstr>Wingdings</vt:lpstr>
      <vt:lpstr>Wingdings 3</vt:lpstr>
      <vt:lpstr>Ion</vt:lpstr>
      <vt:lpstr> CrazyDrive Zrt.</vt:lpstr>
      <vt:lpstr>Bevezető</vt:lpstr>
      <vt:lpstr>A megvalósítás során használt eszközök</vt:lpstr>
      <vt:lpstr>A dokumentáció részei</vt:lpstr>
      <vt:lpstr>A projekt részeinek bemutatása</vt:lpstr>
      <vt:lpstr>IP cím kiosztások</vt:lpstr>
      <vt:lpstr>IP cím kiosztások</vt:lpstr>
      <vt:lpstr> Az Iroda</vt:lpstr>
      <vt:lpstr>Iroda</vt:lpstr>
      <vt:lpstr>VLAN-ok</vt:lpstr>
      <vt:lpstr>PowerPoint-bemutató</vt:lpstr>
      <vt:lpstr>Portkiosztások</vt:lpstr>
      <vt:lpstr>VLSM</vt:lpstr>
      <vt:lpstr>VLSM</vt:lpstr>
      <vt:lpstr>Emelet1_SW Etherchannel, RPVST+</vt:lpstr>
      <vt:lpstr>Emelet2_SW Etherchannel, RPVST+</vt:lpstr>
      <vt:lpstr>Emelet3_SW Etherchannel, RPVST+</vt:lpstr>
      <vt:lpstr>Emelet1/2/3_SW Portbiztonság</vt:lpstr>
      <vt:lpstr>SSH a távoli eléréshez</vt:lpstr>
      <vt:lpstr>Iroda_R GRE TUNNEL</vt:lpstr>
      <vt:lpstr> A Telephely</vt:lpstr>
      <vt:lpstr>HSRP IPv4 kapcsolat a Telephelyen</vt:lpstr>
      <vt:lpstr>HSRP IPv6 kapcsolat a Telephelyen</vt:lpstr>
      <vt:lpstr> A Szolgáltató</vt:lpstr>
      <vt:lpstr>PowerPoint-bemutató</vt:lpstr>
      <vt:lpstr>OSPF terület - IPv4</vt:lpstr>
      <vt:lpstr>Telep_R1 forgalomirányító</vt:lpstr>
      <vt:lpstr>Telep_R2 forgalomirányító</vt:lpstr>
      <vt:lpstr>Iroda_R forgalomirányító</vt:lpstr>
      <vt:lpstr>Szerverpark_R forgalomirányító</vt:lpstr>
      <vt:lpstr>ISP_R1 forgalomirányító</vt:lpstr>
      <vt:lpstr>ISP_R2 forgalomirányító</vt:lpstr>
      <vt:lpstr>OSPF terület – IPv6</vt:lpstr>
      <vt:lpstr>Telep_R1 forgalomirányító</vt:lpstr>
      <vt:lpstr>Telep_R2 forgalomirányító</vt:lpstr>
      <vt:lpstr>Iroda_R forgalomirányító</vt:lpstr>
      <vt:lpstr>Szerverpark_R forgalomirányító</vt:lpstr>
      <vt:lpstr>ISP_R1 forgalomirányító</vt:lpstr>
      <vt:lpstr>ISP_R2 forgalomirányító</vt:lpstr>
      <vt:lpstr> Az Otthoni Hálózat</vt:lpstr>
      <vt:lpstr>WRT300N – Home-Wifi IP beállítások</vt:lpstr>
      <vt:lpstr>WRT300N – Home-Wifi Wifi beállítások</vt:lpstr>
      <vt:lpstr> Szerverpark</vt:lpstr>
      <vt:lpstr>A Linux szerverek</vt:lpstr>
      <vt:lpstr>A virtuális gépek</vt:lpstr>
      <vt:lpstr>A hálózati beállítások</vt:lpstr>
      <vt:lpstr>SSH</vt:lpstr>
      <vt:lpstr>PowerPoint-bemutató</vt:lpstr>
      <vt:lpstr>DNS bejegyzések (BIND9)</vt:lpstr>
      <vt:lpstr>Apache2 HTML</vt:lpstr>
      <vt:lpstr>DHCP</vt:lpstr>
      <vt:lpstr>FTP</vt:lpstr>
      <vt:lpstr>A Windows Szerverek</vt:lpstr>
      <vt:lpstr>Active Directory</vt:lpstr>
      <vt:lpstr>Automatikus telepítés Csoportházirend</vt:lpstr>
      <vt:lpstr>Fájl és nyomtató megosztás</vt:lpstr>
      <vt:lpstr>DHCP</vt:lpstr>
      <vt:lpstr>Az ASA</vt:lpstr>
      <vt:lpstr>Alapbeállítások</vt:lpstr>
      <vt:lpstr> SSH, DHCP</vt:lpstr>
      <vt:lpstr>NAT, ICMP</vt:lpstr>
      <vt:lpstr> Hálózatprogramozás</vt:lpstr>
      <vt:lpstr>Konfiguráció mentés</vt:lpstr>
      <vt:lpstr>Munkamegosztás</vt:lpstr>
      <vt:lpstr> English Presentation</vt:lpstr>
      <vt:lpstr>Comprehensive Presentation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Intercoolest</dc:title>
  <dc:creator>szocsistvangergo@irinyi-ref.hu;bagyinistvan@irinyi-ref.hu</dc:creator>
  <cp:lastModifiedBy>Jobbágy Dominik</cp:lastModifiedBy>
  <cp:revision>674</cp:revision>
  <dcterms:created xsi:type="dcterms:W3CDTF">2024-12-18T13:20:45Z</dcterms:created>
  <dcterms:modified xsi:type="dcterms:W3CDTF">2026-03-31T08:07:40Z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2022-02-01T00:00:00Z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2024-12-18T00:00:00Z</vt:filetime>
  </property>
  <property fmtid="{D5CDD505-2E9C-101B-9397-08002B2CF9AE}" pid="5" name="Producer">
    <vt:lpwstr>Microsoft® PowerPoint® 2019</vt:lpwstr>
  </property>
  <property fmtid="{D5CDD505-2E9C-101B-9397-08002B2CF9AE}" pid="6" name="ContentTypeId">
    <vt:lpwstr>0x0101003815619940225F48ADC4D9ED1F008E83</vt:lpwstr>
  </property>
  <property fmtid="{D5CDD505-2E9C-101B-9397-08002B2CF9AE}" pid="7" name="MediaServiceImageTags">
    <vt:lpwstr/>
  </property>
</Properties>
</file>