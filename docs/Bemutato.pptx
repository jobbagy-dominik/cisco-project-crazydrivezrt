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4252" r:id="rId4"/>
  </p:sldMasterIdLst>
  <p:notesMasterIdLst>
    <p:notesMasterId r:id="rId76"/>
  </p:notesMasterIdLst>
  <p:sldIdLst>
    <p:sldId id="256" r:id="rId5"/>
    <p:sldId id="257" r:id="rId6"/>
    <p:sldId id="258" r:id="rId7"/>
    <p:sldId id="259" r:id="rId8"/>
    <p:sldId id="260" r:id="rId9"/>
    <p:sldId id="333" r:id="rId10"/>
    <p:sldId id="343" r:id="rId11"/>
    <p:sldId id="261" r:id="rId12"/>
    <p:sldId id="262" r:id="rId13"/>
    <p:sldId id="263" r:id="rId14"/>
    <p:sldId id="264" r:id="rId15"/>
    <p:sldId id="265" r:id="rId16"/>
    <p:sldId id="344" r:id="rId17"/>
    <p:sldId id="345" r:id="rId18"/>
    <p:sldId id="266" r:id="rId19"/>
    <p:sldId id="316" r:id="rId20"/>
    <p:sldId id="317" r:id="rId21"/>
    <p:sldId id="269" r:id="rId22"/>
    <p:sldId id="275" r:id="rId23"/>
    <p:sldId id="341" r:id="rId24"/>
    <p:sldId id="330" r:id="rId25"/>
    <p:sldId id="271" r:id="rId26"/>
    <p:sldId id="331" r:id="rId27"/>
    <p:sldId id="319" r:id="rId28"/>
    <p:sldId id="278" r:id="rId29"/>
    <p:sldId id="277" r:id="rId30"/>
    <p:sldId id="282" r:id="rId31"/>
    <p:sldId id="342" r:id="rId32"/>
    <p:sldId id="321" r:id="rId33"/>
    <p:sldId id="322" r:id="rId34"/>
    <p:sldId id="279" r:id="rId35"/>
    <p:sldId id="318" r:id="rId36"/>
    <p:sldId id="346" r:id="rId37"/>
    <p:sldId id="323" r:id="rId38"/>
    <p:sldId id="326" r:id="rId39"/>
    <p:sldId id="327" r:id="rId40"/>
    <p:sldId id="328" r:id="rId41"/>
    <p:sldId id="329" r:id="rId42"/>
    <p:sldId id="324" r:id="rId43"/>
    <p:sldId id="325" r:id="rId44"/>
    <p:sldId id="347" r:id="rId45"/>
    <p:sldId id="337" r:id="rId46"/>
    <p:sldId id="338" r:id="rId47"/>
    <p:sldId id="339" r:id="rId48"/>
    <p:sldId id="291" r:id="rId49"/>
    <p:sldId id="292" r:id="rId50"/>
    <p:sldId id="293" r:id="rId51"/>
    <p:sldId id="294" r:id="rId52"/>
    <p:sldId id="296" r:id="rId53"/>
    <p:sldId id="297" r:id="rId54"/>
    <p:sldId id="298" r:id="rId55"/>
    <p:sldId id="348" r:id="rId56"/>
    <p:sldId id="349" r:id="rId57"/>
    <p:sldId id="350" r:id="rId58"/>
    <p:sldId id="301" r:id="rId59"/>
    <p:sldId id="303" r:id="rId60"/>
    <p:sldId id="305" r:id="rId61"/>
    <p:sldId id="308" r:id="rId62"/>
    <p:sldId id="306" r:id="rId63"/>
    <p:sldId id="307" r:id="rId64"/>
    <p:sldId id="332" r:id="rId65"/>
    <p:sldId id="309" r:id="rId66"/>
    <p:sldId id="310" r:id="rId67"/>
    <p:sldId id="311" r:id="rId68"/>
    <p:sldId id="312" r:id="rId69"/>
    <p:sldId id="313" r:id="rId70"/>
    <p:sldId id="314" r:id="rId71"/>
    <p:sldId id="334" r:id="rId72"/>
    <p:sldId id="336" r:id="rId73"/>
    <p:sldId id="335" r:id="rId74"/>
    <p:sldId id="315" r:id="rId75"/>
  </p:sldIdLst>
  <p:sldSz cx="10083800" cy="5676900"/>
  <p:notesSz cx="10083800" cy="56769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34B1C1-4745-B33A-5145-0986A2297235}" name="Vendégfelhasználó" initials="Ve" userId="S::urn:spo:tenantanon#d290cc54-b29c-4d4f-acb3-a82030d14a4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8E"/>
    <a:srgbClr val="265832"/>
    <a:srgbClr val="092935"/>
    <a:srgbClr val="09345B"/>
    <a:srgbClr val="3494BA"/>
    <a:srgbClr val="3465A3"/>
    <a:srgbClr val="E8EFF3"/>
    <a:srgbClr val="CDDCE7"/>
    <a:srgbClr val="5483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Közepesen sötét stílus 2 – 1.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4289" autoAdjust="0"/>
  </p:normalViewPr>
  <p:slideViewPr>
    <p:cSldViewPr snapToGrid="0">
      <p:cViewPr varScale="1">
        <p:scale>
          <a:sx n="74" d="100"/>
          <a:sy n="74" d="100"/>
        </p:scale>
        <p:origin x="2448" y="72"/>
      </p:cViewPr>
      <p:guideLst>
        <p:guide orient="horz" pos="2880"/>
        <p:guide pos="216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bbágy Dominik" userId="S::jobbagydominik@irinyi-ref.hu::7a0505e5-a79a-451a-a631-c8935f5c50ce" providerId="AD" clId="Web-{46B49424-B6A2-222E-DB54-C0B7D70D10D3}"/>
    <pc:docChg chg="modSld">
      <pc:chgData name="Jobbágy Dominik" userId="S::jobbagydominik@irinyi-ref.hu::7a0505e5-a79a-451a-a631-c8935f5c50ce" providerId="AD" clId="Web-{46B49424-B6A2-222E-DB54-C0B7D70D10D3}" dt="2026-04-13T08:01:46.600" v="8"/>
      <pc:docMkLst>
        <pc:docMk/>
      </pc:docMkLst>
      <pc:sldChg chg="modNotes">
        <pc:chgData name="Jobbágy Dominik" userId="S::jobbagydominik@irinyi-ref.hu::7a0505e5-a79a-451a-a631-c8935f5c50ce" providerId="AD" clId="Web-{46B49424-B6A2-222E-DB54-C0B7D70D10D3}" dt="2026-04-13T08:01:46.600" v="8"/>
        <pc:sldMkLst>
          <pc:docMk/>
          <pc:sldMk cId="556402721" sldId="33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4370388" cy="284163"/>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5711825" y="0"/>
            <a:ext cx="4370388" cy="284163"/>
          </a:xfrm>
          <a:prstGeom prst="rect">
            <a:avLst/>
          </a:prstGeom>
        </p:spPr>
        <p:txBody>
          <a:bodyPr vert="horz" lIns="91440" tIns="45720" rIns="91440" bIns="45720" rtlCol="0"/>
          <a:lstStyle>
            <a:lvl1pPr algn="r">
              <a:defRPr sz="1200"/>
            </a:lvl1pPr>
          </a:lstStyle>
          <a:p>
            <a:fld id="{69D4905E-DC75-4565-A27B-F01A93BB64FC}" type="datetimeFigureOut">
              <a:rPr lang="hu-HU" smtClean="0"/>
              <a:t>2026.04.21.</a:t>
            </a:fld>
            <a:endParaRPr lang="hu-HU"/>
          </a:p>
        </p:txBody>
      </p:sp>
      <p:sp>
        <p:nvSpPr>
          <p:cNvPr id="4" name="Diakép helye 3"/>
          <p:cNvSpPr>
            <a:spLocks noGrp="1" noRot="1" noChangeAspect="1"/>
          </p:cNvSpPr>
          <p:nvPr>
            <p:ph type="sldImg" idx="2"/>
          </p:nvPr>
        </p:nvSpPr>
        <p:spPr>
          <a:xfrm>
            <a:off x="3340100" y="709613"/>
            <a:ext cx="3403600" cy="1916112"/>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1008063" y="2732088"/>
            <a:ext cx="8067675" cy="223520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5392738"/>
            <a:ext cx="4370388" cy="284162"/>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5711825" y="5392738"/>
            <a:ext cx="4370388" cy="284162"/>
          </a:xfrm>
          <a:prstGeom prst="rect">
            <a:avLst/>
          </a:prstGeom>
        </p:spPr>
        <p:txBody>
          <a:bodyPr vert="horz" lIns="91440" tIns="45720" rIns="91440" bIns="45720" rtlCol="0" anchor="b"/>
          <a:lstStyle>
            <a:lvl1pPr algn="r">
              <a:defRPr sz="1200"/>
            </a:lvl1pPr>
          </a:lstStyle>
          <a:p>
            <a:fld id="{AF8739B0-A542-459C-8702-457C1041B5E2}" type="slidenum">
              <a:rPr lang="hu-HU" smtClean="0"/>
              <a:t>‹#›</a:t>
            </a:fld>
            <a:endParaRPr lang="hu-HU"/>
          </a:p>
        </p:txBody>
      </p:sp>
    </p:spTree>
    <p:extLst>
      <p:ext uri="{BB962C8B-B14F-4D97-AF65-F5344CB8AC3E}">
        <p14:creationId xmlns:p14="http://schemas.microsoft.com/office/powerpoint/2010/main" val="4226923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BÉRES</a:t>
            </a:r>
            <a:br>
              <a:rPr lang="hu-HU" dirty="0">
                <a:cs typeface="+mn-lt"/>
              </a:rPr>
            </a:br>
            <a:br>
              <a:rPr lang="hu-HU" dirty="0">
                <a:cs typeface="+mn-lt"/>
              </a:rPr>
            </a:br>
            <a:r>
              <a:rPr lang="hu-HU" dirty="0">
                <a:effectLst/>
              </a:rPr>
              <a:t>Bemutatom a </a:t>
            </a:r>
            <a:r>
              <a:rPr lang="hu-HU" err="1">
                <a:effectLst/>
              </a:rPr>
              <a:t>CrazyDrive</a:t>
            </a:r>
            <a:r>
              <a:rPr lang="hu-HU" dirty="0">
                <a:effectLst/>
              </a:rPr>
              <a:t> Zrt. teljes hálózati infrastruktúrájának megvalósítását.</a:t>
            </a:r>
          </a:p>
          <a:p>
            <a:pPr>
              <a:defRPr/>
            </a:pPr>
            <a:r>
              <a:rPr lang="hu-HU">
                <a:effectLst/>
              </a:rPr>
              <a:t>A projektet </a:t>
            </a:r>
            <a:r>
              <a:rPr lang="hu-HU"/>
              <a:t>mi készítettünk</a:t>
            </a:r>
            <a:r>
              <a:rPr lang="hu-HU">
                <a:effectLst/>
              </a:rPr>
              <a:t>: Béres Máté, </a:t>
            </a:r>
            <a:r>
              <a:rPr lang="hu-HU" err="1">
                <a:effectLst/>
              </a:rPr>
              <a:t>Fridel</a:t>
            </a:r>
            <a:r>
              <a:rPr lang="hu-HU" dirty="0">
                <a:effectLst/>
              </a:rPr>
              <a:t> Milán és Jobbágy Dominik.”</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1</a:t>
            </a:fld>
            <a:endParaRPr lang="hu-HU"/>
          </a:p>
        </p:txBody>
      </p:sp>
    </p:spTree>
    <p:extLst>
      <p:ext uri="{BB962C8B-B14F-4D97-AF65-F5344CB8AC3E}">
        <p14:creationId xmlns:p14="http://schemas.microsoft.com/office/powerpoint/2010/main" val="624575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BÉRES</a:t>
            </a:r>
            <a:br>
              <a:rPr lang="hu-HU" dirty="0">
                <a:effectLst/>
              </a:rPr>
            </a:br>
            <a:r>
              <a:rPr lang="hu-HU" dirty="0">
                <a:effectLst/>
              </a:rPr>
              <a:t>Öt fő egységet alakítottunk ki: a 3 emeletes Irodát, a tűzfallal védett Szerverparkot, a HSRP-vel redundáns </a:t>
            </a:r>
            <a:r>
              <a:rPr lang="hu-HU" dirty="0" err="1">
                <a:effectLst/>
              </a:rPr>
              <a:t>Telephelyet</a:t>
            </a:r>
            <a:r>
              <a:rPr lang="hu-HU" dirty="0">
                <a:effectLst/>
              </a:rPr>
              <a:t>, az otthoni munkavállalók hálózatát, valamint a Szolgáltatót, aki az internetkapcsolatot biztosítja.”</a:t>
            </a:r>
          </a:p>
        </p:txBody>
      </p:sp>
      <p:sp>
        <p:nvSpPr>
          <p:cNvPr id="4" name="Dia számának helye 3"/>
          <p:cNvSpPr>
            <a:spLocks noGrp="1"/>
          </p:cNvSpPr>
          <p:nvPr>
            <p:ph type="sldNum" sz="quarter" idx="5"/>
          </p:nvPr>
        </p:nvSpPr>
        <p:spPr/>
        <p:txBody>
          <a:bodyPr/>
          <a:lstStyle/>
          <a:p>
            <a:fld id="{AF8739B0-A542-459C-8702-457C1041B5E2}" type="slidenum">
              <a:rPr lang="hu-HU" smtClean="0"/>
              <a:t>2</a:t>
            </a:fld>
            <a:endParaRPr lang="hu-HU"/>
          </a:p>
        </p:txBody>
      </p:sp>
    </p:spTree>
    <p:extLst>
      <p:ext uri="{BB962C8B-B14F-4D97-AF65-F5344CB8AC3E}">
        <p14:creationId xmlns:p14="http://schemas.microsoft.com/office/powerpoint/2010/main" val="1491859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BÉRES</a:t>
            </a:r>
            <a:br>
              <a:rPr lang="hu-HU" dirty="0">
                <a:cs typeface="+mn-lt"/>
              </a:rPr>
            </a:br>
            <a:r>
              <a:rPr lang="hu-HU" dirty="0"/>
              <a:t>Ezen a </a:t>
            </a:r>
            <a:r>
              <a:rPr lang="hu-HU"/>
              <a:t>dián</a:t>
            </a:r>
            <a:r>
              <a:rPr lang="hu-HU" dirty="0"/>
              <a:t> megtalálhatóak a munkánk során használt eszközök listája</a:t>
            </a:r>
          </a:p>
        </p:txBody>
      </p:sp>
      <p:sp>
        <p:nvSpPr>
          <p:cNvPr id="4" name="Dia számának helye 3"/>
          <p:cNvSpPr>
            <a:spLocks noGrp="1"/>
          </p:cNvSpPr>
          <p:nvPr>
            <p:ph type="sldNum" sz="quarter" idx="5"/>
          </p:nvPr>
        </p:nvSpPr>
        <p:spPr/>
        <p:txBody>
          <a:bodyPr/>
          <a:lstStyle/>
          <a:p>
            <a:fld id="{AF8739B0-A542-459C-8702-457C1041B5E2}" type="slidenum">
              <a:rPr lang="hu-HU" smtClean="0"/>
              <a:t>3</a:t>
            </a:fld>
            <a:endParaRPr lang="hu-HU"/>
          </a:p>
        </p:txBody>
      </p:sp>
    </p:spTree>
    <p:extLst>
      <p:ext uri="{BB962C8B-B14F-4D97-AF65-F5344CB8AC3E}">
        <p14:creationId xmlns:p14="http://schemas.microsoft.com/office/powerpoint/2010/main" val="100887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BÉRES</a:t>
            </a:r>
          </a:p>
        </p:txBody>
      </p:sp>
      <p:sp>
        <p:nvSpPr>
          <p:cNvPr id="4" name="Dia számának helye 3"/>
          <p:cNvSpPr>
            <a:spLocks noGrp="1"/>
          </p:cNvSpPr>
          <p:nvPr>
            <p:ph type="sldNum" sz="quarter" idx="5"/>
          </p:nvPr>
        </p:nvSpPr>
        <p:spPr/>
        <p:txBody>
          <a:bodyPr/>
          <a:lstStyle/>
          <a:p>
            <a:fld id="{AF8739B0-A542-459C-8702-457C1041B5E2}" type="slidenum">
              <a:rPr lang="hu-HU" smtClean="0"/>
              <a:t>4</a:t>
            </a:fld>
            <a:endParaRPr lang="hu-HU"/>
          </a:p>
        </p:txBody>
      </p:sp>
    </p:spTree>
    <p:extLst>
      <p:ext uri="{BB962C8B-B14F-4D97-AF65-F5344CB8AC3E}">
        <p14:creationId xmlns:p14="http://schemas.microsoft.com/office/powerpoint/2010/main" val="589319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JOBBÁGY</a:t>
            </a:r>
            <a:br>
              <a:rPr lang="hu-HU" dirty="0">
                <a:effectLst/>
              </a:rPr>
            </a:br>
            <a:r>
              <a:rPr lang="hu-HU" dirty="0">
                <a:effectLst/>
              </a:rPr>
              <a:t>Itt látható a teljes hálózat logikai topológiája.</a:t>
            </a:r>
          </a:p>
          <a:p>
            <a:r>
              <a:rPr lang="hu-HU" dirty="0">
                <a:effectLst/>
              </a:rPr>
              <a:t>Bal oldalon a Telephely, középen az Iroda három emelete, jobbra a Szerverpark és a tűzfal, fent a Szolgáltató és az Internet, lent pedig az Otthoni Hálózat látható.”</a:t>
            </a:r>
          </a:p>
        </p:txBody>
      </p:sp>
      <p:sp>
        <p:nvSpPr>
          <p:cNvPr id="4" name="Dia számának helye 3"/>
          <p:cNvSpPr>
            <a:spLocks noGrp="1"/>
          </p:cNvSpPr>
          <p:nvPr>
            <p:ph type="sldNum" sz="quarter" idx="5"/>
          </p:nvPr>
        </p:nvSpPr>
        <p:spPr/>
        <p:txBody>
          <a:bodyPr/>
          <a:lstStyle/>
          <a:p>
            <a:fld id="{AF8739B0-A542-459C-8702-457C1041B5E2}" type="slidenum">
              <a:rPr lang="hu-HU" smtClean="0"/>
              <a:t>5</a:t>
            </a:fld>
            <a:endParaRPr lang="hu-HU"/>
          </a:p>
        </p:txBody>
      </p:sp>
    </p:spTree>
    <p:extLst>
      <p:ext uri="{BB962C8B-B14F-4D97-AF65-F5344CB8AC3E}">
        <p14:creationId xmlns:p14="http://schemas.microsoft.com/office/powerpoint/2010/main" val="3085651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6CF90-2FCF-ECBC-430A-0985AB3EF3E6}"/>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1878A810-FD8F-4AEE-09EA-47E493ED32A5}"/>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6C2717EE-D782-4C72-BFB7-FAD749243046}"/>
              </a:ext>
            </a:extLst>
          </p:cNvPr>
          <p:cNvSpPr>
            <a:spLocks noGrp="1"/>
          </p:cNvSpPr>
          <p:nvPr>
            <p:ph type="body" idx="1"/>
          </p:nvPr>
        </p:nvSpPr>
        <p:spPr/>
        <p:txBody>
          <a:bodyPr/>
          <a:lstStyle/>
          <a:p>
            <a:r>
              <a:rPr lang="hu-HU" dirty="0">
                <a:effectLst/>
              </a:rPr>
              <a:t>JOBBÁGY</a:t>
            </a:r>
            <a:br>
              <a:rPr lang="hu-HU" dirty="0">
                <a:effectLst/>
              </a:rPr>
            </a:br>
            <a:r>
              <a:rPr lang="hu-HU" dirty="0">
                <a:effectLst/>
              </a:rPr>
              <a:t>A következő két oldalon láthatók az összes eszköz IP-címkiosztásai IPv4-ben és IPv6-ban. Minden routernek, </a:t>
            </a:r>
            <a:r>
              <a:rPr lang="hu-HU" dirty="0" err="1">
                <a:effectLst/>
              </a:rPr>
              <a:t>switchnek</a:t>
            </a:r>
            <a:r>
              <a:rPr lang="hu-HU" dirty="0">
                <a:effectLst/>
              </a:rPr>
              <a:t> és szervernek fix címet adtunk, a felhasználói gépek pedig DHCP-n keresztül kapják a címet.”</a:t>
            </a:r>
          </a:p>
        </p:txBody>
      </p:sp>
      <p:sp>
        <p:nvSpPr>
          <p:cNvPr id="4" name="Dia számának helye 3">
            <a:extLst>
              <a:ext uri="{FF2B5EF4-FFF2-40B4-BE49-F238E27FC236}">
                <a16:creationId xmlns:a16="http://schemas.microsoft.com/office/drawing/2014/main" id="{3A4FC0D5-4A57-1743-35ED-0D8F4A982962}"/>
              </a:ext>
            </a:extLst>
          </p:cNvPr>
          <p:cNvSpPr>
            <a:spLocks noGrp="1"/>
          </p:cNvSpPr>
          <p:nvPr>
            <p:ph type="sldNum" sz="quarter" idx="5"/>
          </p:nvPr>
        </p:nvSpPr>
        <p:spPr/>
        <p:txBody>
          <a:bodyPr/>
          <a:lstStyle/>
          <a:p>
            <a:fld id="{AF8739B0-A542-459C-8702-457C1041B5E2}" type="slidenum">
              <a:rPr lang="hu-HU" smtClean="0"/>
              <a:t>6</a:t>
            </a:fld>
            <a:endParaRPr lang="hu-HU"/>
          </a:p>
        </p:txBody>
      </p:sp>
    </p:spTree>
    <p:extLst>
      <p:ext uri="{BB962C8B-B14F-4D97-AF65-F5344CB8AC3E}">
        <p14:creationId xmlns:p14="http://schemas.microsoft.com/office/powerpoint/2010/main" val="2430137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3AE46-9586-8DD8-AC92-4E90374E9491}"/>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3F88BD9D-9EED-4D57-89AD-8922206AA27D}"/>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0FB19E78-7316-B96E-BD44-944753106F62}"/>
              </a:ext>
            </a:extLst>
          </p:cNvPr>
          <p:cNvSpPr>
            <a:spLocks noGrp="1"/>
          </p:cNvSpPr>
          <p:nvPr>
            <p:ph type="body" idx="1"/>
          </p:nvPr>
        </p:nvSpPr>
        <p:spPr/>
        <p:txBody>
          <a:bodyPr/>
          <a:lstStyle/>
          <a:p>
            <a:r>
              <a:rPr lang="hu-HU" dirty="0">
                <a:effectLst/>
              </a:rPr>
              <a:t>JOBBÁGY</a:t>
            </a:r>
            <a:endParaRPr lang="hu-HU" dirty="0"/>
          </a:p>
        </p:txBody>
      </p:sp>
      <p:sp>
        <p:nvSpPr>
          <p:cNvPr id="4" name="Dia számának helye 3">
            <a:extLst>
              <a:ext uri="{FF2B5EF4-FFF2-40B4-BE49-F238E27FC236}">
                <a16:creationId xmlns:a16="http://schemas.microsoft.com/office/drawing/2014/main" id="{28E75E3B-BC7E-2C59-0645-93A1F344FCEF}"/>
              </a:ext>
            </a:extLst>
          </p:cNvPr>
          <p:cNvSpPr>
            <a:spLocks noGrp="1"/>
          </p:cNvSpPr>
          <p:nvPr>
            <p:ph type="sldNum" sz="quarter" idx="5"/>
          </p:nvPr>
        </p:nvSpPr>
        <p:spPr/>
        <p:txBody>
          <a:bodyPr/>
          <a:lstStyle/>
          <a:p>
            <a:fld id="{AF8739B0-A542-459C-8702-457C1041B5E2}" type="slidenum">
              <a:rPr lang="hu-HU" smtClean="0"/>
              <a:t>7</a:t>
            </a:fld>
            <a:endParaRPr lang="hu-HU"/>
          </a:p>
        </p:txBody>
      </p:sp>
    </p:spTree>
    <p:extLst>
      <p:ext uri="{BB962C8B-B14F-4D97-AF65-F5344CB8AC3E}">
        <p14:creationId xmlns:p14="http://schemas.microsoft.com/office/powerpoint/2010/main" val="3661427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Most részletesen megnézzük az Iroda hálózatát</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8</a:t>
            </a:fld>
            <a:endParaRPr lang="hu-HU"/>
          </a:p>
        </p:txBody>
      </p:sp>
    </p:spTree>
    <p:extLst>
      <p:ext uri="{BB962C8B-B14F-4D97-AF65-F5344CB8AC3E}">
        <p14:creationId xmlns:p14="http://schemas.microsoft.com/office/powerpoint/2010/main" val="1661295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br>
              <a:rPr lang="hu-HU" dirty="0">
                <a:effectLst/>
              </a:rPr>
            </a:br>
            <a:r>
              <a:rPr lang="hu-HU" dirty="0">
                <a:effectLst/>
              </a:rPr>
              <a:t>Az Irodában a következő technológiákat alkalmaztuk.</a:t>
            </a:r>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9</a:t>
            </a:fld>
            <a:endParaRPr lang="hu-HU"/>
          </a:p>
        </p:txBody>
      </p:sp>
    </p:spTree>
    <p:extLst>
      <p:ext uri="{BB962C8B-B14F-4D97-AF65-F5344CB8AC3E}">
        <p14:creationId xmlns:p14="http://schemas.microsoft.com/office/powerpoint/2010/main" val="679317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dirty="0">
                <a:effectLst/>
              </a:rPr>
              <a:t>BÉRES</a:t>
            </a:r>
            <a:br>
              <a:rPr lang="hu-HU" sz="1200" dirty="0">
                <a:effectLst/>
              </a:rPr>
            </a:br>
            <a:r>
              <a:rPr lang="hu-HU" sz="1200" dirty="0">
                <a:effectLst/>
              </a:rPr>
              <a:t>Az Irodában 5 VLAN-t hoztunk létre: VLAN 10 – Emelet 1, VLAN 20 – Emelet 2, VLAN 30 – Emelet 3, VLAN 99 – </a:t>
            </a:r>
            <a:r>
              <a:rPr lang="hu-HU" sz="1200" dirty="0" err="1">
                <a:effectLst/>
              </a:rPr>
              <a:t>Native</a:t>
            </a:r>
            <a:r>
              <a:rPr lang="hu-HU" sz="1200" dirty="0">
                <a:effectLst/>
              </a:rPr>
              <a:t>, VLAN 100 – Felügyelet.</a:t>
            </a:r>
          </a:p>
        </p:txBody>
      </p:sp>
      <p:sp>
        <p:nvSpPr>
          <p:cNvPr id="4" name="Dia számának helye 3"/>
          <p:cNvSpPr>
            <a:spLocks noGrp="1"/>
          </p:cNvSpPr>
          <p:nvPr>
            <p:ph type="sldNum" sz="quarter" idx="5"/>
          </p:nvPr>
        </p:nvSpPr>
        <p:spPr/>
        <p:txBody>
          <a:bodyPr/>
          <a:lstStyle/>
          <a:p>
            <a:fld id="{AF8739B0-A542-459C-8702-457C1041B5E2}" type="slidenum">
              <a:rPr lang="hu-HU" smtClean="0"/>
              <a:t>10</a:t>
            </a:fld>
            <a:endParaRPr lang="hu-HU"/>
          </a:p>
        </p:txBody>
      </p:sp>
    </p:spTree>
    <p:extLst>
      <p:ext uri="{BB962C8B-B14F-4D97-AF65-F5344CB8AC3E}">
        <p14:creationId xmlns:p14="http://schemas.microsoft.com/office/powerpoint/2010/main" val="2135752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br>
              <a:rPr lang="hu-HU" dirty="0">
                <a:effectLst/>
              </a:rPr>
            </a:br>
            <a:r>
              <a:rPr lang="hu-HU" dirty="0">
                <a:effectLst/>
              </a:rPr>
              <a:t>A VLAN-</a:t>
            </a:r>
            <a:r>
              <a:rPr lang="hu-HU" dirty="0" err="1">
                <a:effectLst/>
              </a:rPr>
              <a:t>okat</a:t>
            </a:r>
            <a:r>
              <a:rPr lang="hu-HU" dirty="0">
                <a:effectLst/>
              </a:rPr>
              <a:t> VTP-vel terjesztettük.</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A szerver az Emelet1_SW, a kliensek az Emelet2_SW és Emelet3_SW. </a:t>
            </a:r>
            <a:r>
              <a:rPr lang="hu-HU" dirty="0" err="1">
                <a:effectLst/>
              </a:rPr>
              <a:t>Domain</a:t>
            </a:r>
            <a:r>
              <a:rPr lang="hu-HU" dirty="0">
                <a:effectLst/>
              </a:rPr>
              <a:t>: projekt.info, jelszó: Start123</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11</a:t>
            </a:fld>
            <a:endParaRPr lang="hu-HU"/>
          </a:p>
        </p:txBody>
      </p:sp>
    </p:spTree>
    <p:extLst>
      <p:ext uri="{BB962C8B-B14F-4D97-AF65-F5344CB8AC3E}">
        <p14:creationId xmlns:p14="http://schemas.microsoft.com/office/powerpoint/2010/main" val="11833588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br>
              <a:rPr lang="hu-HU" dirty="0">
                <a:effectLst/>
              </a:rPr>
            </a:br>
            <a:r>
              <a:rPr lang="hu-HU" dirty="0">
                <a:effectLst/>
              </a:rPr>
              <a:t>A </a:t>
            </a:r>
            <a:r>
              <a:rPr lang="hu-HU" dirty="0" err="1">
                <a:effectLst/>
              </a:rPr>
              <a:t>portkiosztás</a:t>
            </a:r>
            <a:r>
              <a:rPr lang="hu-HU" dirty="0">
                <a:effectLst/>
              </a:rPr>
              <a:t> táblázatban látható, melyik </a:t>
            </a:r>
            <a:r>
              <a:rPr lang="hu-HU" dirty="0" err="1">
                <a:effectLst/>
              </a:rPr>
              <a:t>switch</a:t>
            </a:r>
            <a:r>
              <a:rPr lang="hu-HU" dirty="0">
                <a:effectLst/>
              </a:rPr>
              <a:t> melyik </a:t>
            </a:r>
            <a:r>
              <a:rPr lang="hu-HU" dirty="0" err="1">
                <a:effectLst/>
              </a:rPr>
              <a:t>portján</a:t>
            </a:r>
            <a:r>
              <a:rPr lang="hu-HU" dirty="0">
                <a:effectLst/>
              </a:rPr>
              <a:t> melyik VLAN található.</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Így biztosítottuk, hogy a felhasználók a megfelelő emeleti VLAN-</a:t>
            </a:r>
            <a:r>
              <a:rPr lang="hu-HU" dirty="0" err="1">
                <a:effectLst/>
              </a:rPr>
              <a:t>ba</a:t>
            </a:r>
            <a:r>
              <a:rPr lang="hu-HU" dirty="0">
                <a:effectLst/>
              </a:rPr>
              <a:t> kerüljenek.</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12</a:t>
            </a:fld>
            <a:endParaRPr lang="hu-HU"/>
          </a:p>
        </p:txBody>
      </p:sp>
    </p:spTree>
    <p:extLst>
      <p:ext uri="{BB962C8B-B14F-4D97-AF65-F5344CB8AC3E}">
        <p14:creationId xmlns:p14="http://schemas.microsoft.com/office/powerpoint/2010/main" val="1490361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br>
              <a:rPr lang="hu-HU" dirty="0">
                <a:effectLst/>
              </a:rPr>
            </a:br>
            <a:r>
              <a:rPr lang="hu-HU" dirty="0">
                <a:effectLst/>
              </a:rPr>
              <a:t>A teljes címteret VLSM-</a:t>
            </a:r>
            <a:r>
              <a:rPr lang="hu-HU" dirty="0" err="1">
                <a:effectLst/>
              </a:rPr>
              <a:t>mel</a:t>
            </a:r>
            <a:r>
              <a:rPr lang="hu-HU" dirty="0">
                <a:effectLst/>
              </a:rPr>
              <a:t> optimalizáltuk</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Minden alhálózat pontosan annyi címet kapott, amennyire szükség volt, ezzel jelentős címtartalékot spóroltunk</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13</a:t>
            </a:fld>
            <a:endParaRPr lang="hu-HU"/>
          </a:p>
        </p:txBody>
      </p:sp>
    </p:spTree>
    <p:extLst>
      <p:ext uri="{BB962C8B-B14F-4D97-AF65-F5344CB8AC3E}">
        <p14:creationId xmlns:p14="http://schemas.microsoft.com/office/powerpoint/2010/main" val="48229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BÉRES</a:t>
            </a:r>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14</a:t>
            </a:fld>
            <a:endParaRPr lang="hu-HU"/>
          </a:p>
        </p:txBody>
      </p:sp>
    </p:spTree>
    <p:extLst>
      <p:ext uri="{BB962C8B-B14F-4D97-AF65-F5344CB8AC3E}">
        <p14:creationId xmlns:p14="http://schemas.microsoft.com/office/powerpoint/2010/main" val="2619150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br>
              <a:rPr lang="hu-HU" dirty="0"/>
            </a:br>
            <a:r>
              <a:rPr lang="hu-HU" dirty="0"/>
              <a:t>1-2 </a:t>
            </a:r>
            <a:r>
              <a:rPr lang="hu-HU" dirty="0" err="1"/>
              <a:t>portchannel</a:t>
            </a:r>
            <a:r>
              <a:rPr lang="hu-HU" dirty="0"/>
              <a:t>, STP</a:t>
            </a:r>
            <a:endParaRPr lang="hu-HU"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Az emeleti </a:t>
            </a:r>
            <a:r>
              <a:rPr lang="hu-HU" dirty="0" err="1">
                <a:effectLst/>
              </a:rPr>
              <a:t>switcheken</a:t>
            </a:r>
            <a:r>
              <a:rPr lang="hu-HU" dirty="0">
                <a:effectLst/>
              </a:rPr>
              <a:t> </a:t>
            </a:r>
            <a:r>
              <a:rPr lang="hu-HU" dirty="0" err="1">
                <a:effectLst/>
              </a:rPr>
              <a:t>EtherChannelt</a:t>
            </a:r>
            <a:r>
              <a:rPr lang="hu-HU" dirty="0">
                <a:effectLst/>
              </a:rPr>
              <a:t> alakítottunk ki a nagyobb sávszélesség és redundancia érdekében.</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Rapid PVST+-t használunk, hogy a </a:t>
            </a:r>
            <a:r>
              <a:rPr lang="hu-HU" dirty="0" err="1">
                <a:effectLst/>
              </a:rPr>
              <a:t>spanning-tree</a:t>
            </a:r>
            <a:r>
              <a:rPr lang="hu-HU" dirty="0">
                <a:effectLst/>
              </a:rPr>
              <a:t> gyorsan konvergáljon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15</a:t>
            </a:fld>
            <a:endParaRPr lang="hu-HU"/>
          </a:p>
        </p:txBody>
      </p:sp>
    </p:spTree>
    <p:extLst>
      <p:ext uri="{BB962C8B-B14F-4D97-AF65-F5344CB8AC3E}">
        <p14:creationId xmlns:p14="http://schemas.microsoft.com/office/powerpoint/2010/main" val="8915375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BÉRES</a:t>
            </a:r>
            <a:br>
              <a:rPr lang="hu-HU" dirty="0"/>
            </a:br>
            <a:r>
              <a:rPr lang="hu-HU" dirty="0"/>
              <a:t>1-2 </a:t>
            </a:r>
            <a:r>
              <a:rPr lang="hu-HU" dirty="0" err="1"/>
              <a:t>portchannel</a:t>
            </a:r>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16</a:t>
            </a:fld>
            <a:endParaRPr lang="hu-HU"/>
          </a:p>
        </p:txBody>
      </p:sp>
    </p:spTree>
    <p:extLst>
      <p:ext uri="{BB962C8B-B14F-4D97-AF65-F5344CB8AC3E}">
        <p14:creationId xmlns:p14="http://schemas.microsoft.com/office/powerpoint/2010/main" val="40532898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BÉRES</a:t>
            </a:r>
            <a:br>
              <a:rPr lang="hu-HU" dirty="0"/>
            </a:br>
            <a:r>
              <a:rPr lang="hu-HU" dirty="0"/>
              <a:t>2-3 </a:t>
            </a:r>
            <a:r>
              <a:rPr lang="hu-HU" dirty="0" err="1"/>
              <a:t>portchannel</a:t>
            </a:r>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17</a:t>
            </a:fld>
            <a:endParaRPr lang="hu-HU"/>
          </a:p>
        </p:txBody>
      </p:sp>
    </p:spTree>
    <p:extLst>
      <p:ext uri="{BB962C8B-B14F-4D97-AF65-F5344CB8AC3E}">
        <p14:creationId xmlns:p14="http://schemas.microsoft.com/office/powerpoint/2010/main" val="568561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br>
              <a:rPr lang="hu-HU" dirty="0">
                <a:effectLst/>
              </a:rPr>
            </a:br>
            <a:r>
              <a:rPr lang="hu-HU" dirty="0">
                <a:effectLst/>
              </a:rPr>
              <a:t>Minden felhasználói </a:t>
            </a:r>
            <a:r>
              <a:rPr lang="hu-HU" dirty="0" err="1">
                <a:effectLst/>
              </a:rPr>
              <a:t>porton</a:t>
            </a:r>
            <a:r>
              <a:rPr lang="hu-HU" dirty="0">
                <a:effectLst/>
              </a:rPr>
              <a:t> </a:t>
            </a:r>
            <a:r>
              <a:rPr lang="hu-HU" dirty="0" err="1">
                <a:effectLst/>
              </a:rPr>
              <a:t>portbiztonságot</a:t>
            </a:r>
            <a:r>
              <a:rPr lang="hu-HU" dirty="0">
                <a:effectLst/>
              </a:rPr>
              <a:t> és BPDU </a:t>
            </a:r>
            <a:r>
              <a:rPr lang="hu-HU" dirty="0" err="1">
                <a:effectLst/>
              </a:rPr>
              <a:t>Guardot</a:t>
            </a:r>
            <a:r>
              <a:rPr lang="hu-HU" dirty="0">
                <a:effectLst/>
              </a:rPr>
              <a:t> állítottunk be, valamint </a:t>
            </a:r>
            <a:r>
              <a:rPr lang="hu-HU" dirty="0" err="1">
                <a:effectLst/>
              </a:rPr>
              <a:t>PortFast-et</a:t>
            </a:r>
            <a:r>
              <a:rPr lang="hu-HU" dirty="0">
                <a:effectLst/>
              </a:rPr>
              <a:t>, hogy a gépek azonnal tudjanak csatlakozni.</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18</a:t>
            </a:fld>
            <a:endParaRPr lang="hu-HU"/>
          </a:p>
        </p:txBody>
      </p:sp>
    </p:spTree>
    <p:extLst>
      <p:ext uri="{BB962C8B-B14F-4D97-AF65-F5344CB8AC3E}">
        <p14:creationId xmlns:p14="http://schemas.microsoft.com/office/powerpoint/2010/main" val="41150668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br>
              <a:rPr lang="hu-HU" dirty="0">
                <a:effectLst/>
              </a:rPr>
            </a:br>
            <a:r>
              <a:rPr lang="hu-HU" dirty="0">
                <a:effectLst/>
              </a:rPr>
              <a:t>Az eszközök távoli elérését csak SSH-n keresztül engedjük. </a:t>
            </a:r>
            <a:r>
              <a:rPr lang="hu-HU" dirty="0" err="1">
                <a:effectLst/>
              </a:rPr>
              <a:t>Domain</a:t>
            </a:r>
            <a:r>
              <a:rPr lang="hu-HU" dirty="0">
                <a:effectLst/>
              </a:rPr>
              <a:t> név, felhasználó és </a:t>
            </a:r>
            <a:r>
              <a:rPr lang="hu-HU" dirty="0" err="1">
                <a:effectLst/>
              </a:rPr>
              <a:t>timeout</a:t>
            </a:r>
            <a:r>
              <a:rPr lang="hu-HU" dirty="0">
                <a:effectLst/>
              </a:rPr>
              <a:t> beállításokkal védtük a hozzáférést.</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19</a:t>
            </a:fld>
            <a:endParaRPr lang="hu-HU"/>
          </a:p>
        </p:txBody>
      </p:sp>
    </p:spTree>
    <p:extLst>
      <p:ext uri="{BB962C8B-B14F-4D97-AF65-F5344CB8AC3E}">
        <p14:creationId xmlns:p14="http://schemas.microsoft.com/office/powerpoint/2010/main" val="1261957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br>
              <a:rPr lang="hu-HU" dirty="0">
                <a:effectLst/>
              </a:rPr>
            </a:br>
            <a:r>
              <a:rPr lang="hu-HU" dirty="0">
                <a:effectLst/>
              </a:rPr>
              <a:t>Az Iroda és a Telephely között GRE </a:t>
            </a:r>
            <a:r>
              <a:rPr lang="hu-HU" dirty="0" err="1">
                <a:effectLst/>
              </a:rPr>
              <a:t>tunnel</a:t>
            </a:r>
            <a:r>
              <a:rPr lang="hu-HU" dirty="0">
                <a:effectLst/>
              </a:rPr>
              <a:t> biztosítja a biztonságos, titkosított kapcsolatot. A </a:t>
            </a:r>
            <a:r>
              <a:rPr lang="hu-HU" dirty="0" err="1">
                <a:effectLst/>
              </a:rPr>
              <a:t>tunnel</a:t>
            </a:r>
            <a:r>
              <a:rPr lang="hu-HU" dirty="0">
                <a:effectLst/>
              </a:rPr>
              <a:t> IP-címe 10.10.10.2/30, és statikus </a:t>
            </a:r>
            <a:r>
              <a:rPr lang="hu-HU" dirty="0" err="1">
                <a:effectLst/>
              </a:rPr>
              <a:t>route</a:t>
            </a:r>
            <a:r>
              <a:rPr lang="hu-HU" dirty="0">
                <a:effectLst/>
              </a:rPr>
              <a:t>-okkal irányítjuk a forgalmat.</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20</a:t>
            </a:fld>
            <a:endParaRPr lang="hu-HU"/>
          </a:p>
        </p:txBody>
      </p:sp>
    </p:spTree>
    <p:extLst>
      <p:ext uri="{BB962C8B-B14F-4D97-AF65-F5344CB8AC3E}">
        <p14:creationId xmlns:p14="http://schemas.microsoft.com/office/powerpoint/2010/main" val="3520218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FRIDEL</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Következő a Telephely bemutatása.</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21</a:t>
            </a:fld>
            <a:endParaRPr lang="hu-HU"/>
          </a:p>
        </p:txBody>
      </p:sp>
    </p:spTree>
    <p:extLst>
      <p:ext uri="{BB962C8B-B14F-4D97-AF65-F5344CB8AC3E}">
        <p14:creationId xmlns:p14="http://schemas.microsoft.com/office/powerpoint/2010/main" val="42904259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FRIDEL</a:t>
            </a:r>
            <a:br>
              <a:rPr lang="hu-HU" dirty="0"/>
            </a:br>
            <a:r>
              <a:rPr lang="hu-HU" dirty="0"/>
              <a:t>Magas rendelkezésre állás biztosítása</a:t>
            </a:r>
            <a:br>
              <a:rPr lang="hu-HU" dirty="0"/>
            </a:br>
            <a:r>
              <a:rPr lang="hu-HU" dirty="0"/>
              <a:t>Ha a fő router (Telep_R1) valami indok miatt kiesik, helyét átveszi a Telep_R2, ha a hibát elhárítjuk, az R1 visszakapja szerepét</a:t>
            </a:r>
          </a:p>
        </p:txBody>
      </p:sp>
      <p:sp>
        <p:nvSpPr>
          <p:cNvPr id="4" name="Dia számának helye 3"/>
          <p:cNvSpPr>
            <a:spLocks noGrp="1"/>
          </p:cNvSpPr>
          <p:nvPr>
            <p:ph type="sldNum" sz="quarter" idx="5"/>
          </p:nvPr>
        </p:nvSpPr>
        <p:spPr/>
        <p:txBody>
          <a:bodyPr/>
          <a:lstStyle/>
          <a:p>
            <a:fld id="{AF8739B0-A542-459C-8702-457C1041B5E2}" type="slidenum">
              <a:rPr lang="hu-HU" smtClean="0"/>
              <a:t>22</a:t>
            </a:fld>
            <a:endParaRPr lang="hu-HU"/>
          </a:p>
        </p:txBody>
      </p:sp>
    </p:spTree>
    <p:extLst>
      <p:ext uri="{BB962C8B-B14F-4D97-AF65-F5344CB8AC3E}">
        <p14:creationId xmlns:p14="http://schemas.microsoft.com/office/powerpoint/2010/main" val="40982461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FRIDEL</a:t>
            </a:r>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23</a:t>
            </a:fld>
            <a:endParaRPr lang="hu-HU"/>
          </a:p>
        </p:txBody>
      </p:sp>
    </p:spTree>
    <p:extLst>
      <p:ext uri="{BB962C8B-B14F-4D97-AF65-F5344CB8AC3E}">
        <p14:creationId xmlns:p14="http://schemas.microsoft.com/office/powerpoint/2010/main" val="38677885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JOBBÁGY</a:t>
            </a:r>
            <a:br>
              <a:rPr lang="hu-HU" dirty="0"/>
            </a:br>
            <a:r>
              <a:rPr lang="hu-HU" dirty="0"/>
              <a:t>Most be szeretnem mutatni a szolgáltató hálózatot,</a:t>
            </a:r>
          </a:p>
        </p:txBody>
      </p:sp>
      <p:sp>
        <p:nvSpPr>
          <p:cNvPr id="4" name="Dia számának helye 3"/>
          <p:cNvSpPr>
            <a:spLocks noGrp="1"/>
          </p:cNvSpPr>
          <p:nvPr>
            <p:ph type="sldNum" sz="quarter" idx="5"/>
          </p:nvPr>
        </p:nvSpPr>
        <p:spPr/>
        <p:txBody>
          <a:bodyPr/>
          <a:lstStyle/>
          <a:p>
            <a:fld id="{AF8739B0-A542-459C-8702-457C1041B5E2}" type="slidenum">
              <a:rPr lang="hu-HU" smtClean="0"/>
              <a:t>24</a:t>
            </a:fld>
            <a:endParaRPr lang="hu-HU"/>
          </a:p>
        </p:txBody>
      </p:sp>
    </p:spTree>
    <p:extLst>
      <p:ext uri="{BB962C8B-B14F-4D97-AF65-F5344CB8AC3E}">
        <p14:creationId xmlns:p14="http://schemas.microsoft.com/office/powerpoint/2010/main" val="6086874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JOBBÁGY</a:t>
            </a:r>
            <a:br>
              <a:rPr lang="hu-HU" dirty="0"/>
            </a:br>
            <a:r>
              <a:rPr lang="hu-HU" dirty="0"/>
              <a:t>Feladata a forgalmak irányítása a hálózataink között és az internet eleres is innen van biztosítva</a:t>
            </a:r>
          </a:p>
        </p:txBody>
      </p:sp>
      <p:sp>
        <p:nvSpPr>
          <p:cNvPr id="4" name="Dia számának helye 3"/>
          <p:cNvSpPr>
            <a:spLocks noGrp="1"/>
          </p:cNvSpPr>
          <p:nvPr>
            <p:ph type="sldNum" sz="quarter" idx="5"/>
          </p:nvPr>
        </p:nvSpPr>
        <p:spPr/>
        <p:txBody>
          <a:bodyPr/>
          <a:lstStyle/>
          <a:p>
            <a:fld id="{AF8739B0-A542-459C-8702-457C1041B5E2}" type="slidenum">
              <a:rPr lang="hu-HU" smtClean="0"/>
              <a:t>25</a:t>
            </a:fld>
            <a:endParaRPr lang="hu-HU"/>
          </a:p>
        </p:txBody>
      </p:sp>
    </p:spTree>
    <p:extLst>
      <p:ext uri="{BB962C8B-B14F-4D97-AF65-F5344CB8AC3E}">
        <p14:creationId xmlns:p14="http://schemas.microsoft.com/office/powerpoint/2010/main" val="5219932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JOBBÁGY</a:t>
            </a:r>
            <a:br>
              <a:rPr lang="hu-HU" dirty="0"/>
            </a:br>
            <a:r>
              <a:rPr lang="hu-HU" dirty="0"/>
              <a:t>WAN hálózatot szimulálunk ezen a területen, lássuk az IPv4-es verzióját</a:t>
            </a:r>
          </a:p>
        </p:txBody>
      </p:sp>
      <p:sp>
        <p:nvSpPr>
          <p:cNvPr id="4" name="Dia számának helye 3"/>
          <p:cNvSpPr>
            <a:spLocks noGrp="1"/>
          </p:cNvSpPr>
          <p:nvPr>
            <p:ph type="sldNum" sz="quarter" idx="5"/>
          </p:nvPr>
        </p:nvSpPr>
        <p:spPr/>
        <p:txBody>
          <a:bodyPr/>
          <a:lstStyle/>
          <a:p>
            <a:fld id="{AF8739B0-A542-459C-8702-457C1041B5E2}" type="slidenum">
              <a:rPr lang="hu-HU" smtClean="0"/>
              <a:t>26</a:t>
            </a:fld>
            <a:endParaRPr lang="hu-HU"/>
          </a:p>
        </p:txBody>
      </p:sp>
    </p:spTree>
    <p:extLst>
      <p:ext uri="{BB962C8B-B14F-4D97-AF65-F5344CB8AC3E}">
        <p14:creationId xmlns:p14="http://schemas.microsoft.com/office/powerpoint/2010/main" val="35392513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JOBBÁGY</a:t>
            </a:r>
            <a:br>
              <a:rPr lang="hu-HU" dirty="0">
                <a:effectLst/>
              </a:rPr>
            </a:br>
            <a:r>
              <a:rPr lang="hu-HU" dirty="0">
                <a:effectLst/>
              </a:rPr>
              <a:t>A Szolgáltató és a céges routerek között OSPF területet alakítottunk ki IPv4-ben. Minden routeren beállítottuk a router-ID-t, a </a:t>
            </a:r>
            <a:r>
              <a:rPr lang="hu-HU" dirty="0" err="1">
                <a:effectLst/>
              </a:rPr>
              <a:t>network</a:t>
            </a:r>
            <a:r>
              <a:rPr lang="hu-HU" dirty="0">
                <a:effectLst/>
              </a:rPr>
              <a:t> </a:t>
            </a:r>
            <a:r>
              <a:rPr lang="hu-HU" dirty="0" err="1">
                <a:effectLst/>
              </a:rPr>
              <a:t>statement-eket</a:t>
            </a:r>
            <a:r>
              <a:rPr lang="hu-HU" dirty="0">
                <a:effectLst/>
              </a:rPr>
              <a:t> és a </a:t>
            </a:r>
            <a:r>
              <a:rPr lang="hu-HU" dirty="0" err="1">
                <a:effectLst/>
              </a:rPr>
              <a:t>passive-interface-eket</a:t>
            </a:r>
            <a:r>
              <a:rPr lang="hu-HU" dirty="0">
                <a:effectLst/>
              </a:rPr>
              <a:t> a biztonság érdekében</a:t>
            </a:r>
          </a:p>
        </p:txBody>
      </p:sp>
      <p:sp>
        <p:nvSpPr>
          <p:cNvPr id="4" name="Dia számának helye 3"/>
          <p:cNvSpPr>
            <a:spLocks noGrp="1"/>
          </p:cNvSpPr>
          <p:nvPr>
            <p:ph type="sldNum" sz="quarter" idx="5"/>
          </p:nvPr>
        </p:nvSpPr>
        <p:spPr/>
        <p:txBody>
          <a:bodyPr/>
          <a:lstStyle/>
          <a:p>
            <a:fld id="{AF8739B0-A542-459C-8702-457C1041B5E2}" type="slidenum">
              <a:rPr lang="hu-HU" smtClean="0"/>
              <a:t>27</a:t>
            </a:fld>
            <a:endParaRPr lang="hu-HU"/>
          </a:p>
        </p:txBody>
      </p:sp>
    </p:spTree>
    <p:extLst>
      <p:ext uri="{BB962C8B-B14F-4D97-AF65-F5344CB8AC3E}">
        <p14:creationId xmlns:p14="http://schemas.microsoft.com/office/powerpoint/2010/main" val="17908581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C2561-C766-975C-E108-3C53915C594F}"/>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6D9F0EA1-FEB8-AE8F-52F3-C0E2DA26C23F}"/>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E53CA5A2-F188-A220-E412-BC4B4410F550}"/>
              </a:ext>
            </a:extLst>
          </p:cNvPr>
          <p:cNvSpPr>
            <a:spLocks noGrp="1"/>
          </p:cNvSpPr>
          <p:nvPr>
            <p:ph type="body" idx="1"/>
          </p:nvPr>
        </p:nvSpPr>
        <p:spPr/>
        <p:txBody>
          <a:bodyPr/>
          <a:lstStyle/>
          <a:p>
            <a:r>
              <a:rPr lang="hu-HU" dirty="0"/>
              <a:t>JOBBÁGY</a:t>
            </a:r>
          </a:p>
        </p:txBody>
      </p:sp>
      <p:sp>
        <p:nvSpPr>
          <p:cNvPr id="4" name="Dia számának helye 3">
            <a:extLst>
              <a:ext uri="{FF2B5EF4-FFF2-40B4-BE49-F238E27FC236}">
                <a16:creationId xmlns:a16="http://schemas.microsoft.com/office/drawing/2014/main" id="{CEA071E6-C56A-3736-3930-70E8C6DD8E8A}"/>
              </a:ext>
            </a:extLst>
          </p:cNvPr>
          <p:cNvSpPr>
            <a:spLocks noGrp="1"/>
          </p:cNvSpPr>
          <p:nvPr>
            <p:ph type="sldNum" sz="quarter" idx="5"/>
          </p:nvPr>
        </p:nvSpPr>
        <p:spPr/>
        <p:txBody>
          <a:bodyPr/>
          <a:lstStyle/>
          <a:p>
            <a:fld id="{AF8739B0-A542-459C-8702-457C1041B5E2}" type="slidenum">
              <a:rPr lang="hu-HU" smtClean="0"/>
              <a:t>28</a:t>
            </a:fld>
            <a:endParaRPr lang="hu-HU"/>
          </a:p>
        </p:txBody>
      </p:sp>
    </p:spTree>
    <p:extLst>
      <p:ext uri="{BB962C8B-B14F-4D97-AF65-F5344CB8AC3E}">
        <p14:creationId xmlns:p14="http://schemas.microsoft.com/office/powerpoint/2010/main" val="8700033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JOBBÁGY</a:t>
            </a:r>
          </a:p>
        </p:txBody>
      </p:sp>
      <p:sp>
        <p:nvSpPr>
          <p:cNvPr id="4" name="Dia számának helye 3"/>
          <p:cNvSpPr>
            <a:spLocks noGrp="1"/>
          </p:cNvSpPr>
          <p:nvPr>
            <p:ph type="sldNum" sz="quarter" idx="5"/>
          </p:nvPr>
        </p:nvSpPr>
        <p:spPr/>
        <p:txBody>
          <a:bodyPr/>
          <a:lstStyle/>
          <a:p>
            <a:fld id="{AF8739B0-A542-459C-8702-457C1041B5E2}" type="slidenum">
              <a:rPr lang="hu-HU" smtClean="0"/>
              <a:t>29</a:t>
            </a:fld>
            <a:endParaRPr lang="hu-HU"/>
          </a:p>
        </p:txBody>
      </p:sp>
    </p:spTree>
    <p:extLst>
      <p:ext uri="{BB962C8B-B14F-4D97-AF65-F5344CB8AC3E}">
        <p14:creationId xmlns:p14="http://schemas.microsoft.com/office/powerpoint/2010/main" val="20116916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JOBBÁGY</a:t>
            </a:r>
          </a:p>
        </p:txBody>
      </p:sp>
      <p:sp>
        <p:nvSpPr>
          <p:cNvPr id="4" name="Dia számának helye 3"/>
          <p:cNvSpPr>
            <a:spLocks noGrp="1"/>
          </p:cNvSpPr>
          <p:nvPr>
            <p:ph type="sldNum" sz="quarter" idx="5"/>
          </p:nvPr>
        </p:nvSpPr>
        <p:spPr/>
        <p:txBody>
          <a:bodyPr/>
          <a:lstStyle/>
          <a:p>
            <a:fld id="{AF8739B0-A542-459C-8702-457C1041B5E2}" type="slidenum">
              <a:rPr lang="hu-HU" smtClean="0"/>
              <a:t>30</a:t>
            </a:fld>
            <a:endParaRPr lang="hu-HU"/>
          </a:p>
        </p:txBody>
      </p:sp>
    </p:spTree>
    <p:extLst>
      <p:ext uri="{BB962C8B-B14F-4D97-AF65-F5344CB8AC3E}">
        <p14:creationId xmlns:p14="http://schemas.microsoft.com/office/powerpoint/2010/main" val="24094187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JOBBÁGY</a:t>
            </a:r>
          </a:p>
        </p:txBody>
      </p:sp>
      <p:sp>
        <p:nvSpPr>
          <p:cNvPr id="4" name="Dia számának helye 3"/>
          <p:cNvSpPr>
            <a:spLocks noGrp="1"/>
          </p:cNvSpPr>
          <p:nvPr>
            <p:ph type="sldNum" sz="quarter" idx="5"/>
          </p:nvPr>
        </p:nvSpPr>
        <p:spPr/>
        <p:txBody>
          <a:bodyPr/>
          <a:lstStyle/>
          <a:p>
            <a:fld id="{AF8739B0-A542-459C-8702-457C1041B5E2}" type="slidenum">
              <a:rPr lang="hu-HU" smtClean="0"/>
              <a:t>31</a:t>
            </a:fld>
            <a:endParaRPr lang="hu-HU"/>
          </a:p>
        </p:txBody>
      </p:sp>
    </p:spTree>
    <p:extLst>
      <p:ext uri="{BB962C8B-B14F-4D97-AF65-F5344CB8AC3E}">
        <p14:creationId xmlns:p14="http://schemas.microsoft.com/office/powerpoint/2010/main" val="17298559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JOBBÁGY</a:t>
            </a:r>
          </a:p>
        </p:txBody>
      </p:sp>
      <p:sp>
        <p:nvSpPr>
          <p:cNvPr id="4" name="Dia számának helye 3"/>
          <p:cNvSpPr>
            <a:spLocks noGrp="1"/>
          </p:cNvSpPr>
          <p:nvPr>
            <p:ph type="sldNum" sz="quarter" idx="5"/>
          </p:nvPr>
        </p:nvSpPr>
        <p:spPr/>
        <p:txBody>
          <a:bodyPr/>
          <a:lstStyle/>
          <a:p>
            <a:fld id="{AF8739B0-A542-459C-8702-457C1041B5E2}" type="slidenum">
              <a:rPr lang="hu-HU" smtClean="0"/>
              <a:t>32</a:t>
            </a:fld>
            <a:endParaRPr lang="hu-HU"/>
          </a:p>
        </p:txBody>
      </p:sp>
    </p:spTree>
    <p:extLst>
      <p:ext uri="{BB962C8B-B14F-4D97-AF65-F5344CB8AC3E}">
        <p14:creationId xmlns:p14="http://schemas.microsoft.com/office/powerpoint/2010/main" val="12829305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D9BCE-55B1-E46B-5277-93F0652A89BE}"/>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BA4C36A6-02C6-3E03-CB74-2AF9592E2C1E}"/>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FDBE28F1-0CD2-7843-5DF2-A9584FB87ACD}"/>
              </a:ext>
            </a:extLst>
          </p:cNvPr>
          <p:cNvSpPr>
            <a:spLocks noGrp="1"/>
          </p:cNvSpPr>
          <p:nvPr>
            <p:ph type="body" idx="1"/>
          </p:nvPr>
        </p:nvSpPr>
        <p:spPr/>
        <p:txBody>
          <a:bodyPr/>
          <a:lstStyle/>
          <a:p>
            <a:r>
              <a:rPr lang="hu-HU" dirty="0"/>
              <a:t>JOBBÁGY</a:t>
            </a:r>
          </a:p>
        </p:txBody>
      </p:sp>
      <p:sp>
        <p:nvSpPr>
          <p:cNvPr id="4" name="Dia számának helye 3">
            <a:extLst>
              <a:ext uri="{FF2B5EF4-FFF2-40B4-BE49-F238E27FC236}">
                <a16:creationId xmlns:a16="http://schemas.microsoft.com/office/drawing/2014/main" id="{B4F3633E-F9D1-9ABD-55B4-FAF8F325422B}"/>
              </a:ext>
            </a:extLst>
          </p:cNvPr>
          <p:cNvSpPr>
            <a:spLocks noGrp="1"/>
          </p:cNvSpPr>
          <p:nvPr>
            <p:ph type="sldNum" sz="quarter" idx="5"/>
          </p:nvPr>
        </p:nvSpPr>
        <p:spPr/>
        <p:txBody>
          <a:bodyPr/>
          <a:lstStyle/>
          <a:p>
            <a:fld id="{AF8739B0-A542-459C-8702-457C1041B5E2}" type="slidenum">
              <a:rPr lang="hu-HU" smtClean="0"/>
              <a:t>33</a:t>
            </a:fld>
            <a:endParaRPr lang="hu-HU"/>
          </a:p>
        </p:txBody>
      </p:sp>
    </p:spTree>
    <p:extLst>
      <p:ext uri="{BB962C8B-B14F-4D97-AF65-F5344CB8AC3E}">
        <p14:creationId xmlns:p14="http://schemas.microsoft.com/office/powerpoint/2010/main" val="2287030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FRIDEL</a:t>
            </a:r>
            <a:br>
              <a:rPr lang="hu-HU" dirty="0">
                <a:effectLst/>
              </a:rPr>
            </a:br>
            <a:r>
              <a:rPr lang="hu-HU" dirty="0">
                <a:effectLst/>
              </a:rPr>
              <a:t>Ugyanezt megcsináltuk IPv6-ban is OSPFv3 protokollal, így a hálózat teljes mértékben </a:t>
            </a:r>
            <a:r>
              <a:rPr lang="hu-HU" dirty="0" err="1">
                <a:effectLst/>
              </a:rPr>
              <a:t>dual-stack</a:t>
            </a:r>
            <a:r>
              <a:rPr lang="hu-HU" dirty="0">
                <a:effectLst/>
              </a:rPr>
              <a:t>.</a:t>
            </a:r>
          </a:p>
        </p:txBody>
      </p:sp>
      <p:sp>
        <p:nvSpPr>
          <p:cNvPr id="4" name="Dia számának helye 3"/>
          <p:cNvSpPr>
            <a:spLocks noGrp="1"/>
          </p:cNvSpPr>
          <p:nvPr>
            <p:ph type="sldNum" sz="quarter" idx="5"/>
          </p:nvPr>
        </p:nvSpPr>
        <p:spPr/>
        <p:txBody>
          <a:bodyPr/>
          <a:lstStyle/>
          <a:p>
            <a:fld id="{AF8739B0-A542-459C-8702-457C1041B5E2}" type="slidenum">
              <a:rPr lang="hu-HU" smtClean="0"/>
              <a:t>34</a:t>
            </a:fld>
            <a:endParaRPr lang="hu-HU"/>
          </a:p>
        </p:txBody>
      </p:sp>
    </p:spTree>
    <p:extLst>
      <p:ext uri="{BB962C8B-B14F-4D97-AF65-F5344CB8AC3E}">
        <p14:creationId xmlns:p14="http://schemas.microsoft.com/office/powerpoint/2010/main" val="2019327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FRIDEL</a:t>
            </a:r>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35</a:t>
            </a:fld>
            <a:endParaRPr lang="hu-HU"/>
          </a:p>
        </p:txBody>
      </p:sp>
    </p:spTree>
    <p:extLst>
      <p:ext uri="{BB962C8B-B14F-4D97-AF65-F5344CB8AC3E}">
        <p14:creationId xmlns:p14="http://schemas.microsoft.com/office/powerpoint/2010/main" val="25134936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FRIDEL</a:t>
            </a:r>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36</a:t>
            </a:fld>
            <a:endParaRPr lang="hu-HU"/>
          </a:p>
        </p:txBody>
      </p:sp>
    </p:spTree>
    <p:extLst>
      <p:ext uri="{BB962C8B-B14F-4D97-AF65-F5344CB8AC3E}">
        <p14:creationId xmlns:p14="http://schemas.microsoft.com/office/powerpoint/2010/main" val="8109751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FRIDEL</a:t>
            </a:r>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37</a:t>
            </a:fld>
            <a:endParaRPr lang="hu-HU"/>
          </a:p>
        </p:txBody>
      </p:sp>
    </p:spTree>
    <p:extLst>
      <p:ext uri="{BB962C8B-B14F-4D97-AF65-F5344CB8AC3E}">
        <p14:creationId xmlns:p14="http://schemas.microsoft.com/office/powerpoint/2010/main" val="13251319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FRIDEL</a:t>
            </a:r>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38</a:t>
            </a:fld>
            <a:endParaRPr lang="hu-HU"/>
          </a:p>
        </p:txBody>
      </p:sp>
    </p:spTree>
    <p:extLst>
      <p:ext uri="{BB962C8B-B14F-4D97-AF65-F5344CB8AC3E}">
        <p14:creationId xmlns:p14="http://schemas.microsoft.com/office/powerpoint/2010/main" val="9334104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FRIDEL</a:t>
            </a:r>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39</a:t>
            </a:fld>
            <a:endParaRPr lang="hu-HU"/>
          </a:p>
        </p:txBody>
      </p:sp>
    </p:spTree>
    <p:extLst>
      <p:ext uri="{BB962C8B-B14F-4D97-AF65-F5344CB8AC3E}">
        <p14:creationId xmlns:p14="http://schemas.microsoft.com/office/powerpoint/2010/main" val="2185817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FRIDEL</a:t>
            </a:r>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40</a:t>
            </a:fld>
            <a:endParaRPr lang="hu-HU"/>
          </a:p>
        </p:txBody>
      </p:sp>
    </p:spTree>
    <p:extLst>
      <p:ext uri="{BB962C8B-B14F-4D97-AF65-F5344CB8AC3E}">
        <p14:creationId xmlns:p14="http://schemas.microsoft.com/office/powerpoint/2010/main" val="42196112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504FC-185E-F187-8569-1445D99B34D0}"/>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2724C8E4-3F9E-BA1A-AFC7-A7DC9E47A1F3}"/>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D656F73F-A7D7-93E1-6012-A0216C181BB0}"/>
              </a:ext>
            </a:extLst>
          </p:cNvPr>
          <p:cNvSpPr>
            <a:spLocks noGrp="1"/>
          </p:cNvSpPr>
          <p:nvPr>
            <p:ph type="body" idx="1"/>
          </p:nvPr>
        </p:nvSpPr>
        <p:spPr/>
        <p:txBody>
          <a:bodyPr/>
          <a:lstStyle/>
          <a:p>
            <a:r>
              <a:rPr lang="hu-HU" dirty="0">
                <a:effectLst/>
              </a:rPr>
              <a:t>FRIDEL</a:t>
            </a:r>
            <a:endParaRPr lang="hu-HU" dirty="0"/>
          </a:p>
        </p:txBody>
      </p:sp>
      <p:sp>
        <p:nvSpPr>
          <p:cNvPr id="4" name="Dia számának helye 3">
            <a:extLst>
              <a:ext uri="{FF2B5EF4-FFF2-40B4-BE49-F238E27FC236}">
                <a16:creationId xmlns:a16="http://schemas.microsoft.com/office/drawing/2014/main" id="{342CB545-CC97-C05C-B544-48DA122C6F4A}"/>
              </a:ext>
            </a:extLst>
          </p:cNvPr>
          <p:cNvSpPr>
            <a:spLocks noGrp="1"/>
          </p:cNvSpPr>
          <p:nvPr>
            <p:ph type="sldNum" sz="quarter" idx="5"/>
          </p:nvPr>
        </p:nvSpPr>
        <p:spPr/>
        <p:txBody>
          <a:bodyPr/>
          <a:lstStyle/>
          <a:p>
            <a:fld id="{AF8739B0-A542-459C-8702-457C1041B5E2}" type="slidenum">
              <a:rPr lang="hu-HU" smtClean="0"/>
              <a:t>41</a:t>
            </a:fld>
            <a:endParaRPr lang="hu-HU"/>
          </a:p>
        </p:txBody>
      </p:sp>
    </p:spTree>
    <p:extLst>
      <p:ext uri="{BB962C8B-B14F-4D97-AF65-F5344CB8AC3E}">
        <p14:creationId xmlns:p14="http://schemas.microsoft.com/office/powerpoint/2010/main" val="34192953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JOBBÁGY</a:t>
            </a:r>
          </a:p>
          <a:p>
            <a:r>
              <a:rPr lang="hu-HU" dirty="0"/>
              <a:t>A hálózat egy otthoni környezetet szimulál, mely egy távmunkás elérését biztosítja</a:t>
            </a:r>
          </a:p>
        </p:txBody>
      </p:sp>
      <p:sp>
        <p:nvSpPr>
          <p:cNvPr id="4" name="Dia számának helye 3"/>
          <p:cNvSpPr>
            <a:spLocks noGrp="1"/>
          </p:cNvSpPr>
          <p:nvPr>
            <p:ph type="sldNum" sz="quarter" idx="5"/>
          </p:nvPr>
        </p:nvSpPr>
        <p:spPr/>
        <p:txBody>
          <a:bodyPr/>
          <a:lstStyle/>
          <a:p>
            <a:fld id="{AF8739B0-A542-459C-8702-457C1041B5E2}" type="slidenum">
              <a:rPr lang="hu-HU" smtClean="0"/>
              <a:t>42</a:t>
            </a:fld>
            <a:endParaRPr lang="hu-HU"/>
          </a:p>
        </p:txBody>
      </p:sp>
    </p:spTree>
    <p:extLst>
      <p:ext uri="{BB962C8B-B14F-4D97-AF65-F5344CB8AC3E}">
        <p14:creationId xmlns:p14="http://schemas.microsoft.com/office/powerpoint/2010/main" val="3850136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D96D6-D6F1-E088-B338-C7C99BCB9009}"/>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38356B4F-ACAD-DC16-BF9B-DB93BCA7D930}"/>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34AC7823-4F34-EEF4-C272-3D3BA9987C63}"/>
              </a:ext>
            </a:extLst>
          </p:cNvPr>
          <p:cNvSpPr>
            <a:spLocks noGrp="1"/>
          </p:cNvSpPr>
          <p:nvPr>
            <p:ph type="body" idx="1"/>
          </p:nvPr>
        </p:nvSpPr>
        <p:spPr/>
        <p:txBody>
          <a:bodyPr/>
          <a:lstStyle/>
          <a:p>
            <a:r>
              <a:rPr lang="hu-HU" dirty="0"/>
              <a:t>JOBBÁGY</a:t>
            </a:r>
            <a:br>
              <a:rPr lang="hu-HU" dirty="0"/>
            </a:br>
            <a:r>
              <a:rPr lang="hu-HU" dirty="0"/>
              <a:t>Internet felé néző és belső interfészt statikusan konfiguráltunk, belső hálózatba DHCP-vel címet is oszt</a:t>
            </a:r>
          </a:p>
        </p:txBody>
      </p:sp>
      <p:sp>
        <p:nvSpPr>
          <p:cNvPr id="4" name="Dia számának helye 3">
            <a:extLst>
              <a:ext uri="{FF2B5EF4-FFF2-40B4-BE49-F238E27FC236}">
                <a16:creationId xmlns:a16="http://schemas.microsoft.com/office/drawing/2014/main" id="{A049BB7A-3299-A38C-5B4F-86ECC565F9E5}"/>
              </a:ext>
            </a:extLst>
          </p:cNvPr>
          <p:cNvSpPr>
            <a:spLocks noGrp="1"/>
          </p:cNvSpPr>
          <p:nvPr>
            <p:ph type="sldNum" sz="quarter" idx="5"/>
          </p:nvPr>
        </p:nvSpPr>
        <p:spPr/>
        <p:txBody>
          <a:bodyPr/>
          <a:lstStyle/>
          <a:p>
            <a:fld id="{AF8739B0-A542-459C-8702-457C1041B5E2}" type="slidenum">
              <a:rPr lang="hu-HU" smtClean="0"/>
              <a:t>43</a:t>
            </a:fld>
            <a:endParaRPr lang="hu-HU"/>
          </a:p>
        </p:txBody>
      </p:sp>
    </p:spTree>
    <p:extLst>
      <p:ext uri="{BB962C8B-B14F-4D97-AF65-F5344CB8AC3E}">
        <p14:creationId xmlns:p14="http://schemas.microsoft.com/office/powerpoint/2010/main" val="3585471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82CB3-82F9-2DFA-E890-30F07DB97C1E}"/>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E5D952DD-040B-5C25-9E6D-0B70FAE540F2}"/>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474C7379-1840-F34D-7233-573CF1F2EBD3}"/>
              </a:ext>
            </a:extLst>
          </p:cNvPr>
          <p:cNvSpPr>
            <a:spLocks noGrp="1"/>
          </p:cNvSpPr>
          <p:nvPr>
            <p:ph type="body" idx="1"/>
          </p:nvPr>
        </p:nvSpPr>
        <p:spPr/>
        <p:txBody>
          <a:bodyPr/>
          <a:lstStyle/>
          <a:p>
            <a:r>
              <a:rPr lang="hu-HU" dirty="0"/>
              <a:t>JOBBÁGY</a:t>
            </a:r>
            <a:br>
              <a:rPr lang="hu-HU" dirty="0"/>
            </a:br>
            <a:r>
              <a:rPr lang="hu-HU" dirty="0"/>
              <a:t>A vezeték nélküli hálózat SSID-ja </a:t>
            </a:r>
            <a:r>
              <a:rPr lang="hu-HU" dirty="0" err="1"/>
              <a:t>HomeWifi</a:t>
            </a:r>
            <a:r>
              <a:rPr lang="hu-HU" dirty="0"/>
              <a:t>, melyhez a Start123 jelszóval lehet csatlakozni, ezt WPA2 </a:t>
            </a:r>
            <a:r>
              <a:rPr lang="hu-HU" dirty="0" err="1"/>
              <a:t>Personal</a:t>
            </a:r>
            <a:r>
              <a:rPr lang="hu-HU" dirty="0"/>
              <a:t> biztonsággal láttuk el</a:t>
            </a:r>
          </a:p>
        </p:txBody>
      </p:sp>
      <p:sp>
        <p:nvSpPr>
          <p:cNvPr id="4" name="Dia számának helye 3">
            <a:extLst>
              <a:ext uri="{FF2B5EF4-FFF2-40B4-BE49-F238E27FC236}">
                <a16:creationId xmlns:a16="http://schemas.microsoft.com/office/drawing/2014/main" id="{020E6DDE-AF63-3344-2B22-297876BF2F3A}"/>
              </a:ext>
            </a:extLst>
          </p:cNvPr>
          <p:cNvSpPr>
            <a:spLocks noGrp="1"/>
          </p:cNvSpPr>
          <p:nvPr>
            <p:ph type="sldNum" sz="quarter" idx="5"/>
          </p:nvPr>
        </p:nvSpPr>
        <p:spPr/>
        <p:txBody>
          <a:bodyPr/>
          <a:lstStyle/>
          <a:p>
            <a:fld id="{AF8739B0-A542-459C-8702-457C1041B5E2}" type="slidenum">
              <a:rPr lang="hu-HU" smtClean="0"/>
              <a:t>44</a:t>
            </a:fld>
            <a:endParaRPr lang="hu-HU"/>
          </a:p>
        </p:txBody>
      </p:sp>
    </p:spTree>
    <p:extLst>
      <p:ext uri="{BB962C8B-B14F-4D97-AF65-F5344CB8AC3E}">
        <p14:creationId xmlns:p14="http://schemas.microsoft.com/office/powerpoint/2010/main" val="9360357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FRIDEL</a:t>
            </a:r>
            <a:endParaRPr lang="hu-HU"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Végül nézzük a Szerverparkot.</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45</a:t>
            </a:fld>
            <a:endParaRPr lang="hu-HU"/>
          </a:p>
        </p:txBody>
      </p:sp>
    </p:spTree>
    <p:extLst>
      <p:ext uri="{BB962C8B-B14F-4D97-AF65-F5344CB8AC3E}">
        <p14:creationId xmlns:p14="http://schemas.microsoft.com/office/powerpoint/2010/main" val="161616392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FRIDEL</a:t>
            </a:r>
            <a:br>
              <a:rPr lang="hu-HU" dirty="0"/>
            </a:br>
            <a:r>
              <a:rPr lang="hu-HU" dirty="0"/>
              <a:t>Elsőnek a Linux szervert mutatjuk be</a:t>
            </a:r>
          </a:p>
        </p:txBody>
      </p:sp>
      <p:sp>
        <p:nvSpPr>
          <p:cNvPr id="4" name="Dia számának helye 3"/>
          <p:cNvSpPr>
            <a:spLocks noGrp="1"/>
          </p:cNvSpPr>
          <p:nvPr>
            <p:ph type="sldNum" sz="quarter" idx="5"/>
          </p:nvPr>
        </p:nvSpPr>
        <p:spPr/>
        <p:txBody>
          <a:bodyPr/>
          <a:lstStyle/>
          <a:p>
            <a:fld id="{AF8739B0-A542-459C-8702-457C1041B5E2}" type="slidenum">
              <a:rPr lang="hu-HU" smtClean="0"/>
              <a:t>46</a:t>
            </a:fld>
            <a:endParaRPr lang="hu-HU"/>
          </a:p>
        </p:txBody>
      </p:sp>
    </p:spTree>
    <p:extLst>
      <p:ext uri="{BB962C8B-B14F-4D97-AF65-F5344CB8AC3E}">
        <p14:creationId xmlns:p14="http://schemas.microsoft.com/office/powerpoint/2010/main" val="7887532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FRIDEL</a:t>
            </a:r>
            <a:br>
              <a:rPr lang="hu-HU" dirty="0">
                <a:effectLst/>
              </a:rPr>
            </a:br>
            <a:r>
              <a:rPr lang="hu-HU" dirty="0">
                <a:effectLst/>
              </a:rPr>
              <a:t>A szerverparkban Debian Linux virtuális gépeket futtatunk </a:t>
            </a:r>
            <a:r>
              <a:rPr lang="hu-HU" dirty="0" err="1">
                <a:effectLst/>
              </a:rPr>
              <a:t>Hyper</a:t>
            </a:r>
            <a:r>
              <a:rPr lang="hu-HU" dirty="0">
                <a:effectLst/>
              </a:rPr>
              <a:t>-V-</a:t>
            </a:r>
            <a:r>
              <a:rPr lang="hu-HU" dirty="0" err="1">
                <a:effectLst/>
              </a:rPr>
              <a:t>n.</a:t>
            </a:r>
            <a:r>
              <a:rPr lang="hu-HU" dirty="0">
                <a:effectLst/>
              </a:rPr>
              <a:t> Kiírtuk ide az adatait</a:t>
            </a:r>
          </a:p>
        </p:txBody>
      </p:sp>
      <p:sp>
        <p:nvSpPr>
          <p:cNvPr id="4" name="Dia számának helye 3"/>
          <p:cNvSpPr>
            <a:spLocks noGrp="1"/>
          </p:cNvSpPr>
          <p:nvPr>
            <p:ph type="sldNum" sz="quarter" idx="5"/>
          </p:nvPr>
        </p:nvSpPr>
        <p:spPr/>
        <p:txBody>
          <a:bodyPr/>
          <a:lstStyle/>
          <a:p>
            <a:fld id="{AF8739B0-A542-459C-8702-457C1041B5E2}" type="slidenum">
              <a:rPr lang="hu-HU" smtClean="0"/>
              <a:t>47</a:t>
            </a:fld>
            <a:endParaRPr lang="hu-HU"/>
          </a:p>
        </p:txBody>
      </p:sp>
    </p:spTree>
    <p:extLst>
      <p:ext uri="{BB962C8B-B14F-4D97-AF65-F5344CB8AC3E}">
        <p14:creationId xmlns:p14="http://schemas.microsoft.com/office/powerpoint/2010/main" val="31528514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FRIDEL</a:t>
            </a:r>
          </a:p>
          <a:p>
            <a:r>
              <a:rPr lang="hu-HU">
                <a:effectLst/>
              </a:rPr>
              <a:t>A szerverek hálózati beállításait adtuk meg – az egyik interfész DHCP-n keresztül kap címet, a másik statikus a belső </a:t>
            </a:r>
            <a:r>
              <a:rPr lang="hu-HU"/>
              <a:t>Szerverparkban</a:t>
            </a:r>
            <a:endParaRPr lang="hu-HU">
              <a:effectLst/>
              <a:ea typeface="Calibri"/>
              <a:cs typeface="Calibri"/>
            </a:endParaRPr>
          </a:p>
        </p:txBody>
      </p:sp>
      <p:sp>
        <p:nvSpPr>
          <p:cNvPr id="4" name="Dia számának helye 3"/>
          <p:cNvSpPr>
            <a:spLocks noGrp="1"/>
          </p:cNvSpPr>
          <p:nvPr>
            <p:ph type="sldNum" sz="quarter" idx="5"/>
          </p:nvPr>
        </p:nvSpPr>
        <p:spPr/>
        <p:txBody>
          <a:bodyPr/>
          <a:lstStyle/>
          <a:p>
            <a:fld id="{AF8739B0-A542-459C-8702-457C1041B5E2}" type="slidenum">
              <a:rPr lang="hu-HU" smtClean="0"/>
              <a:t>48</a:t>
            </a:fld>
            <a:endParaRPr lang="hu-HU"/>
          </a:p>
        </p:txBody>
      </p:sp>
    </p:spTree>
    <p:extLst>
      <p:ext uri="{BB962C8B-B14F-4D97-AF65-F5344CB8AC3E}">
        <p14:creationId xmlns:p14="http://schemas.microsoft.com/office/powerpoint/2010/main" val="5271966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FRIDEL</a:t>
            </a:r>
            <a:br>
              <a:rPr lang="hu-HU" dirty="0"/>
            </a:br>
            <a:r>
              <a:rPr lang="hu-HU" dirty="0"/>
              <a:t>Távoli elérés engedélyezve a Linux szerveren</a:t>
            </a:r>
            <a:br>
              <a:rPr lang="hu-HU" dirty="0"/>
            </a:br>
            <a:r>
              <a:rPr lang="hu-HU" dirty="0" err="1">
                <a:effectLst/>
              </a:rPr>
              <a:t>Root</a:t>
            </a:r>
            <a:r>
              <a:rPr lang="hu-HU" dirty="0">
                <a:effectLst/>
              </a:rPr>
              <a:t> bejelentkezést engedélyeztünk SSH-n keresztül a könnyebb tesztelés érdekében.</a:t>
            </a:r>
          </a:p>
        </p:txBody>
      </p:sp>
      <p:sp>
        <p:nvSpPr>
          <p:cNvPr id="4" name="Dia számának helye 3"/>
          <p:cNvSpPr>
            <a:spLocks noGrp="1"/>
          </p:cNvSpPr>
          <p:nvPr>
            <p:ph type="sldNum" sz="quarter" idx="5"/>
          </p:nvPr>
        </p:nvSpPr>
        <p:spPr/>
        <p:txBody>
          <a:bodyPr/>
          <a:lstStyle/>
          <a:p>
            <a:fld id="{AF8739B0-A542-459C-8702-457C1041B5E2}" type="slidenum">
              <a:rPr lang="hu-HU" smtClean="0"/>
              <a:t>49</a:t>
            </a:fld>
            <a:endParaRPr lang="hu-HU"/>
          </a:p>
        </p:txBody>
      </p:sp>
    </p:spTree>
    <p:extLst>
      <p:ext uri="{BB962C8B-B14F-4D97-AF65-F5344CB8AC3E}">
        <p14:creationId xmlns:p14="http://schemas.microsoft.com/office/powerpoint/2010/main" val="31985560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FRIDEL</a:t>
            </a:r>
          </a:p>
          <a:p>
            <a:r>
              <a:rPr lang="hu-HU" dirty="0">
                <a:effectLst/>
              </a:rPr>
              <a:t>Naponta 20:00-kor automatikus backup készül a /</a:t>
            </a:r>
            <a:r>
              <a:rPr lang="hu-HU" dirty="0" err="1">
                <a:effectLst/>
              </a:rPr>
              <a:t>home</a:t>
            </a:r>
            <a:r>
              <a:rPr lang="hu-HU" dirty="0">
                <a:effectLst/>
              </a:rPr>
              <a:t> könyvtárból.</a:t>
            </a:r>
          </a:p>
          <a:p>
            <a:r>
              <a:rPr lang="hu-HU" dirty="0">
                <a:effectLst/>
              </a:rPr>
              <a:t>A régi backupok 7 nap után automatikusan törlődnek</a:t>
            </a:r>
          </a:p>
        </p:txBody>
      </p:sp>
      <p:sp>
        <p:nvSpPr>
          <p:cNvPr id="4" name="Dia számának helye 3"/>
          <p:cNvSpPr>
            <a:spLocks noGrp="1"/>
          </p:cNvSpPr>
          <p:nvPr>
            <p:ph type="sldNum" sz="quarter" idx="5"/>
          </p:nvPr>
        </p:nvSpPr>
        <p:spPr/>
        <p:txBody>
          <a:bodyPr/>
          <a:lstStyle/>
          <a:p>
            <a:fld id="{AF8739B0-A542-459C-8702-457C1041B5E2}" type="slidenum">
              <a:rPr lang="hu-HU" smtClean="0"/>
              <a:t>50</a:t>
            </a:fld>
            <a:endParaRPr lang="hu-HU"/>
          </a:p>
        </p:txBody>
      </p:sp>
    </p:spTree>
    <p:extLst>
      <p:ext uri="{BB962C8B-B14F-4D97-AF65-F5344CB8AC3E}">
        <p14:creationId xmlns:p14="http://schemas.microsoft.com/office/powerpoint/2010/main" val="30505039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FRIDEL</a:t>
            </a:r>
            <a:br>
              <a:rPr lang="hu-HU" dirty="0"/>
            </a:br>
            <a:r>
              <a:rPr lang="hu-HU" dirty="0"/>
              <a:t>DNS szerverünk a szerverpark területén fut</a:t>
            </a:r>
            <a:br>
              <a:rPr lang="hu-HU" dirty="0"/>
            </a:br>
            <a:r>
              <a:rPr lang="hu-HU" dirty="0" err="1"/>
              <a:t>Domain</a:t>
            </a:r>
            <a:r>
              <a:rPr lang="hu-HU" dirty="0"/>
              <a:t> nevünk projekt.info, valamint </a:t>
            </a:r>
            <a:r>
              <a:rPr lang="hu-HU" dirty="0" err="1"/>
              <a:t>CrazyDrive.zrt</a:t>
            </a:r>
            <a:r>
              <a:rPr lang="hu-HU" dirty="0"/>
              <a:t> néven is elérhetőek vagyunk, mindkét cím a webszerverre mutat</a:t>
            </a:r>
          </a:p>
        </p:txBody>
      </p:sp>
      <p:sp>
        <p:nvSpPr>
          <p:cNvPr id="4" name="Dia számának helye 3"/>
          <p:cNvSpPr>
            <a:spLocks noGrp="1"/>
          </p:cNvSpPr>
          <p:nvPr>
            <p:ph type="sldNum" sz="quarter" idx="5"/>
          </p:nvPr>
        </p:nvSpPr>
        <p:spPr/>
        <p:txBody>
          <a:bodyPr/>
          <a:lstStyle/>
          <a:p>
            <a:fld id="{AF8739B0-A542-459C-8702-457C1041B5E2}" type="slidenum">
              <a:rPr lang="hu-HU" smtClean="0"/>
              <a:t>51</a:t>
            </a:fld>
            <a:endParaRPr lang="hu-HU"/>
          </a:p>
        </p:txBody>
      </p:sp>
    </p:spTree>
    <p:extLst>
      <p:ext uri="{BB962C8B-B14F-4D97-AF65-F5344CB8AC3E}">
        <p14:creationId xmlns:p14="http://schemas.microsoft.com/office/powerpoint/2010/main" val="4094426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10DE9-1922-73C9-369D-316144F04407}"/>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EF3C4C88-F2A6-E29F-FAEF-0C84F2EC42F7}"/>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C29DC506-E4D5-C86F-8539-311F8C8C6646}"/>
              </a:ext>
            </a:extLst>
          </p:cNvPr>
          <p:cNvSpPr>
            <a:spLocks noGrp="1"/>
          </p:cNvSpPr>
          <p:nvPr>
            <p:ph type="body" idx="1"/>
          </p:nvPr>
        </p:nvSpPr>
        <p:spPr/>
        <p:txBody>
          <a:bodyPr/>
          <a:lstStyle/>
          <a:p>
            <a:r>
              <a:rPr lang="hu-HU" dirty="0"/>
              <a:t>FRIDEL</a:t>
            </a:r>
            <a:br>
              <a:rPr lang="hu-HU" dirty="0"/>
            </a:br>
            <a:r>
              <a:rPr lang="hu-HU" dirty="0"/>
              <a:t>DNS szerverünk a szerverpark területén fut</a:t>
            </a:r>
            <a:br>
              <a:rPr lang="hu-HU" dirty="0"/>
            </a:br>
            <a:r>
              <a:rPr lang="hu-HU" dirty="0" err="1"/>
              <a:t>Domain</a:t>
            </a:r>
            <a:r>
              <a:rPr lang="hu-HU" dirty="0"/>
              <a:t> nevünk projekt.info, valamint </a:t>
            </a:r>
            <a:r>
              <a:rPr lang="hu-HU" dirty="0" err="1"/>
              <a:t>CrazyDrive.zrt</a:t>
            </a:r>
            <a:r>
              <a:rPr lang="hu-HU" dirty="0"/>
              <a:t> néven is elérhetőek vagyunk, mindkét cím a webszerverre mutat</a:t>
            </a:r>
          </a:p>
        </p:txBody>
      </p:sp>
      <p:sp>
        <p:nvSpPr>
          <p:cNvPr id="4" name="Dia számának helye 3">
            <a:extLst>
              <a:ext uri="{FF2B5EF4-FFF2-40B4-BE49-F238E27FC236}">
                <a16:creationId xmlns:a16="http://schemas.microsoft.com/office/drawing/2014/main" id="{E1A47A4A-F13C-C23C-2E2B-601EECFF8AAA}"/>
              </a:ext>
            </a:extLst>
          </p:cNvPr>
          <p:cNvSpPr>
            <a:spLocks noGrp="1"/>
          </p:cNvSpPr>
          <p:nvPr>
            <p:ph type="sldNum" sz="quarter" idx="5"/>
          </p:nvPr>
        </p:nvSpPr>
        <p:spPr/>
        <p:txBody>
          <a:bodyPr/>
          <a:lstStyle/>
          <a:p>
            <a:fld id="{AF8739B0-A542-459C-8702-457C1041B5E2}" type="slidenum">
              <a:rPr lang="hu-HU" smtClean="0"/>
              <a:t>52</a:t>
            </a:fld>
            <a:endParaRPr lang="hu-HU"/>
          </a:p>
        </p:txBody>
      </p:sp>
    </p:spTree>
    <p:extLst>
      <p:ext uri="{BB962C8B-B14F-4D97-AF65-F5344CB8AC3E}">
        <p14:creationId xmlns:p14="http://schemas.microsoft.com/office/powerpoint/2010/main" val="9734689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07214-93AE-ABD9-10C7-E6B1DEC650CA}"/>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CC876D8A-FA45-A076-C1B3-66DA77E9A6DC}"/>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4439EBA5-D913-18A5-B03E-85AC34D6154C}"/>
              </a:ext>
            </a:extLst>
          </p:cNvPr>
          <p:cNvSpPr>
            <a:spLocks noGrp="1"/>
          </p:cNvSpPr>
          <p:nvPr>
            <p:ph type="body" idx="1"/>
          </p:nvPr>
        </p:nvSpPr>
        <p:spPr/>
        <p:txBody>
          <a:bodyPr/>
          <a:lstStyle/>
          <a:p>
            <a:r>
              <a:rPr lang="hu-HU" dirty="0"/>
              <a:t>FRIDEL</a:t>
            </a:r>
            <a:br>
              <a:rPr lang="hu-HU" dirty="0"/>
            </a:br>
            <a:r>
              <a:rPr lang="hu-HU" dirty="0"/>
              <a:t>DNS szerverünk a szerverpark területén fut</a:t>
            </a:r>
            <a:br>
              <a:rPr lang="hu-HU" dirty="0"/>
            </a:br>
            <a:r>
              <a:rPr lang="hu-HU" dirty="0" err="1"/>
              <a:t>Domain</a:t>
            </a:r>
            <a:r>
              <a:rPr lang="hu-HU" dirty="0"/>
              <a:t> nevünk projekt.info, valamint </a:t>
            </a:r>
            <a:r>
              <a:rPr lang="hu-HU" dirty="0" err="1"/>
              <a:t>CrazyDrive.zrt</a:t>
            </a:r>
            <a:r>
              <a:rPr lang="hu-HU" dirty="0"/>
              <a:t> néven is elérhetőek vagyunk, mindkét cím a webszerverre mutat</a:t>
            </a:r>
          </a:p>
        </p:txBody>
      </p:sp>
      <p:sp>
        <p:nvSpPr>
          <p:cNvPr id="4" name="Dia számának helye 3">
            <a:extLst>
              <a:ext uri="{FF2B5EF4-FFF2-40B4-BE49-F238E27FC236}">
                <a16:creationId xmlns:a16="http://schemas.microsoft.com/office/drawing/2014/main" id="{C75969AD-CC92-02D8-96B0-0A13225E5799}"/>
              </a:ext>
            </a:extLst>
          </p:cNvPr>
          <p:cNvSpPr>
            <a:spLocks noGrp="1"/>
          </p:cNvSpPr>
          <p:nvPr>
            <p:ph type="sldNum" sz="quarter" idx="5"/>
          </p:nvPr>
        </p:nvSpPr>
        <p:spPr/>
        <p:txBody>
          <a:bodyPr/>
          <a:lstStyle/>
          <a:p>
            <a:fld id="{AF8739B0-A542-459C-8702-457C1041B5E2}" type="slidenum">
              <a:rPr lang="hu-HU" smtClean="0"/>
              <a:t>53</a:t>
            </a:fld>
            <a:endParaRPr lang="hu-HU"/>
          </a:p>
        </p:txBody>
      </p:sp>
    </p:spTree>
    <p:extLst>
      <p:ext uri="{BB962C8B-B14F-4D97-AF65-F5344CB8AC3E}">
        <p14:creationId xmlns:p14="http://schemas.microsoft.com/office/powerpoint/2010/main" val="273195739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1FBD2-9749-76A2-2BDE-293C1DB74919}"/>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3B74C48F-64CD-E06F-53EB-69B1E97EE262}"/>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F4E19233-661E-791B-C637-22B0CAA629D1}"/>
              </a:ext>
            </a:extLst>
          </p:cNvPr>
          <p:cNvSpPr>
            <a:spLocks noGrp="1"/>
          </p:cNvSpPr>
          <p:nvPr>
            <p:ph type="body" idx="1"/>
          </p:nvPr>
        </p:nvSpPr>
        <p:spPr/>
        <p:txBody>
          <a:bodyPr/>
          <a:lstStyle/>
          <a:p>
            <a:r>
              <a:rPr lang="hu-HU" dirty="0"/>
              <a:t>FRIDEL</a:t>
            </a:r>
            <a:br>
              <a:rPr lang="hu-HU" dirty="0"/>
            </a:br>
            <a:r>
              <a:rPr lang="hu-HU" dirty="0"/>
              <a:t>DNS szerverünk a szerverpark területén fut</a:t>
            </a:r>
            <a:br>
              <a:rPr lang="hu-HU" dirty="0"/>
            </a:br>
            <a:r>
              <a:rPr lang="hu-HU" dirty="0" err="1"/>
              <a:t>Domain</a:t>
            </a:r>
            <a:r>
              <a:rPr lang="hu-HU" dirty="0"/>
              <a:t> nevünk projekt.info, valamint </a:t>
            </a:r>
            <a:r>
              <a:rPr lang="hu-HU" dirty="0" err="1"/>
              <a:t>CrazyDrive.zrt</a:t>
            </a:r>
            <a:r>
              <a:rPr lang="hu-HU" dirty="0"/>
              <a:t> néven is elérhetőek vagyunk, mindkét cím a webszerverre mutat</a:t>
            </a:r>
          </a:p>
        </p:txBody>
      </p:sp>
      <p:sp>
        <p:nvSpPr>
          <p:cNvPr id="4" name="Dia számának helye 3">
            <a:extLst>
              <a:ext uri="{FF2B5EF4-FFF2-40B4-BE49-F238E27FC236}">
                <a16:creationId xmlns:a16="http://schemas.microsoft.com/office/drawing/2014/main" id="{B20D135C-5372-7F3A-BBB5-B13A4914F828}"/>
              </a:ext>
            </a:extLst>
          </p:cNvPr>
          <p:cNvSpPr>
            <a:spLocks noGrp="1"/>
          </p:cNvSpPr>
          <p:nvPr>
            <p:ph type="sldNum" sz="quarter" idx="5"/>
          </p:nvPr>
        </p:nvSpPr>
        <p:spPr/>
        <p:txBody>
          <a:bodyPr/>
          <a:lstStyle/>
          <a:p>
            <a:fld id="{AF8739B0-A542-459C-8702-457C1041B5E2}" type="slidenum">
              <a:rPr lang="hu-HU" smtClean="0"/>
              <a:t>54</a:t>
            </a:fld>
            <a:endParaRPr lang="hu-HU"/>
          </a:p>
        </p:txBody>
      </p:sp>
    </p:spTree>
    <p:extLst>
      <p:ext uri="{BB962C8B-B14F-4D97-AF65-F5344CB8AC3E}">
        <p14:creationId xmlns:p14="http://schemas.microsoft.com/office/powerpoint/2010/main" val="13183322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FRIDEL</a:t>
            </a:r>
            <a:br>
              <a:rPr lang="hu-HU" dirty="0"/>
            </a:br>
            <a:r>
              <a:rPr lang="hu-HU" dirty="0"/>
              <a:t>Ez a weboldalunk, mely teljesen egészében így néz ki, egy rövid ismertetőt helyeztünk el a </a:t>
            </a:r>
            <a:r>
              <a:rPr lang="hu-HU" dirty="0" err="1"/>
              <a:t>CrazyDrive</a:t>
            </a:r>
            <a:r>
              <a:rPr lang="hu-HU" dirty="0"/>
              <a:t> cégről</a:t>
            </a:r>
          </a:p>
        </p:txBody>
      </p:sp>
      <p:sp>
        <p:nvSpPr>
          <p:cNvPr id="4" name="Dia számának helye 3"/>
          <p:cNvSpPr>
            <a:spLocks noGrp="1"/>
          </p:cNvSpPr>
          <p:nvPr>
            <p:ph type="sldNum" sz="quarter" idx="5"/>
          </p:nvPr>
        </p:nvSpPr>
        <p:spPr/>
        <p:txBody>
          <a:bodyPr/>
          <a:lstStyle/>
          <a:p>
            <a:fld id="{AF8739B0-A542-459C-8702-457C1041B5E2}" type="slidenum">
              <a:rPr lang="hu-HU" smtClean="0"/>
              <a:t>55</a:t>
            </a:fld>
            <a:endParaRPr lang="hu-HU"/>
          </a:p>
        </p:txBody>
      </p:sp>
    </p:spTree>
    <p:extLst>
      <p:ext uri="{BB962C8B-B14F-4D97-AF65-F5344CB8AC3E}">
        <p14:creationId xmlns:p14="http://schemas.microsoft.com/office/powerpoint/2010/main" val="15860687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FRIDEL</a:t>
            </a:r>
            <a:br>
              <a:rPr lang="hu-HU" dirty="0">
                <a:effectLst/>
              </a:rPr>
            </a:br>
            <a:r>
              <a:rPr lang="hu-HU" dirty="0" err="1">
                <a:effectLst/>
              </a:rPr>
              <a:t>vsftpd</a:t>
            </a:r>
            <a:r>
              <a:rPr lang="hu-HU" dirty="0">
                <a:effectLst/>
              </a:rPr>
              <a:t> FTP szervert is telepítettünk, helyi felhasználókkal és írási joggal a konfigurációs fájlok átviteléhez.</a:t>
            </a:r>
          </a:p>
        </p:txBody>
      </p:sp>
      <p:sp>
        <p:nvSpPr>
          <p:cNvPr id="4" name="Dia számának helye 3"/>
          <p:cNvSpPr>
            <a:spLocks noGrp="1"/>
          </p:cNvSpPr>
          <p:nvPr>
            <p:ph type="sldNum" sz="quarter" idx="5"/>
          </p:nvPr>
        </p:nvSpPr>
        <p:spPr/>
        <p:txBody>
          <a:bodyPr/>
          <a:lstStyle/>
          <a:p>
            <a:fld id="{AF8739B0-A542-459C-8702-457C1041B5E2}" type="slidenum">
              <a:rPr lang="hu-HU" smtClean="0"/>
              <a:t>56</a:t>
            </a:fld>
            <a:endParaRPr lang="hu-HU"/>
          </a:p>
        </p:txBody>
      </p:sp>
    </p:spTree>
    <p:extLst>
      <p:ext uri="{BB962C8B-B14F-4D97-AF65-F5344CB8AC3E}">
        <p14:creationId xmlns:p14="http://schemas.microsoft.com/office/powerpoint/2010/main" val="36120884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JOBBÁGY</a:t>
            </a:r>
            <a:br>
              <a:rPr lang="hu-HU" dirty="0"/>
            </a:br>
            <a:r>
              <a:rPr lang="hu-HU" dirty="0"/>
              <a:t>Windows szerverünk is a szerverparkban fut, </a:t>
            </a:r>
            <a:r>
              <a:rPr lang="hu-HU" dirty="0">
                <a:effectLst/>
              </a:rPr>
              <a:t>A Microsoft </a:t>
            </a:r>
            <a:r>
              <a:rPr lang="hu-HU" dirty="0" err="1">
                <a:effectLst/>
              </a:rPr>
              <a:t>Defender</a:t>
            </a:r>
            <a:r>
              <a:rPr lang="hu-HU" dirty="0">
                <a:effectLst/>
              </a:rPr>
              <a:t> tűzfalat kikapcsoltuk, a távoli felügyeletet engedélyeztük, a Távoli Asztalt viszont letiltottuk a biztonság érdekében.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hu-HU" dirty="0">
              <a:effectLst/>
            </a:endParaRP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57</a:t>
            </a:fld>
            <a:endParaRPr lang="hu-HU"/>
          </a:p>
        </p:txBody>
      </p:sp>
    </p:spTree>
    <p:extLst>
      <p:ext uri="{BB962C8B-B14F-4D97-AF65-F5344CB8AC3E}">
        <p14:creationId xmlns:p14="http://schemas.microsoft.com/office/powerpoint/2010/main" val="32180809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JOBBÁGY</a:t>
            </a:r>
            <a:br>
              <a:rPr lang="hu-HU" dirty="0">
                <a:effectLst/>
              </a:rPr>
            </a:br>
            <a:r>
              <a:rPr lang="hu-HU" dirty="0">
                <a:effectLst/>
              </a:rPr>
              <a:t>Az </a:t>
            </a:r>
            <a:r>
              <a:rPr lang="hu-HU" dirty="0" err="1">
                <a:effectLst/>
              </a:rPr>
              <a:t>Active</a:t>
            </a:r>
            <a:r>
              <a:rPr lang="hu-HU" dirty="0">
                <a:effectLst/>
              </a:rPr>
              <a:t> </a:t>
            </a:r>
            <a:r>
              <a:rPr lang="hu-HU" dirty="0" err="1">
                <a:effectLst/>
              </a:rPr>
              <a:t>Directory</a:t>
            </a:r>
            <a:r>
              <a:rPr lang="hu-HU" dirty="0">
                <a:effectLst/>
              </a:rPr>
              <a:t> </a:t>
            </a:r>
            <a:r>
              <a:rPr lang="hu-HU" dirty="0" err="1">
                <a:effectLst/>
              </a:rPr>
              <a:t>Domain</a:t>
            </a:r>
            <a:r>
              <a:rPr lang="hu-HU" dirty="0">
                <a:effectLst/>
              </a:rPr>
              <a:t> </a:t>
            </a:r>
            <a:r>
              <a:rPr lang="hu-HU" dirty="0" err="1">
                <a:effectLst/>
              </a:rPr>
              <a:t>Services</a:t>
            </a:r>
            <a:r>
              <a:rPr lang="hu-HU" dirty="0">
                <a:effectLst/>
              </a:rPr>
              <a:t>-t telepítettük a Windows szerverre.</a:t>
            </a:r>
          </a:p>
          <a:p>
            <a:r>
              <a:rPr lang="hu-HU" dirty="0">
                <a:effectLst/>
              </a:rPr>
              <a:t>Létrehoztuk a projekt.info tartományt, és benne a felhasználókat. Így központilag tudjuk kezelni a felhasználói fiókokat, jogosultságokat és a csoportokat.</a:t>
            </a:r>
          </a:p>
        </p:txBody>
      </p:sp>
      <p:sp>
        <p:nvSpPr>
          <p:cNvPr id="4" name="Dia számának helye 3"/>
          <p:cNvSpPr>
            <a:spLocks noGrp="1"/>
          </p:cNvSpPr>
          <p:nvPr>
            <p:ph type="sldNum" sz="quarter" idx="5"/>
          </p:nvPr>
        </p:nvSpPr>
        <p:spPr/>
        <p:txBody>
          <a:bodyPr/>
          <a:lstStyle/>
          <a:p>
            <a:fld id="{AF8739B0-A542-459C-8702-457C1041B5E2}" type="slidenum">
              <a:rPr lang="hu-HU" smtClean="0"/>
              <a:t>58</a:t>
            </a:fld>
            <a:endParaRPr lang="hu-HU"/>
          </a:p>
        </p:txBody>
      </p:sp>
    </p:spTree>
    <p:extLst>
      <p:ext uri="{BB962C8B-B14F-4D97-AF65-F5344CB8AC3E}">
        <p14:creationId xmlns:p14="http://schemas.microsoft.com/office/powerpoint/2010/main" val="103104352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JOBBÁGY</a:t>
            </a:r>
          </a:p>
          <a:p>
            <a:r>
              <a:rPr lang="hu-HU" dirty="0"/>
              <a:t>Új felhasználó bejelentkezésekor a csoportházirend automatikusan telepíti a </a:t>
            </a:r>
            <a:r>
              <a:rPr lang="hu-HU" dirty="0" err="1"/>
              <a:t>PuTTY</a:t>
            </a:r>
            <a:r>
              <a:rPr lang="hu-HU" dirty="0"/>
              <a:t> alkalmazást</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Ez nagyban megkönnyíti a rendszergazdai munkát, mert nem kell egyesével telepítenünk</a:t>
            </a:r>
          </a:p>
        </p:txBody>
      </p:sp>
      <p:sp>
        <p:nvSpPr>
          <p:cNvPr id="4" name="Dia számának helye 3"/>
          <p:cNvSpPr>
            <a:spLocks noGrp="1"/>
          </p:cNvSpPr>
          <p:nvPr>
            <p:ph type="sldNum" sz="quarter" idx="5"/>
          </p:nvPr>
        </p:nvSpPr>
        <p:spPr/>
        <p:txBody>
          <a:bodyPr/>
          <a:lstStyle/>
          <a:p>
            <a:fld id="{AF8739B0-A542-459C-8702-457C1041B5E2}" type="slidenum">
              <a:rPr lang="hu-HU" smtClean="0"/>
              <a:t>59</a:t>
            </a:fld>
            <a:endParaRPr lang="hu-HU"/>
          </a:p>
        </p:txBody>
      </p:sp>
    </p:spTree>
    <p:extLst>
      <p:ext uri="{BB962C8B-B14F-4D97-AF65-F5344CB8AC3E}">
        <p14:creationId xmlns:p14="http://schemas.microsoft.com/office/powerpoint/2010/main" val="1838874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JOBBÁGY</a:t>
            </a:r>
            <a:br>
              <a:rPr lang="hu-HU" dirty="0">
                <a:effectLst/>
              </a:rPr>
            </a:br>
            <a:r>
              <a:rPr lang="hu-HU" dirty="0">
                <a:effectLst/>
              </a:rPr>
              <a:t>A Windows szerveren fájlmegosztást és nyomtató-megosztást is beállítottunk.</a:t>
            </a:r>
          </a:p>
          <a:p>
            <a:r>
              <a:rPr lang="hu-HU" dirty="0">
                <a:effectLst/>
              </a:rPr>
              <a:t>A megosztott mappák és nyomtatók elérhetőek a tartomány összes felhasználója számára. Így a cégen belül bárki könnyen elérheti a közös fájlokat és nyomtathat.</a:t>
            </a:r>
          </a:p>
        </p:txBody>
      </p:sp>
      <p:sp>
        <p:nvSpPr>
          <p:cNvPr id="4" name="Dia számának helye 3"/>
          <p:cNvSpPr>
            <a:spLocks noGrp="1"/>
          </p:cNvSpPr>
          <p:nvPr>
            <p:ph type="sldNum" sz="quarter" idx="5"/>
          </p:nvPr>
        </p:nvSpPr>
        <p:spPr/>
        <p:txBody>
          <a:bodyPr/>
          <a:lstStyle/>
          <a:p>
            <a:fld id="{AF8739B0-A542-459C-8702-457C1041B5E2}" type="slidenum">
              <a:rPr lang="hu-HU" smtClean="0"/>
              <a:t>60</a:t>
            </a:fld>
            <a:endParaRPr lang="hu-HU"/>
          </a:p>
        </p:txBody>
      </p:sp>
    </p:spTree>
    <p:extLst>
      <p:ext uri="{BB962C8B-B14F-4D97-AF65-F5344CB8AC3E}">
        <p14:creationId xmlns:p14="http://schemas.microsoft.com/office/powerpoint/2010/main" val="420096201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JOBBÁGY</a:t>
            </a:r>
            <a:br>
              <a:rPr lang="hu-HU" dirty="0"/>
            </a:br>
            <a:r>
              <a:rPr lang="hu-HU" dirty="0"/>
              <a:t>A </a:t>
            </a:r>
            <a:r>
              <a:rPr lang="hu-HU" dirty="0" err="1"/>
              <a:t>windows</a:t>
            </a:r>
            <a:r>
              <a:rPr lang="hu-HU" dirty="0"/>
              <a:t> szerver a szerverpark, azaz saját területére oszt címet felhasználóknak. </a:t>
            </a:r>
            <a:r>
              <a:rPr lang="hu-HU" dirty="0">
                <a:effectLst/>
              </a:rPr>
              <a:t>Ez biztosítja, hogy a Szerverparkban lévő gépek automatikusan kapjanak címet.</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61</a:t>
            </a:fld>
            <a:endParaRPr lang="hu-HU"/>
          </a:p>
        </p:txBody>
      </p:sp>
    </p:spTree>
    <p:extLst>
      <p:ext uri="{BB962C8B-B14F-4D97-AF65-F5344CB8AC3E}">
        <p14:creationId xmlns:p14="http://schemas.microsoft.com/office/powerpoint/2010/main" val="35976748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br>
              <a:rPr lang="hu-HU" dirty="0">
                <a:effectLst/>
              </a:rPr>
            </a:br>
            <a:r>
              <a:rPr lang="hu-HU" dirty="0">
                <a:effectLst/>
              </a:rPr>
              <a:t>Most nézzük a Cisco ASA tűzfalat, ami a Szerverpark védelmét biztosítja.</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62</a:t>
            </a:fld>
            <a:endParaRPr lang="hu-HU"/>
          </a:p>
        </p:txBody>
      </p:sp>
    </p:spTree>
    <p:extLst>
      <p:ext uri="{BB962C8B-B14F-4D97-AF65-F5344CB8AC3E}">
        <p14:creationId xmlns:p14="http://schemas.microsoft.com/office/powerpoint/2010/main" val="10783311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br>
              <a:rPr lang="hu-HU" dirty="0">
                <a:effectLst/>
              </a:rPr>
            </a:br>
            <a:r>
              <a:rPr lang="hu-HU" dirty="0">
                <a:effectLst/>
              </a:rPr>
              <a:t>Az ASA alapbeállítása</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63</a:t>
            </a:fld>
            <a:endParaRPr lang="hu-HU"/>
          </a:p>
        </p:txBody>
      </p:sp>
    </p:spTree>
    <p:extLst>
      <p:ext uri="{BB962C8B-B14F-4D97-AF65-F5344CB8AC3E}">
        <p14:creationId xmlns:p14="http://schemas.microsoft.com/office/powerpoint/2010/main" val="335091738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br>
              <a:rPr lang="hu-HU" dirty="0">
                <a:effectLst/>
              </a:rPr>
            </a:br>
            <a:r>
              <a:rPr lang="hu-HU" dirty="0">
                <a:effectLst/>
              </a:rPr>
              <a:t>SSH hozzáférést csak az </a:t>
            </a:r>
            <a:r>
              <a:rPr lang="hu-HU" dirty="0" err="1">
                <a:effectLst/>
              </a:rPr>
              <a:t>Inside</a:t>
            </a:r>
            <a:r>
              <a:rPr lang="hu-HU" dirty="0">
                <a:effectLst/>
              </a:rPr>
              <a:t> hálózatról engedünk, verzió 2.</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A tűzfal saját DHCP szerverként is működik az </a:t>
            </a:r>
            <a:r>
              <a:rPr lang="hu-HU" dirty="0" err="1">
                <a:effectLst/>
              </a:rPr>
              <a:t>Inside</a:t>
            </a:r>
            <a:r>
              <a:rPr lang="hu-HU" dirty="0">
                <a:effectLst/>
              </a:rPr>
              <a:t> oldalon</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64</a:t>
            </a:fld>
            <a:endParaRPr lang="hu-HU"/>
          </a:p>
        </p:txBody>
      </p:sp>
    </p:spTree>
    <p:extLst>
      <p:ext uri="{BB962C8B-B14F-4D97-AF65-F5344CB8AC3E}">
        <p14:creationId xmlns:p14="http://schemas.microsoft.com/office/powerpoint/2010/main" val="260557520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br>
              <a:rPr lang="hu-HU" dirty="0">
                <a:effectLst/>
              </a:rPr>
            </a:br>
            <a:r>
              <a:rPr lang="hu-HU" dirty="0">
                <a:effectLst/>
              </a:rPr>
              <a:t>NAT szabályt állítottunk be: az </a:t>
            </a:r>
            <a:r>
              <a:rPr lang="hu-HU" dirty="0" err="1">
                <a:effectLst/>
              </a:rPr>
              <a:t>Inside</a:t>
            </a:r>
            <a:r>
              <a:rPr lang="hu-HU" dirty="0">
                <a:effectLst/>
              </a:rPr>
              <a:t> hálózat dinamikusan PAT-</a:t>
            </a:r>
            <a:r>
              <a:rPr lang="hu-HU" dirty="0" err="1">
                <a:effectLst/>
              </a:rPr>
              <a:t>ol</a:t>
            </a:r>
            <a:r>
              <a:rPr lang="hu-HU" dirty="0">
                <a:effectLst/>
              </a:rPr>
              <a:t> az </a:t>
            </a:r>
            <a:r>
              <a:rPr lang="hu-HU" dirty="0" err="1">
                <a:effectLst/>
              </a:rPr>
              <a:t>Outside</a:t>
            </a:r>
            <a:r>
              <a:rPr lang="hu-HU" dirty="0">
                <a:effectLst/>
              </a:rPr>
              <a:t> interfész IP-címére.</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ICMP </a:t>
            </a:r>
            <a:r>
              <a:rPr lang="hu-HU" dirty="0" err="1">
                <a:effectLst/>
              </a:rPr>
              <a:t>inspect-et</a:t>
            </a:r>
            <a:r>
              <a:rPr lang="hu-HU" dirty="0">
                <a:effectLst/>
              </a:rPr>
              <a:t> engedélyeztünk a diagnosztikához, valamint </a:t>
            </a:r>
            <a:r>
              <a:rPr lang="hu-HU" dirty="0" err="1">
                <a:effectLst/>
              </a:rPr>
              <a:t>default</a:t>
            </a:r>
            <a:r>
              <a:rPr lang="hu-HU" dirty="0">
                <a:effectLst/>
              </a:rPr>
              <a:t> </a:t>
            </a:r>
            <a:r>
              <a:rPr lang="hu-HU" dirty="0" err="1">
                <a:effectLst/>
              </a:rPr>
              <a:t>route</a:t>
            </a:r>
            <a:r>
              <a:rPr lang="hu-HU" dirty="0">
                <a:effectLst/>
              </a:rPr>
              <a:t>-ot a </a:t>
            </a:r>
            <a:r>
              <a:rPr lang="hu-HU" dirty="0" err="1">
                <a:effectLst/>
              </a:rPr>
              <a:t>Szerverpark_R</a:t>
            </a:r>
            <a:r>
              <a:rPr lang="hu-HU" dirty="0">
                <a:effectLst/>
              </a:rPr>
              <a:t> felé</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65</a:t>
            </a:fld>
            <a:endParaRPr lang="hu-HU"/>
          </a:p>
        </p:txBody>
      </p:sp>
    </p:spTree>
    <p:extLst>
      <p:ext uri="{BB962C8B-B14F-4D97-AF65-F5344CB8AC3E}">
        <p14:creationId xmlns:p14="http://schemas.microsoft.com/office/powerpoint/2010/main" val="9947234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JOBBÁGY</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A projektben hálózatprogramozást is végeztünk Pythonnal.</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66</a:t>
            </a:fld>
            <a:endParaRPr lang="hu-HU"/>
          </a:p>
        </p:txBody>
      </p:sp>
    </p:spTree>
    <p:extLst>
      <p:ext uri="{BB962C8B-B14F-4D97-AF65-F5344CB8AC3E}">
        <p14:creationId xmlns:p14="http://schemas.microsoft.com/office/powerpoint/2010/main" val="306464935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JOBBÁGY</a:t>
            </a:r>
          </a:p>
          <a:p>
            <a:r>
              <a:rPr lang="hu-HU" dirty="0"/>
              <a:t>A program futását követően kér egy IP címet, csatlakozás után kiírja az eszköz felírt IP címeit, valamint a </a:t>
            </a:r>
            <a:r>
              <a:rPr lang="hu-HU" dirty="0" err="1"/>
              <a:t>hostname</a:t>
            </a:r>
            <a:r>
              <a:rPr lang="hu-HU" dirty="0"/>
              <a:t>-el megegyező néven szöveges állományba menti az eszköz futó konfigurációját. Ha ez a fájl már létezik, azt felülírja.</a:t>
            </a:r>
          </a:p>
          <a:p>
            <a:endParaRPr lang="hu-HU" dirty="0"/>
          </a:p>
          <a:p>
            <a:r>
              <a:rPr lang="hu-HU" dirty="0"/>
              <a:t>Egy függvény felveszi az eszközt IP címmel, a másik lekéri az adatokat és elmenti.</a:t>
            </a:r>
          </a:p>
        </p:txBody>
      </p:sp>
      <p:sp>
        <p:nvSpPr>
          <p:cNvPr id="4" name="Dia számának helye 3"/>
          <p:cNvSpPr>
            <a:spLocks noGrp="1"/>
          </p:cNvSpPr>
          <p:nvPr>
            <p:ph type="sldNum" sz="quarter" idx="5"/>
          </p:nvPr>
        </p:nvSpPr>
        <p:spPr/>
        <p:txBody>
          <a:bodyPr/>
          <a:lstStyle/>
          <a:p>
            <a:fld id="{AF8739B0-A542-459C-8702-457C1041B5E2}" type="slidenum">
              <a:rPr lang="hu-HU" smtClean="0"/>
              <a:t>67</a:t>
            </a:fld>
            <a:endParaRPr lang="hu-HU"/>
          </a:p>
        </p:txBody>
      </p:sp>
    </p:spTree>
    <p:extLst>
      <p:ext uri="{BB962C8B-B14F-4D97-AF65-F5344CB8AC3E}">
        <p14:creationId xmlns:p14="http://schemas.microsoft.com/office/powerpoint/2010/main" val="212562368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JOBBÁGY</a:t>
            </a:r>
            <a:br>
              <a:rPr lang="hu-HU" dirty="0">
                <a:effectLst/>
              </a:rPr>
            </a:br>
            <a:r>
              <a:rPr lang="hu-HU" dirty="0">
                <a:effectLst/>
              </a:rPr>
              <a:t>Végül röviden a munkamegosztásról. </a:t>
            </a:r>
            <a:r>
              <a:rPr lang="hu-HU" spc="-10" dirty="0">
                <a:ea typeface="+mn-lt"/>
                <a:cs typeface="+mn-lt"/>
              </a:rPr>
              <a:t>Dominik villámgyorsan kiszúrta a hibákat, Máté kreatívan hozta a megoldásokat, Milán pedig gondoskodott róla, hogy minden tökéletesen </a:t>
            </a:r>
            <a:r>
              <a:rPr lang="hu-HU" spc="-10" dirty="0" err="1">
                <a:ea typeface="+mn-lt"/>
                <a:cs typeface="+mn-lt"/>
              </a:rPr>
              <a:t>működjön</a:t>
            </a:r>
            <a:r>
              <a:rPr lang="hu-HU" spc="-10" dirty="0">
                <a:ea typeface="+mn-lt"/>
                <a:cs typeface="+mn-lt"/>
              </a:rPr>
              <a:t>. Így hárman együtt igazi nyerő csapatot alkottunk jókedvvel, lendülettel és sok nevetéssel!</a:t>
            </a:r>
            <a:br>
              <a:rPr lang="hu-HU" spc="-10" dirty="0">
                <a:ea typeface="+mn-lt"/>
                <a:cs typeface="+mn-lt"/>
              </a:rPr>
            </a:br>
            <a:r>
              <a:rPr lang="hu-HU" spc="-10" dirty="0"/>
              <a:t>A legfontosabb dolgok azok a kommunikáció, bizalom, illetve a szenvedély.</a:t>
            </a:r>
            <a:endParaRPr lang="en-US" dirty="0"/>
          </a:p>
          <a:p>
            <a:endParaRPr lang="hu-HU" dirty="0">
              <a:effectLst/>
            </a:endParaRPr>
          </a:p>
        </p:txBody>
      </p:sp>
      <p:sp>
        <p:nvSpPr>
          <p:cNvPr id="4" name="Dia számának helye 3"/>
          <p:cNvSpPr>
            <a:spLocks noGrp="1"/>
          </p:cNvSpPr>
          <p:nvPr>
            <p:ph type="sldNum" sz="quarter" idx="5"/>
          </p:nvPr>
        </p:nvSpPr>
        <p:spPr/>
        <p:txBody>
          <a:bodyPr/>
          <a:lstStyle/>
          <a:p>
            <a:fld id="{AF8739B0-A542-459C-8702-457C1041B5E2}" type="slidenum">
              <a:rPr lang="hu-HU" smtClean="0"/>
              <a:t>68</a:t>
            </a:fld>
            <a:endParaRPr lang="hu-HU"/>
          </a:p>
        </p:txBody>
      </p:sp>
    </p:spTree>
    <p:extLst>
      <p:ext uri="{BB962C8B-B14F-4D97-AF65-F5344CB8AC3E}">
        <p14:creationId xmlns:p14="http://schemas.microsoft.com/office/powerpoint/2010/main" val="344351790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FRIDEL</a:t>
            </a:r>
          </a:p>
          <a:p>
            <a:r>
              <a:rPr lang="hu-HU" dirty="0"/>
              <a:t>And </a:t>
            </a:r>
            <a:r>
              <a:rPr lang="hu-HU" dirty="0" err="1"/>
              <a:t>now</a:t>
            </a:r>
            <a:r>
              <a:rPr lang="hu-HU" dirty="0"/>
              <a:t> </a:t>
            </a:r>
            <a:r>
              <a:rPr lang="hu-HU" dirty="0" err="1"/>
              <a:t>unto</a:t>
            </a:r>
            <a:r>
              <a:rPr lang="hu-HU" dirty="0"/>
              <a:t> </a:t>
            </a:r>
            <a:r>
              <a:rPr lang="hu-HU" dirty="0" err="1"/>
              <a:t>our</a:t>
            </a:r>
            <a:r>
              <a:rPr lang="hu-HU" dirty="0"/>
              <a:t> English </a:t>
            </a:r>
            <a:r>
              <a:rPr lang="hu-HU" dirty="0" err="1"/>
              <a:t>Presentation</a:t>
            </a:r>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69</a:t>
            </a:fld>
            <a:endParaRPr lang="hu-HU"/>
          </a:p>
        </p:txBody>
      </p:sp>
    </p:spTree>
    <p:extLst>
      <p:ext uri="{BB962C8B-B14F-4D97-AF65-F5344CB8AC3E}">
        <p14:creationId xmlns:p14="http://schemas.microsoft.com/office/powerpoint/2010/main" val="389124080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a:defRPr/>
            </a:pPr>
            <a:r>
              <a:rPr lang="hu-HU" spc="-10"/>
              <a:t>FRIDEL </a:t>
            </a:r>
            <a:endParaRPr lang="en-US">
              <a:ea typeface="Calibri"/>
              <a:cs typeface="Calibri"/>
            </a:endParaRPr>
          </a:p>
          <a:p>
            <a:pPr>
              <a:defRPr/>
            </a:pPr>
            <a:r>
              <a:rPr lang="hu-HU" spc="-10" dirty="0"/>
              <a:t> </a:t>
            </a:r>
            <a:endParaRPr lang="hu-HU">
              <a:ea typeface="Calibri"/>
              <a:cs typeface="Calibri"/>
            </a:endParaRPr>
          </a:p>
          <a:p>
            <a:pPr>
              <a:defRPr/>
            </a:pPr>
            <a:r>
              <a:rPr lang="hu-HU" spc="-10"/>
              <a:t>Our network consists of 4 Local Area Networks which are: Office, Warehouse, Server farm and a Remote worker.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a:t>The fifth network simulates a Wide Area Network, which is named Service Provider. We use a total of 12 modern cisco devices, meaning all sites are up to date.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a:t>For our Office network we have multiple VLANs (or Virtual Local Area Network) with a router-on-a-stick solution, the switches are connected with 2 ethernet cables to each other, with the help of EtherChannel, we can combine the bandwidth and ensure high speed communication all year round. To prevent Layer 2 loops from forming we configured a Spanning Tree Protocol with Rapid-PVST.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a:t>BÉRES </a:t>
            </a:r>
            <a:endParaRPr lang="hu-HU">
              <a:ea typeface="Calibri"/>
              <a:cs typeface="Calibri"/>
            </a:endParaRPr>
          </a:p>
          <a:p>
            <a:pPr>
              <a:defRPr/>
            </a:pPr>
            <a:r>
              <a:rPr lang="hu-HU" spc="-10" dirty="0"/>
              <a:t> </a:t>
            </a:r>
            <a:endParaRPr lang="hu-HU">
              <a:ea typeface="Calibri"/>
              <a:cs typeface="Calibri"/>
            </a:endParaRPr>
          </a:p>
          <a:p>
            <a:pPr>
              <a:defRPr/>
            </a:pPr>
            <a:r>
              <a:rPr lang="hu-HU" spc="-10"/>
              <a:t>Moving on to our Warehouse, 2 routers are connecting it to the Provider, configured with HSRP version 2 and version 3, these devices secure a reliable connection with little down-time.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a:t>The Office and Warehouse networks have an unsecured VPN connection using a GRE Tunnel. The Server park houses 1 server running various services, such as Active Directory, DNS, HTTP and file sharing.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a:t>The cisco ASA device separates a secure subnet, which allows no traffic towards the inside but has NAT configured, which allows traffic to go outside.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a:t>JOBBÁGY </a:t>
            </a:r>
            <a:endParaRPr lang="hu-HU">
              <a:ea typeface="Calibri"/>
              <a:cs typeface="Calibri"/>
            </a:endParaRPr>
          </a:p>
          <a:p>
            <a:pPr>
              <a:defRPr/>
            </a:pPr>
            <a:r>
              <a:rPr lang="hu-HU" spc="-10" dirty="0"/>
              <a:t> </a:t>
            </a:r>
            <a:endParaRPr lang="hu-HU">
              <a:ea typeface="Calibri"/>
              <a:cs typeface="Calibri"/>
            </a:endParaRPr>
          </a:p>
          <a:p>
            <a:pPr>
              <a:defRPr/>
            </a:pPr>
            <a:r>
              <a:rPr lang="hu-HU" spc="-10"/>
              <a:t>Onto our Remote worker, this subnet has a wireless connection provided by the router with the SSID HomeWifi, so all websites and services are available, even from home! The Service Provider’s network connects all the other sites together and routes traffic between them with a single-area OSPF.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a:p>
            <a:pPr>
              <a:defRPr/>
            </a:pPr>
            <a:r>
              <a:rPr lang="hu-HU" spc="-10"/>
              <a:t>While some routers have Serial connections with PPP, some are connected with a switch in a multi-access network. With all that said, this concludes our english presentation of the network of CrazyDrive Zrt. </a:t>
            </a:r>
            <a:endParaRPr lang="hu-HU">
              <a:ea typeface="Calibri"/>
              <a:cs typeface="Calibri"/>
            </a:endParaRPr>
          </a:p>
          <a:p>
            <a:pPr>
              <a:defRPr/>
            </a:pPr>
            <a:r>
              <a:rPr lang="hu-HU" spc="-10" dirty="0"/>
              <a:t> </a:t>
            </a:r>
            <a:endParaRPr lang="hu-HU">
              <a:ea typeface="Calibri"/>
              <a:cs typeface="Calibri"/>
            </a:endParaRPr>
          </a:p>
          <a:p>
            <a:pPr>
              <a:defRPr/>
            </a:pPr>
            <a:r>
              <a:rPr lang="hu-HU" spc="-10" dirty="0"/>
              <a:t> </a:t>
            </a:r>
            <a:endParaRPr lang="hu-HU">
              <a:ea typeface="Calibri"/>
              <a:cs typeface="Calibri"/>
            </a:endParaRPr>
          </a:p>
        </p:txBody>
      </p:sp>
      <p:sp>
        <p:nvSpPr>
          <p:cNvPr id="4" name="Dia számának helye 3"/>
          <p:cNvSpPr>
            <a:spLocks noGrp="1"/>
          </p:cNvSpPr>
          <p:nvPr>
            <p:ph type="sldNum" sz="quarter" idx="5"/>
          </p:nvPr>
        </p:nvSpPr>
        <p:spPr/>
        <p:txBody>
          <a:bodyPr/>
          <a:lstStyle/>
          <a:p>
            <a:fld id="{AF8739B0-A542-459C-8702-457C1041B5E2}" type="slidenum">
              <a:rPr lang="hu-HU" smtClean="0"/>
              <a:t>70</a:t>
            </a:fld>
            <a:endParaRPr lang="hu-HU"/>
          </a:p>
        </p:txBody>
      </p:sp>
    </p:spTree>
    <p:extLst>
      <p:ext uri="{BB962C8B-B14F-4D97-AF65-F5344CB8AC3E}">
        <p14:creationId xmlns:p14="http://schemas.microsoft.com/office/powerpoint/2010/main" val="271888126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BÉRES</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effectLst/>
              </a:rPr>
              <a:t>Köszönjük szépen a figyelmet!</a:t>
            </a:r>
          </a:p>
          <a:p>
            <a:endParaRPr lang="hu-HU" dirty="0"/>
          </a:p>
        </p:txBody>
      </p:sp>
      <p:sp>
        <p:nvSpPr>
          <p:cNvPr id="4" name="Dia számának helye 3"/>
          <p:cNvSpPr>
            <a:spLocks noGrp="1"/>
          </p:cNvSpPr>
          <p:nvPr>
            <p:ph type="sldNum" sz="quarter" idx="5"/>
          </p:nvPr>
        </p:nvSpPr>
        <p:spPr/>
        <p:txBody>
          <a:bodyPr/>
          <a:lstStyle/>
          <a:p>
            <a:fld id="{AF8739B0-A542-459C-8702-457C1041B5E2}" type="slidenum">
              <a:rPr lang="hu-HU" smtClean="0"/>
              <a:t>71</a:t>
            </a:fld>
            <a:endParaRPr lang="hu-HU"/>
          </a:p>
        </p:txBody>
      </p:sp>
    </p:spTree>
    <p:extLst>
      <p:ext uri="{BB962C8B-B14F-4D97-AF65-F5344CB8AC3E}">
        <p14:creationId xmlns:p14="http://schemas.microsoft.com/office/powerpoint/2010/main" val="1422316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55244" y="1198457"/>
            <a:ext cx="7299555" cy="2756153"/>
          </a:xfrm>
        </p:spPr>
        <p:txBody>
          <a:bodyPr anchor="b"/>
          <a:lstStyle>
            <a:lvl1pPr>
              <a:defRPr sz="12789"/>
            </a:lvl1pPr>
          </a:lstStyle>
          <a:p>
            <a:r>
              <a:rPr lang="en-US" dirty="0"/>
              <a:t>Click to edit Master title style</a:t>
            </a:r>
          </a:p>
        </p:txBody>
      </p:sp>
      <p:sp>
        <p:nvSpPr>
          <p:cNvPr id="3" name="Subtitle 2"/>
          <p:cNvSpPr>
            <a:spLocks noGrp="1"/>
          </p:cNvSpPr>
          <p:nvPr>
            <p:ph type="subTitle" idx="1"/>
          </p:nvPr>
        </p:nvSpPr>
        <p:spPr>
          <a:xfrm>
            <a:off x="955244" y="3954609"/>
            <a:ext cx="7299555" cy="713064"/>
          </a:xfrm>
        </p:spPr>
        <p:txBody>
          <a:bodyPr anchor="t"/>
          <a:lstStyle>
            <a:lvl1pPr marL="0" indent="0" algn="l">
              <a:buNone/>
              <a:defRPr cap="all">
                <a:solidFill>
                  <a:schemeClr val="bg2">
                    <a:lumMod val="40000"/>
                    <a:lumOff val="60000"/>
                  </a:schemeClr>
                </a:solidFill>
              </a:defRPr>
            </a:lvl1pPr>
            <a:lvl2pPr marL="812124" indent="0" algn="ctr">
              <a:buNone/>
              <a:defRPr>
                <a:solidFill>
                  <a:schemeClr val="tx1">
                    <a:tint val="75000"/>
                  </a:schemeClr>
                </a:solidFill>
              </a:defRPr>
            </a:lvl2pPr>
            <a:lvl3pPr marL="1624249" indent="0" algn="ctr">
              <a:buNone/>
              <a:defRPr>
                <a:solidFill>
                  <a:schemeClr val="tx1">
                    <a:tint val="75000"/>
                  </a:schemeClr>
                </a:solidFill>
              </a:defRPr>
            </a:lvl3pPr>
            <a:lvl4pPr marL="2436373" indent="0" algn="ctr">
              <a:buNone/>
              <a:defRPr>
                <a:solidFill>
                  <a:schemeClr val="tx1">
                    <a:tint val="75000"/>
                  </a:schemeClr>
                </a:solidFill>
              </a:defRPr>
            </a:lvl4pPr>
            <a:lvl5pPr marL="3248497" indent="0" algn="ctr">
              <a:buNone/>
              <a:defRPr>
                <a:solidFill>
                  <a:schemeClr val="tx1">
                    <a:tint val="75000"/>
                  </a:schemeClr>
                </a:solidFill>
              </a:defRPr>
            </a:lvl5pPr>
            <a:lvl6pPr marL="4060622" indent="0" algn="ctr">
              <a:buNone/>
              <a:defRPr>
                <a:solidFill>
                  <a:schemeClr val="tx1">
                    <a:tint val="75000"/>
                  </a:schemeClr>
                </a:solidFill>
              </a:defRPr>
            </a:lvl6pPr>
            <a:lvl7pPr marL="4872746" indent="0" algn="ctr">
              <a:buNone/>
              <a:defRPr>
                <a:solidFill>
                  <a:schemeClr val="tx1">
                    <a:tint val="75000"/>
                  </a:schemeClr>
                </a:solidFill>
              </a:defRPr>
            </a:lvl7pPr>
            <a:lvl8pPr marL="5684871" indent="0" algn="ctr">
              <a:buNone/>
              <a:defRPr>
                <a:solidFill>
                  <a:schemeClr val="tx1">
                    <a:tint val="75000"/>
                  </a:schemeClr>
                </a:solidFill>
              </a:defRPr>
            </a:lvl8pPr>
            <a:lvl9pPr marL="6496995"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203725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p:cNvSpPr>
            <a:spLocks noGrp="1"/>
          </p:cNvSpPr>
          <p:nvPr>
            <p:ph type="dt" sz="half" idx="10"/>
          </p:nvPr>
        </p:nvSpPr>
        <p:spPr/>
        <p:txBody>
          <a:bodyPr/>
          <a:lstStyle/>
          <a:p>
            <a:fld id="{4509A250-FF31-4206-8172-F9D3106AACB1}" type="datetimeFigureOut">
              <a:rPr lang="en-US" dirty="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102434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55245" y="2368879"/>
            <a:ext cx="7299554" cy="1585730"/>
          </a:xfrm>
        </p:spPr>
        <p:txBody>
          <a:bodyPr anchor="b"/>
          <a:lstStyle>
            <a:lvl1pPr algn="l">
              <a:defRPr sz="7105" b="0" cap="none"/>
            </a:lvl1pPr>
          </a:lstStyle>
          <a:p>
            <a:r>
              <a:rPr lang="en-US" dirty="0"/>
              <a:t>Click to edit Master title style</a:t>
            </a:r>
          </a:p>
        </p:txBody>
      </p:sp>
      <p:sp>
        <p:nvSpPr>
          <p:cNvPr id="3" name="Text Placeholder 2"/>
          <p:cNvSpPr>
            <a:spLocks noGrp="1"/>
          </p:cNvSpPr>
          <p:nvPr>
            <p:ph type="body" idx="1"/>
          </p:nvPr>
        </p:nvSpPr>
        <p:spPr>
          <a:xfrm>
            <a:off x="955244" y="3954610"/>
            <a:ext cx="7299555" cy="712220"/>
          </a:xfrm>
        </p:spPr>
        <p:txBody>
          <a:bodyPr anchor="t"/>
          <a:lstStyle>
            <a:lvl1pPr marL="0" indent="0" algn="l">
              <a:buNone/>
              <a:defRPr sz="3553" cap="all">
                <a:solidFill>
                  <a:schemeClr val="bg2">
                    <a:lumMod val="40000"/>
                    <a:lumOff val="60000"/>
                  </a:schemeClr>
                </a:solidFill>
              </a:defRPr>
            </a:lvl1pPr>
            <a:lvl2pPr marL="812124" indent="0">
              <a:buNone/>
              <a:defRPr sz="3197">
                <a:solidFill>
                  <a:schemeClr val="tx1">
                    <a:tint val="75000"/>
                  </a:schemeClr>
                </a:solidFill>
              </a:defRPr>
            </a:lvl2pPr>
            <a:lvl3pPr marL="1624249" indent="0">
              <a:buNone/>
              <a:defRPr sz="2842">
                <a:solidFill>
                  <a:schemeClr val="tx1">
                    <a:tint val="75000"/>
                  </a:schemeClr>
                </a:solidFill>
              </a:defRPr>
            </a:lvl3pPr>
            <a:lvl4pPr marL="2436373" indent="0">
              <a:buNone/>
              <a:defRPr sz="2487">
                <a:solidFill>
                  <a:schemeClr val="tx1">
                    <a:tint val="75000"/>
                  </a:schemeClr>
                </a:solidFill>
              </a:defRPr>
            </a:lvl4pPr>
            <a:lvl5pPr marL="3248497" indent="0">
              <a:buNone/>
              <a:defRPr sz="2487">
                <a:solidFill>
                  <a:schemeClr val="tx1">
                    <a:tint val="75000"/>
                  </a:schemeClr>
                </a:solidFill>
              </a:defRPr>
            </a:lvl5pPr>
            <a:lvl6pPr marL="4060622" indent="0">
              <a:buNone/>
              <a:defRPr sz="2487">
                <a:solidFill>
                  <a:schemeClr val="tx1">
                    <a:tint val="75000"/>
                  </a:schemeClr>
                </a:solidFill>
              </a:defRPr>
            </a:lvl6pPr>
            <a:lvl7pPr marL="4872746" indent="0">
              <a:buNone/>
              <a:defRPr sz="2487">
                <a:solidFill>
                  <a:schemeClr val="tx1">
                    <a:tint val="75000"/>
                  </a:schemeClr>
                </a:solidFill>
              </a:defRPr>
            </a:lvl7pPr>
            <a:lvl8pPr marL="5684871" indent="0">
              <a:buNone/>
              <a:defRPr sz="2487">
                <a:solidFill>
                  <a:schemeClr val="tx1">
                    <a:tint val="75000"/>
                  </a:schemeClr>
                </a:solidFill>
              </a:defRPr>
            </a:lvl8pPr>
            <a:lvl9pPr marL="6496995" indent="0">
              <a:buNone/>
              <a:defRPr sz="2487">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270448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912531" y="1705699"/>
            <a:ext cx="3636139" cy="3473159"/>
          </a:xfrm>
        </p:spPr>
        <p:txBody>
          <a:bodyPr>
            <a:normAutofit/>
          </a:bodyPr>
          <a:lstStyle>
            <a:lvl1pPr>
              <a:defRPr sz="3197"/>
            </a:lvl1pPr>
            <a:lvl2pPr>
              <a:defRPr sz="2842"/>
            </a:lvl2pPr>
            <a:lvl3pPr>
              <a:defRPr sz="2487"/>
            </a:lvl3pPr>
            <a:lvl4pPr>
              <a:defRPr sz="2132"/>
            </a:lvl4pPr>
            <a:lvl5pPr>
              <a:defRPr sz="2132"/>
            </a:lvl5pPr>
            <a:lvl6pPr>
              <a:defRPr sz="2132"/>
            </a:lvl6pPr>
            <a:lvl7pPr>
              <a:defRPr sz="2132"/>
            </a:lvl7pPr>
            <a:lvl8pPr>
              <a:defRPr sz="2132"/>
            </a:lvl8pPr>
            <a:lvl9pPr>
              <a:defRPr sz="2132"/>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76738" y="1701988"/>
            <a:ext cx="3636140" cy="3476869"/>
          </a:xfrm>
        </p:spPr>
        <p:txBody>
          <a:bodyPr>
            <a:normAutofit/>
          </a:bodyPr>
          <a:lstStyle>
            <a:lvl1pPr>
              <a:defRPr sz="3197"/>
            </a:lvl1pPr>
            <a:lvl2pPr>
              <a:defRPr sz="2842"/>
            </a:lvl2pPr>
            <a:lvl3pPr>
              <a:defRPr sz="2487"/>
            </a:lvl3pPr>
            <a:lvl4pPr>
              <a:defRPr sz="2132"/>
            </a:lvl4pPr>
            <a:lvl5pPr>
              <a:defRPr sz="2132"/>
            </a:lvl5pPr>
            <a:lvl6pPr>
              <a:defRPr sz="2132"/>
            </a:lvl6pPr>
            <a:lvl7pPr>
              <a:defRPr sz="2132"/>
            </a:lvl7pPr>
            <a:lvl8pPr>
              <a:defRPr sz="2132"/>
            </a:lvl8pPr>
            <a:lvl9pPr>
              <a:defRPr sz="2132"/>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796027F-7875-4030-9381-8BD8C4F21935}" type="datetimeFigureOut">
              <a:rPr lang="en-US" dirty="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902685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912532" y="1576917"/>
            <a:ext cx="3636138" cy="477017"/>
          </a:xfrm>
        </p:spPr>
        <p:txBody>
          <a:bodyPr anchor="b">
            <a:noAutofit/>
          </a:bodyPr>
          <a:lstStyle>
            <a:lvl1pPr marL="0" indent="0">
              <a:buNone/>
              <a:defRPr sz="4263" b="0">
                <a:solidFill>
                  <a:schemeClr val="bg2">
                    <a:lumMod val="40000"/>
                    <a:lumOff val="60000"/>
                  </a:schemeClr>
                </a:solidFill>
              </a:defRPr>
            </a:lvl1pPr>
            <a:lvl2pPr marL="812124" indent="0">
              <a:buNone/>
              <a:defRPr sz="3553" b="1"/>
            </a:lvl2pPr>
            <a:lvl3pPr marL="1624249" indent="0">
              <a:buNone/>
              <a:defRPr sz="3197" b="1"/>
            </a:lvl3pPr>
            <a:lvl4pPr marL="2436373" indent="0">
              <a:buNone/>
              <a:defRPr sz="2842" b="1"/>
            </a:lvl4pPr>
            <a:lvl5pPr marL="3248497" indent="0">
              <a:buNone/>
              <a:defRPr sz="2842" b="1"/>
            </a:lvl5pPr>
            <a:lvl6pPr marL="4060622" indent="0">
              <a:buNone/>
              <a:defRPr sz="2842" b="1"/>
            </a:lvl6pPr>
            <a:lvl7pPr marL="4872746" indent="0">
              <a:buNone/>
              <a:defRPr sz="2842" b="1"/>
            </a:lvl7pPr>
            <a:lvl8pPr marL="5684871" indent="0">
              <a:buNone/>
              <a:defRPr sz="2842" b="1"/>
            </a:lvl8pPr>
            <a:lvl9pPr marL="6496995" indent="0">
              <a:buNone/>
              <a:defRPr sz="2842" b="1"/>
            </a:lvl9pPr>
          </a:lstStyle>
          <a:p>
            <a:pPr lvl="0"/>
            <a:r>
              <a:rPr lang="en-US" dirty="0"/>
              <a:t>Click to edit Master text styles</a:t>
            </a:r>
          </a:p>
        </p:txBody>
      </p:sp>
      <p:sp>
        <p:nvSpPr>
          <p:cNvPr id="4" name="Content Placeholder 3"/>
          <p:cNvSpPr>
            <a:spLocks noGrp="1"/>
          </p:cNvSpPr>
          <p:nvPr>
            <p:ph sz="half" idx="2"/>
          </p:nvPr>
        </p:nvSpPr>
        <p:spPr>
          <a:xfrm>
            <a:off x="912531" y="2081530"/>
            <a:ext cx="3636139" cy="3097328"/>
          </a:xfrm>
        </p:spPr>
        <p:txBody>
          <a:bodyPr>
            <a:normAutofit/>
          </a:bodyPr>
          <a:lstStyle>
            <a:lvl1pPr>
              <a:defRPr sz="3197"/>
            </a:lvl1pPr>
            <a:lvl2pPr>
              <a:defRPr sz="2842"/>
            </a:lvl2pPr>
            <a:lvl3pPr>
              <a:defRPr sz="2487"/>
            </a:lvl3pPr>
            <a:lvl4pPr>
              <a:defRPr sz="2132"/>
            </a:lvl4pPr>
            <a:lvl5pPr>
              <a:defRPr sz="2132"/>
            </a:lvl5pPr>
            <a:lvl6pPr>
              <a:defRPr sz="2132"/>
            </a:lvl6pPr>
            <a:lvl7pPr>
              <a:defRPr sz="2132"/>
            </a:lvl7pPr>
            <a:lvl8pPr>
              <a:defRPr sz="2132"/>
            </a:lvl8pPr>
            <a:lvl9pPr>
              <a:defRPr sz="2132"/>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76739" y="1576917"/>
            <a:ext cx="3636139" cy="477017"/>
          </a:xfrm>
        </p:spPr>
        <p:txBody>
          <a:bodyPr anchor="b">
            <a:noAutofit/>
          </a:bodyPr>
          <a:lstStyle>
            <a:lvl1pPr marL="0" indent="0">
              <a:buNone/>
              <a:defRPr sz="4263" b="0">
                <a:solidFill>
                  <a:schemeClr val="bg2">
                    <a:lumMod val="40000"/>
                    <a:lumOff val="60000"/>
                  </a:schemeClr>
                </a:solidFill>
              </a:defRPr>
            </a:lvl1pPr>
            <a:lvl2pPr marL="812124" indent="0">
              <a:buNone/>
              <a:defRPr sz="3553" b="1"/>
            </a:lvl2pPr>
            <a:lvl3pPr marL="1624249" indent="0">
              <a:buNone/>
              <a:defRPr sz="3197" b="1"/>
            </a:lvl3pPr>
            <a:lvl4pPr marL="2436373" indent="0">
              <a:buNone/>
              <a:defRPr sz="2842" b="1"/>
            </a:lvl4pPr>
            <a:lvl5pPr marL="3248497" indent="0">
              <a:buNone/>
              <a:defRPr sz="2842" b="1"/>
            </a:lvl5pPr>
            <a:lvl6pPr marL="4060622" indent="0">
              <a:buNone/>
              <a:defRPr sz="2842" b="1"/>
            </a:lvl6pPr>
            <a:lvl7pPr marL="4872746" indent="0">
              <a:buNone/>
              <a:defRPr sz="2842" b="1"/>
            </a:lvl7pPr>
            <a:lvl8pPr marL="5684871" indent="0">
              <a:buNone/>
              <a:defRPr sz="2842" b="1"/>
            </a:lvl8pPr>
            <a:lvl9pPr marL="6496995" indent="0">
              <a:buNone/>
              <a:defRPr sz="2842" b="1"/>
            </a:lvl9pPr>
          </a:lstStyle>
          <a:p>
            <a:pPr lvl="0"/>
            <a:r>
              <a:rPr lang="en-US" dirty="0"/>
              <a:t>Click to edit Master text styles</a:t>
            </a:r>
          </a:p>
        </p:txBody>
      </p:sp>
      <p:sp>
        <p:nvSpPr>
          <p:cNvPr id="6" name="Content Placeholder 5"/>
          <p:cNvSpPr>
            <a:spLocks noGrp="1"/>
          </p:cNvSpPr>
          <p:nvPr>
            <p:ph sz="quarter" idx="4"/>
          </p:nvPr>
        </p:nvSpPr>
        <p:spPr>
          <a:xfrm>
            <a:off x="4676739" y="2081530"/>
            <a:ext cx="3636139" cy="3097328"/>
          </a:xfrm>
        </p:spPr>
        <p:txBody>
          <a:bodyPr>
            <a:normAutofit/>
          </a:bodyPr>
          <a:lstStyle>
            <a:lvl1pPr>
              <a:defRPr sz="3197"/>
            </a:lvl1pPr>
            <a:lvl2pPr>
              <a:defRPr sz="2842"/>
            </a:lvl2pPr>
            <a:lvl3pPr>
              <a:defRPr sz="2487"/>
            </a:lvl3pPr>
            <a:lvl4pPr>
              <a:defRPr sz="2132"/>
            </a:lvl4pPr>
            <a:lvl5pPr>
              <a:defRPr sz="2132"/>
            </a:lvl5pPr>
            <a:lvl6pPr>
              <a:defRPr sz="2132"/>
            </a:lvl6pPr>
            <a:lvl7pPr>
              <a:defRPr sz="2132"/>
            </a:lvl7pPr>
            <a:lvl8pPr>
              <a:defRPr sz="2132"/>
            </a:lvl8pPr>
            <a:lvl9pPr>
              <a:defRPr sz="2132"/>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796027F-7875-4030-9381-8BD8C4F21935}" type="datetimeFigureOut">
              <a:rPr lang="en-US" dirty="0"/>
              <a:t>4/21/2026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377934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4/21/2026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569669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4/21/2026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296237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55243" y="1198457"/>
            <a:ext cx="2812963" cy="1198457"/>
          </a:xfrm>
        </p:spPr>
        <p:txBody>
          <a:bodyPr anchor="b"/>
          <a:lstStyle>
            <a:lvl1pPr algn="l">
              <a:defRPr sz="4263" b="0"/>
            </a:lvl1pPr>
          </a:lstStyle>
          <a:p>
            <a:r>
              <a:rPr lang="en-US" dirty="0"/>
              <a:t>Click to edit Master title style</a:t>
            </a:r>
          </a:p>
        </p:txBody>
      </p:sp>
      <p:sp>
        <p:nvSpPr>
          <p:cNvPr id="3" name="Content Placeholder 2"/>
          <p:cNvSpPr>
            <a:spLocks noGrp="1"/>
          </p:cNvSpPr>
          <p:nvPr>
            <p:ph idx="1"/>
          </p:nvPr>
        </p:nvSpPr>
        <p:spPr>
          <a:xfrm>
            <a:off x="3957276" y="1198457"/>
            <a:ext cx="4297523" cy="3784600"/>
          </a:xfrm>
        </p:spPr>
        <p:txBody>
          <a:bodyPr anchor="ctr">
            <a:normAutofit/>
          </a:bodyPr>
          <a:lstStyle>
            <a:lvl1pPr>
              <a:defRPr sz="3553"/>
            </a:lvl1pPr>
            <a:lvl2pPr>
              <a:defRPr sz="3197"/>
            </a:lvl2pPr>
            <a:lvl3pPr>
              <a:defRPr sz="2842"/>
            </a:lvl3pPr>
            <a:lvl4pPr>
              <a:defRPr sz="2487"/>
            </a:lvl4pPr>
            <a:lvl5pPr>
              <a:defRPr sz="2487"/>
            </a:lvl5pPr>
            <a:lvl6pPr>
              <a:defRPr sz="2487"/>
            </a:lvl6pPr>
            <a:lvl7pPr>
              <a:defRPr sz="2487"/>
            </a:lvl7pPr>
            <a:lvl8pPr>
              <a:defRPr sz="2487"/>
            </a:lvl8pPr>
            <a:lvl9pPr>
              <a:defRPr sz="2487"/>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955243" y="2590349"/>
            <a:ext cx="2812963" cy="2396913"/>
          </a:xfrm>
        </p:spPr>
        <p:txBody>
          <a:bodyPr/>
          <a:lstStyle>
            <a:lvl1pPr marL="0" indent="0">
              <a:buNone/>
              <a:defRPr sz="2487"/>
            </a:lvl1pPr>
            <a:lvl2pPr marL="812124" indent="0">
              <a:buNone/>
              <a:defRPr sz="2132"/>
            </a:lvl2pPr>
            <a:lvl3pPr marL="1624249" indent="0">
              <a:buNone/>
              <a:defRPr sz="1776"/>
            </a:lvl3pPr>
            <a:lvl4pPr marL="2436373" indent="0">
              <a:buNone/>
              <a:defRPr sz="1599"/>
            </a:lvl4pPr>
            <a:lvl5pPr marL="3248497" indent="0">
              <a:buNone/>
              <a:defRPr sz="1599"/>
            </a:lvl5pPr>
            <a:lvl6pPr marL="4060622" indent="0">
              <a:buNone/>
              <a:defRPr sz="1599"/>
            </a:lvl6pPr>
            <a:lvl7pPr marL="4872746" indent="0">
              <a:buNone/>
              <a:defRPr sz="1599"/>
            </a:lvl7pPr>
            <a:lvl8pPr marL="5684871" indent="0">
              <a:buNone/>
              <a:defRPr sz="1599"/>
            </a:lvl8pPr>
            <a:lvl9pPr marL="6496995" indent="0">
              <a:buNone/>
              <a:defRPr sz="1599"/>
            </a:lvl9pPr>
          </a:lstStyle>
          <a:p>
            <a:pPr lvl="0"/>
            <a:r>
              <a:rPr lang="en-US" dirty="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4/21/2026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040431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54377" y="1534859"/>
            <a:ext cx="4212258" cy="1303591"/>
          </a:xfrm>
        </p:spPr>
        <p:txBody>
          <a:bodyPr anchor="b">
            <a:normAutofit/>
          </a:bodyPr>
          <a:lstStyle>
            <a:lvl1pPr algn="l">
              <a:defRPr sz="6395" b="0"/>
            </a:lvl1pPr>
          </a:lstStyle>
          <a:p>
            <a:r>
              <a:rPr lang="en-US" dirty="0"/>
              <a:t>Click to edit Master title style</a:t>
            </a:r>
          </a:p>
        </p:txBody>
      </p:sp>
      <p:sp>
        <p:nvSpPr>
          <p:cNvPr id="3" name="Picture Placeholder 2"/>
          <p:cNvSpPr>
            <a:spLocks noGrp="1" noChangeAspect="1"/>
          </p:cNvSpPr>
          <p:nvPr>
            <p:ph type="pic" idx="1"/>
          </p:nvPr>
        </p:nvSpPr>
        <p:spPr>
          <a:xfrm>
            <a:off x="5747853" y="946150"/>
            <a:ext cx="2646998" cy="37846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842"/>
            </a:lvl1pPr>
            <a:lvl2pPr marL="812124" indent="0">
              <a:buNone/>
              <a:defRPr sz="2842"/>
            </a:lvl2pPr>
            <a:lvl3pPr marL="1624249" indent="0">
              <a:buNone/>
              <a:defRPr sz="2842"/>
            </a:lvl3pPr>
            <a:lvl4pPr marL="2436373" indent="0">
              <a:buNone/>
              <a:defRPr sz="2842"/>
            </a:lvl4pPr>
            <a:lvl5pPr marL="3248497" indent="0">
              <a:buNone/>
              <a:defRPr sz="2842"/>
            </a:lvl5pPr>
            <a:lvl6pPr marL="4060622" indent="0">
              <a:buNone/>
              <a:defRPr sz="2842"/>
            </a:lvl6pPr>
            <a:lvl7pPr marL="4872746" indent="0">
              <a:buNone/>
              <a:defRPr sz="2842"/>
            </a:lvl7pPr>
            <a:lvl8pPr marL="5684871" indent="0">
              <a:buNone/>
              <a:defRPr sz="2842"/>
            </a:lvl8pPr>
            <a:lvl9pPr marL="6496995" indent="0">
              <a:buNone/>
              <a:defRPr sz="2842"/>
            </a:lvl9pPr>
          </a:lstStyle>
          <a:p>
            <a:endParaRPr lang="en-US" dirty="0"/>
          </a:p>
        </p:txBody>
      </p:sp>
      <p:sp>
        <p:nvSpPr>
          <p:cNvPr id="4" name="Text Placeholder 3"/>
          <p:cNvSpPr>
            <a:spLocks noGrp="1"/>
          </p:cNvSpPr>
          <p:nvPr>
            <p:ph type="body" sz="half" idx="2"/>
          </p:nvPr>
        </p:nvSpPr>
        <p:spPr>
          <a:xfrm>
            <a:off x="955244" y="3027680"/>
            <a:ext cx="4205701" cy="1135380"/>
          </a:xfrm>
        </p:spPr>
        <p:txBody>
          <a:bodyPr>
            <a:normAutofit/>
          </a:bodyPr>
          <a:lstStyle>
            <a:lvl1pPr marL="0" indent="0">
              <a:buNone/>
              <a:defRPr sz="2487"/>
            </a:lvl1pPr>
            <a:lvl2pPr marL="812124" indent="0">
              <a:buNone/>
              <a:defRPr sz="2132"/>
            </a:lvl2pPr>
            <a:lvl3pPr marL="1624249" indent="0">
              <a:buNone/>
              <a:defRPr sz="1776"/>
            </a:lvl3pPr>
            <a:lvl4pPr marL="2436373" indent="0">
              <a:buNone/>
              <a:defRPr sz="1599"/>
            </a:lvl4pPr>
            <a:lvl5pPr marL="3248497" indent="0">
              <a:buNone/>
              <a:defRPr sz="1599"/>
            </a:lvl5pPr>
            <a:lvl6pPr marL="4060622" indent="0">
              <a:buNone/>
              <a:defRPr sz="1599"/>
            </a:lvl6pPr>
            <a:lvl7pPr marL="4872746" indent="0">
              <a:buNone/>
              <a:defRPr sz="1599"/>
            </a:lvl7pPr>
            <a:lvl8pPr marL="5684871" indent="0">
              <a:buNone/>
              <a:defRPr sz="1599"/>
            </a:lvl8pPr>
            <a:lvl9pPr marL="6496995" indent="0">
              <a:buNone/>
              <a:defRPr sz="1599"/>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802882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55245" y="3973819"/>
            <a:ext cx="7299554" cy="469133"/>
          </a:xfrm>
        </p:spPr>
        <p:txBody>
          <a:bodyPr anchor="b">
            <a:normAutofit/>
          </a:bodyPr>
          <a:lstStyle>
            <a:lvl1pPr algn="l">
              <a:defRPr sz="4263" b="0"/>
            </a:lvl1pPr>
          </a:lstStyle>
          <a:p>
            <a:r>
              <a:rPr lang="en-US" dirty="0"/>
              <a:t>Click to edit Master title style</a:t>
            </a:r>
          </a:p>
        </p:txBody>
      </p:sp>
      <p:sp>
        <p:nvSpPr>
          <p:cNvPr id="3" name="Picture Placeholder 2"/>
          <p:cNvSpPr>
            <a:spLocks noGrp="1" noChangeAspect="1"/>
          </p:cNvSpPr>
          <p:nvPr>
            <p:ph type="pic" idx="1"/>
          </p:nvPr>
        </p:nvSpPr>
        <p:spPr>
          <a:xfrm>
            <a:off x="955244" y="567690"/>
            <a:ext cx="7299555" cy="301366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842"/>
            </a:lvl1pPr>
            <a:lvl2pPr marL="812124" indent="0">
              <a:buNone/>
              <a:defRPr sz="2842"/>
            </a:lvl2pPr>
            <a:lvl3pPr marL="1624249" indent="0">
              <a:buNone/>
              <a:defRPr sz="2842"/>
            </a:lvl3pPr>
            <a:lvl4pPr marL="2436373" indent="0">
              <a:buNone/>
              <a:defRPr sz="2842"/>
            </a:lvl4pPr>
            <a:lvl5pPr marL="3248497" indent="0">
              <a:buNone/>
              <a:defRPr sz="2842"/>
            </a:lvl5pPr>
            <a:lvl6pPr marL="4060622" indent="0">
              <a:buNone/>
              <a:defRPr sz="2842"/>
            </a:lvl6pPr>
            <a:lvl7pPr marL="4872746" indent="0">
              <a:buNone/>
              <a:defRPr sz="2842"/>
            </a:lvl7pPr>
            <a:lvl8pPr marL="5684871" indent="0">
              <a:buNone/>
              <a:defRPr sz="2842"/>
            </a:lvl8pPr>
            <a:lvl9pPr marL="6496995" indent="0">
              <a:buNone/>
              <a:defRPr sz="2842"/>
            </a:lvl9pPr>
          </a:lstStyle>
          <a:p>
            <a:endParaRPr lang="en-US" dirty="0"/>
          </a:p>
        </p:txBody>
      </p:sp>
      <p:sp>
        <p:nvSpPr>
          <p:cNvPr id="4" name="Text Placeholder 3"/>
          <p:cNvSpPr>
            <a:spLocks noGrp="1"/>
          </p:cNvSpPr>
          <p:nvPr>
            <p:ph type="body" sz="half" idx="2"/>
          </p:nvPr>
        </p:nvSpPr>
        <p:spPr>
          <a:xfrm>
            <a:off x="955245" y="4442952"/>
            <a:ext cx="7299553" cy="408684"/>
          </a:xfrm>
        </p:spPr>
        <p:txBody>
          <a:bodyPr>
            <a:normAutofit/>
          </a:bodyPr>
          <a:lstStyle>
            <a:lvl1pPr marL="0" indent="0">
              <a:buNone/>
              <a:defRPr sz="2132"/>
            </a:lvl1pPr>
            <a:lvl2pPr marL="812124" indent="0">
              <a:buNone/>
              <a:defRPr sz="2132"/>
            </a:lvl2pPr>
            <a:lvl3pPr marL="1624249" indent="0">
              <a:buNone/>
              <a:defRPr sz="1776"/>
            </a:lvl3pPr>
            <a:lvl4pPr marL="2436373" indent="0">
              <a:buNone/>
              <a:defRPr sz="1599"/>
            </a:lvl4pPr>
            <a:lvl5pPr marL="3248497" indent="0">
              <a:buNone/>
              <a:defRPr sz="1599"/>
            </a:lvl5pPr>
            <a:lvl6pPr marL="4060622" indent="0">
              <a:buNone/>
              <a:defRPr sz="1599"/>
            </a:lvl6pPr>
            <a:lvl7pPr marL="4872746" indent="0">
              <a:buNone/>
              <a:defRPr sz="1599"/>
            </a:lvl7pPr>
            <a:lvl8pPr marL="5684871" indent="0">
              <a:buNone/>
              <a:defRPr sz="1599"/>
            </a:lvl8pPr>
            <a:lvl9pPr marL="6496995" indent="0">
              <a:buNone/>
              <a:defRPr sz="1599"/>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322219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55244" y="1198457"/>
            <a:ext cx="7299555" cy="1639993"/>
          </a:xfrm>
        </p:spPr>
        <p:txBody>
          <a:bodyPr/>
          <a:lstStyle>
            <a:lvl1pPr>
              <a:defRPr sz="8526"/>
            </a:lvl1pPr>
          </a:lstStyle>
          <a:p>
            <a:r>
              <a:rPr lang="en-US" dirty="0"/>
              <a:t>Click to edit Master title style</a:t>
            </a:r>
          </a:p>
        </p:txBody>
      </p:sp>
      <p:sp>
        <p:nvSpPr>
          <p:cNvPr id="8" name="Text Placeholder 3"/>
          <p:cNvSpPr>
            <a:spLocks noGrp="1"/>
          </p:cNvSpPr>
          <p:nvPr>
            <p:ph type="body" sz="half" idx="2"/>
          </p:nvPr>
        </p:nvSpPr>
        <p:spPr>
          <a:xfrm>
            <a:off x="955244" y="3027680"/>
            <a:ext cx="7299555" cy="1955377"/>
          </a:xfrm>
        </p:spPr>
        <p:txBody>
          <a:bodyPr anchor="ctr">
            <a:normAutofit/>
          </a:bodyPr>
          <a:lstStyle>
            <a:lvl1pPr marL="0" indent="0">
              <a:buNone/>
              <a:defRPr sz="3197"/>
            </a:lvl1pPr>
            <a:lvl2pPr marL="812124" indent="0">
              <a:buNone/>
              <a:defRPr sz="2132"/>
            </a:lvl2pPr>
            <a:lvl3pPr marL="1624249" indent="0">
              <a:buNone/>
              <a:defRPr sz="1776"/>
            </a:lvl3pPr>
            <a:lvl4pPr marL="2436373" indent="0">
              <a:buNone/>
              <a:defRPr sz="1599"/>
            </a:lvl4pPr>
            <a:lvl5pPr marL="3248497" indent="0">
              <a:buNone/>
              <a:defRPr sz="1599"/>
            </a:lvl5pPr>
            <a:lvl6pPr marL="4060622" indent="0">
              <a:buNone/>
              <a:defRPr sz="1599"/>
            </a:lvl6pPr>
            <a:lvl7pPr marL="4872746" indent="0">
              <a:buNone/>
              <a:defRPr sz="1599"/>
            </a:lvl7pPr>
            <a:lvl8pPr marL="5684871" indent="0">
              <a:buNone/>
              <a:defRPr sz="1599"/>
            </a:lvl8pPr>
            <a:lvl9pPr marL="6496995" indent="0">
              <a:buNone/>
              <a:defRPr sz="1599"/>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256336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2492" y="1198457"/>
            <a:ext cx="6616100" cy="1923237"/>
          </a:xfrm>
        </p:spPr>
        <p:txBody>
          <a:bodyPr/>
          <a:lstStyle>
            <a:lvl1pPr>
              <a:defRPr sz="8526"/>
            </a:lvl1pPr>
          </a:lstStyle>
          <a:p>
            <a:r>
              <a:rPr lang="en-US" dirty="0"/>
              <a:t>Click to edit Master title style</a:t>
            </a:r>
          </a:p>
        </p:txBody>
      </p:sp>
      <p:sp>
        <p:nvSpPr>
          <p:cNvPr id="11" name="Text Placeholder 3"/>
          <p:cNvSpPr>
            <a:spLocks noGrp="1"/>
          </p:cNvSpPr>
          <p:nvPr>
            <p:ph type="body" sz="half" idx="14"/>
          </p:nvPr>
        </p:nvSpPr>
        <p:spPr>
          <a:xfrm>
            <a:off x="1596602" y="3121694"/>
            <a:ext cx="6020876" cy="283244"/>
          </a:xfrm>
        </p:spPr>
        <p:txBody>
          <a:bodyPr vert="horz" lIns="91440" tIns="45720" rIns="91440" bIns="45720" rtlCol="0" anchor="t">
            <a:normAutofit/>
          </a:bodyPr>
          <a:lstStyle>
            <a:lvl1pPr marL="0" indent="0">
              <a:buNone/>
              <a:defRPr lang="en-US" sz="2487" b="0" i="0" kern="1200" cap="small" dirty="0">
                <a:solidFill>
                  <a:schemeClr val="bg2">
                    <a:lumMod val="40000"/>
                    <a:lumOff val="60000"/>
                  </a:schemeClr>
                </a:solidFill>
                <a:latin typeface="+mj-lt"/>
                <a:ea typeface="+mj-ea"/>
                <a:cs typeface="+mj-cs"/>
              </a:defRPr>
            </a:lvl1pPr>
            <a:lvl2pPr marL="812124" indent="0">
              <a:buNone/>
              <a:defRPr sz="2132"/>
            </a:lvl2pPr>
            <a:lvl3pPr marL="1624249" indent="0">
              <a:buNone/>
              <a:defRPr sz="1776"/>
            </a:lvl3pPr>
            <a:lvl4pPr marL="2436373" indent="0">
              <a:buNone/>
              <a:defRPr sz="1599"/>
            </a:lvl4pPr>
            <a:lvl5pPr marL="3248497" indent="0">
              <a:buNone/>
              <a:defRPr sz="1599"/>
            </a:lvl5pPr>
            <a:lvl6pPr marL="4060622" indent="0">
              <a:buNone/>
              <a:defRPr sz="1599"/>
            </a:lvl6pPr>
            <a:lvl7pPr marL="4872746" indent="0">
              <a:buNone/>
              <a:defRPr sz="1599"/>
            </a:lvl7pPr>
            <a:lvl8pPr marL="5684871" indent="0">
              <a:buNone/>
              <a:defRPr sz="1599"/>
            </a:lvl8pPr>
            <a:lvl9pPr marL="6496995" indent="0">
              <a:buNone/>
              <a:defRPr sz="1599"/>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955244" y="3601377"/>
            <a:ext cx="7299555" cy="1387687"/>
          </a:xfrm>
        </p:spPr>
        <p:txBody>
          <a:bodyPr anchor="ctr">
            <a:normAutofit/>
          </a:bodyPr>
          <a:lstStyle>
            <a:lvl1pPr marL="0" indent="0">
              <a:buNone/>
              <a:defRPr sz="3197"/>
            </a:lvl1pPr>
            <a:lvl2pPr marL="812124" indent="0">
              <a:buNone/>
              <a:defRPr sz="2132"/>
            </a:lvl2pPr>
            <a:lvl3pPr marL="1624249" indent="0">
              <a:buNone/>
              <a:defRPr sz="1776"/>
            </a:lvl3pPr>
            <a:lvl4pPr marL="2436373" indent="0">
              <a:buNone/>
              <a:defRPr sz="1599"/>
            </a:lvl4pPr>
            <a:lvl5pPr marL="3248497" indent="0">
              <a:buNone/>
              <a:defRPr sz="1599"/>
            </a:lvl5pPr>
            <a:lvl6pPr marL="4060622" indent="0">
              <a:buNone/>
              <a:defRPr sz="1599"/>
            </a:lvl6pPr>
            <a:lvl7pPr marL="4872746" indent="0">
              <a:buNone/>
              <a:defRPr sz="1599"/>
            </a:lvl7pPr>
            <a:lvl8pPr marL="5684871" indent="0">
              <a:buNone/>
              <a:defRPr sz="1599"/>
            </a:lvl8pPr>
            <a:lvl9pPr marL="6496995" indent="0">
              <a:buNone/>
              <a:defRPr sz="1599"/>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742965" y="803982"/>
            <a:ext cx="663248" cy="342722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21671" dirty="0"/>
              <a:t>“</a:t>
            </a:r>
          </a:p>
        </p:txBody>
      </p:sp>
      <p:sp>
        <p:nvSpPr>
          <p:cNvPr id="15" name="TextBox 14"/>
          <p:cNvSpPr txBox="1"/>
          <p:nvPr/>
        </p:nvSpPr>
        <p:spPr>
          <a:xfrm>
            <a:off x="7717093" y="2163635"/>
            <a:ext cx="663248" cy="342722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21671" dirty="0"/>
              <a:t>”</a:t>
            </a:r>
          </a:p>
        </p:txBody>
      </p:sp>
    </p:spTree>
    <p:extLst>
      <p:ext uri="{BB962C8B-B14F-4D97-AF65-F5344CB8AC3E}">
        <p14:creationId xmlns:p14="http://schemas.microsoft.com/office/powerpoint/2010/main" val="29341153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55243" y="2586144"/>
            <a:ext cx="7299556" cy="1368466"/>
          </a:xfrm>
        </p:spPr>
        <p:txBody>
          <a:bodyPr anchor="b"/>
          <a:lstStyle>
            <a:lvl1pPr algn="l">
              <a:defRPr sz="7105" b="0" cap="none"/>
            </a:lvl1pPr>
          </a:lstStyle>
          <a:p>
            <a:r>
              <a:rPr lang="en-US" dirty="0"/>
              <a:t>Click to edit Master title style</a:t>
            </a:r>
          </a:p>
        </p:txBody>
      </p:sp>
      <p:sp>
        <p:nvSpPr>
          <p:cNvPr id="3" name="Text Placeholder 2"/>
          <p:cNvSpPr>
            <a:spLocks noGrp="1"/>
          </p:cNvSpPr>
          <p:nvPr>
            <p:ph type="body" idx="1"/>
          </p:nvPr>
        </p:nvSpPr>
        <p:spPr>
          <a:xfrm>
            <a:off x="955244" y="3954610"/>
            <a:ext cx="7299555" cy="712220"/>
          </a:xfrm>
        </p:spPr>
        <p:txBody>
          <a:bodyPr anchor="t"/>
          <a:lstStyle>
            <a:lvl1pPr marL="0" indent="0" algn="l">
              <a:buNone/>
              <a:defRPr sz="3553" cap="none">
                <a:solidFill>
                  <a:schemeClr val="bg2">
                    <a:lumMod val="40000"/>
                    <a:lumOff val="60000"/>
                  </a:schemeClr>
                </a:solidFill>
              </a:defRPr>
            </a:lvl1pPr>
            <a:lvl2pPr marL="812124" indent="0">
              <a:buNone/>
              <a:defRPr sz="3197">
                <a:solidFill>
                  <a:schemeClr val="tx1">
                    <a:tint val="75000"/>
                  </a:schemeClr>
                </a:solidFill>
              </a:defRPr>
            </a:lvl2pPr>
            <a:lvl3pPr marL="1624249" indent="0">
              <a:buNone/>
              <a:defRPr sz="2842">
                <a:solidFill>
                  <a:schemeClr val="tx1">
                    <a:tint val="75000"/>
                  </a:schemeClr>
                </a:solidFill>
              </a:defRPr>
            </a:lvl3pPr>
            <a:lvl4pPr marL="2436373" indent="0">
              <a:buNone/>
              <a:defRPr sz="2487">
                <a:solidFill>
                  <a:schemeClr val="tx1">
                    <a:tint val="75000"/>
                  </a:schemeClr>
                </a:solidFill>
              </a:defRPr>
            </a:lvl4pPr>
            <a:lvl5pPr marL="3248497" indent="0">
              <a:buNone/>
              <a:defRPr sz="2487">
                <a:solidFill>
                  <a:schemeClr val="tx1">
                    <a:tint val="75000"/>
                  </a:schemeClr>
                </a:solidFill>
              </a:defRPr>
            </a:lvl5pPr>
            <a:lvl6pPr marL="4060622" indent="0">
              <a:buNone/>
              <a:defRPr sz="2487">
                <a:solidFill>
                  <a:schemeClr val="tx1">
                    <a:tint val="75000"/>
                  </a:schemeClr>
                </a:solidFill>
              </a:defRPr>
            </a:lvl6pPr>
            <a:lvl7pPr marL="4872746" indent="0">
              <a:buNone/>
              <a:defRPr sz="2487">
                <a:solidFill>
                  <a:schemeClr val="tx1">
                    <a:tint val="75000"/>
                  </a:schemeClr>
                </a:solidFill>
              </a:defRPr>
            </a:lvl7pPr>
            <a:lvl8pPr marL="5684871" indent="0">
              <a:buNone/>
              <a:defRPr sz="2487">
                <a:solidFill>
                  <a:schemeClr val="tx1">
                    <a:tint val="75000"/>
                  </a:schemeClr>
                </a:solidFill>
              </a:defRPr>
            </a:lvl8pPr>
            <a:lvl9pPr marL="6496995" indent="0">
              <a:buNone/>
              <a:defRPr sz="2487">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4679714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7460"/>
            </a:lvl1pPr>
          </a:lstStyle>
          <a:p>
            <a:r>
              <a:rPr lang="en-US" dirty="0"/>
              <a:t>Click to edit Master title style</a:t>
            </a:r>
          </a:p>
        </p:txBody>
      </p:sp>
      <p:sp>
        <p:nvSpPr>
          <p:cNvPr id="3" name="Text Placeholder 2"/>
          <p:cNvSpPr>
            <a:spLocks noGrp="1"/>
          </p:cNvSpPr>
          <p:nvPr>
            <p:ph type="body" idx="1"/>
          </p:nvPr>
        </p:nvSpPr>
        <p:spPr>
          <a:xfrm>
            <a:off x="523500" y="1639993"/>
            <a:ext cx="2437304" cy="477017"/>
          </a:xfrm>
        </p:spPr>
        <p:txBody>
          <a:bodyPr anchor="b">
            <a:noAutofit/>
          </a:bodyPr>
          <a:lstStyle>
            <a:lvl1pPr marL="0" indent="0">
              <a:buNone/>
              <a:defRPr sz="4263" b="0">
                <a:solidFill>
                  <a:schemeClr val="bg2">
                    <a:lumMod val="40000"/>
                    <a:lumOff val="60000"/>
                  </a:schemeClr>
                </a:solidFill>
              </a:defRPr>
            </a:lvl1pPr>
            <a:lvl2pPr marL="812124" indent="0">
              <a:buNone/>
              <a:defRPr sz="3553" b="1"/>
            </a:lvl2pPr>
            <a:lvl3pPr marL="1624249" indent="0">
              <a:buNone/>
              <a:defRPr sz="3197" b="1"/>
            </a:lvl3pPr>
            <a:lvl4pPr marL="2436373" indent="0">
              <a:buNone/>
              <a:defRPr sz="2842" b="1"/>
            </a:lvl4pPr>
            <a:lvl5pPr marL="3248497" indent="0">
              <a:buNone/>
              <a:defRPr sz="2842" b="1"/>
            </a:lvl5pPr>
            <a:lvl6pPr marL="4060622" indent="0">
              <a:buNone/>
              <a:defRPr sz="2842" b="1"/>
            </a:lvl6pPr>
            <a:lvl7pPr marL="4872746" indent="0">
              <a:buNone/>
              <a:defRPr sz="2842" b="1"/>
            </a:lvl7pPr>
            <a:lvl8pPr marL="5684871" indent="0">
              <a:buNone/>
              <a:defRPr sz="2842" b="1"/>
            </a:lvl8pPr>
            <a:lvl9pPr marL="6496995" indent="0">
              <a:buNone/>
              <a:defRPr sz="2842" b="1"/>
            </a:lvl9pPr>
          </a:lstStyle>
          <a:p>
            <a:pPr lvl="0"/>
            <a:r>
              <a:rPr lang="en-US" dirty="0"/>
              <a:t>Click to edit Master text styles</a:t>
            </a:r>
          </a:p>
        </p:txBody>
      </p:sp>
      <p:sp>
        <p:nvSpPr>
          <p:cNvPr id="16" name="Text Placeholder 3"/>
          <p:cNvSpPr>
            <a:spLocks noGrp="1"/>
          </p:cNvSpPr>
          <p:nvPr>
            <p:ph type="body" sz="half" idx="15"/>
          </p:nvPr>
        </p:nvSpPr>
        <p:spPr>
          <a:xfrm>
            <a:off x="539641" y="2207683"/>
            <a:ext cx="2421162" cy="2971174"/>
          </a:xfrm>
        </p:spPr>
        <p:txBody>
          <a:bodyPr anchor="t">
            <a:normAutofit/>
          </a:bodyPr>
          <a:lstStyle>
            <a:lvl1pPr marL="0" indent="0">
              <a:buNone/>
              <a:defRPr sz="2487"/>
            </a:lvl1pPr>
            <a:lvl2pPr marL="812124" indent="0">
              <a:buNone/>
              <a:defRPr sz="2132"/>
            </a:lvl2pPr>
            <a:lvl3pPr marL="1624249" indent="0">
              <a:buNone/>
              <a:defRPr sz="1776"/>
            </a:lvl3pPr>
            <a:lvl4pPr marL="2436373" indent="0">
              <a:buNone/>
              <a:defRPr sz="1599"/>
            </a:lvl4pPr>
            <a:lvl5pPr marL="3248497" indent="0">
              <a:buNone/>
              <a:defRPr sz="1599"/>
            </a:lvl5pPr>
            <a:lvl6pPr marL="4060622" indent="0">
              <a:buNone/>
              <a:defRPr sz="1599"/>
            </a:lvl6pPr>
            <a:lvl7pPr marL="4872746" indent="0">
              <a:buNone/>
              <a:defRPr sz="1599"/>
            </a:lvl7pPr>
            <a:lvl8pPr marL="5684871" indent="0">
              <a:buNone/>
              <a:defRPr sz="1599"/>
            </a:lvl8pPr>
            <a:lvl9pPr marL="6496995" indent="0">
              <a:buNone/>
              <a:defRPr sz="1599"/>
            </a:lvl9pPr>
          </a:lstStyle>
          <a:p>
            <a:pPr lvl="0"/>
            <a:r>
              <a:rPr lang="en-US" dirty="0"/>
              <a:t>Click to edit Master text styles</a:t>
            </a:r>
          </a:p>
        </p:txBody>
      </p:sp>
      <p:sp>
        <p:nvSpPr>
          <p:cNvPr id="5" name="Text Placeholder 4"/>
          <p:cNvSpPr>
            <a:spLocks noGrp="1"/>
          </p:cNvSpPr>
          <p:nvPr>
            <p:ph type="body" sz="quarter" idx="3"/>
          </p:nvPr>
        </p:nvSpPr>
        <p:spPr>
          <a:xfrm>
            <a:off x="3212110" y="1639993"/>
            <a:ext cx="2428516" cy="477017"/>
          </a:xfrm>
        </p:spPr>
        <p:txBody>
          <a:bodyPr anchor="b">
            <a:noAutofit/>
          </a:bodyPr>
          <a:lstStyle>
            <a:lvl1pPr marL="0" indent="0">
              <a:buNone/>
              <a:defRPr sz="4263" b="0">
                <a:solidFill>
                  <a:schemeClr val="bg2">
                    <a:lumMod val="40000"/>
                    <a:lumOff val="60000"/>
                  </a:schemeClr>
                </a:solidFill>
              </a:defRPr>
            </a:lvl1pPr>
            <a:lvl2pPr marL="812124" indent="0">
              <a:buNone/>
              <a:defRPr sz="3553" b="1"/>
            </a:lvl2pPr>
            <a:lvl3pPr marL="1624249" indent="0">
              <a:buNone/>
              <a:defRPr sz="3197" b="1"/>
            </a:lvl3pPr>
            <a:lvl4pPr marL="2436373" indent="0">
              <a:buNone/>
              <a:defRPr sz="2842" b="1"/>
            </a:lvl4pPr>
            <a:lvl5pPr marL="3248497" indent="0">
              <a:buNone/>
              <a:defRPr sz="2842" b="1"/>
            </a:lvl5pPr>
            <a:lvl6pPr marL="4060622" indent="0">
              <a:buNone/>
              <a:defRPr sz="2842" b="1"/>
            </a:lvl6pPr>
            <a:lvl7pPr marL="4872746" indent="0">
              <a:buNone/>
              <a:defRPr sz="2842" b="1"/>
            </a:lvl7pPr>
            <a:lvl8pPr marL="5684871" indent="0">
              <a:buNone/>
              <a:defRPr sz="2842" b="1"/>
            </a:lvl8pPr>
            <a:lvl9pPr marL="6496995" indent="0">
              <a:buNone/>
              <a:defRPr sz="2842" b="1"/>
            </a:lvl9pPr>
          </a:lstStyle>
          <a:p>
            <a:pPr lvl="0"/>
            <a:r>
              <a:rPr lang="en-US" dirty="0"/>
              <a:t>Click to edit Master text styles</a:t>
            </a:r>
          </a:p>
        </p:txBody>
      </p:sp>
      <p:sp>
        <p:nvSpPr>
          <p:cNvPr id="19" name="Text Placeholder 3"/>
          <p:cNvSpPr>
            <a:spLocks noGrp="1"/>
          </p:cNvSpPr>
          <p:nvPr>
            <p:ph type="body" sz="half" idx="16"/>
          </p:nvPr>
        </p:nvSpPr>
        <p:spPr>
          <a:xfrm>
            <a:off x="3203382" y="2207683"/>
            <a:ext cx="2437244" cy="2971174"/>
          </a:xfrm>
        </p:spPr>
        <p:txBody>
          <a:bodyPr anchor="t">
            <a:normAutofit/>
          </a:bodyPr>
          <a:lstStyle>
            <a:lvl1pPr marL="0" indent="0">
              <a:buNone/>
              <a:defRPr sz="2487"/>
            </a:lvl1pPr>
            <a:lvl2pPr marL="812124" indent="0">
              <a:buNone/>
              <a:defRPr sz="2132"/>
            </a:lvl2pPr>
            <a:lvl3pPr marL="1624249" indent="0">
              <a:buNone/>
              <a:defRPr sz="1776"/>
            </a:lvl3pPr>
            <a:lvl4pPr marL="2436373" indent="0">
              <a:buNone/>
              <a:defRPr sz="1599"/>
            </a:lvl4pPr>
            <a:lvl5pPr marL="3248497" indent="0">
              <a:buNone/>
              <a:defRPr sz="1599"/>
            </a:lvl5pPr>
            <a:lvl6pPr marL="4060622" indent="0">
              <a:buNone/>
              <a:defRPr sz="1599"/>
            </a:lvl6pPr>
            <a:lvl7pPr marL="4872746" indent="0">
              <a:buNone/>
              <a:defRPr sz="1599"/>
            </a:lvl7pPr>
            <a:lvl8pPr marL="5684871" indent="0">
              <a:buNone/>
              <a:defRPr sz="1599"/>
            </a:lvl8pPr>
            <a:lvl9pPr marL="6496995" indent="0">
              <a:buNone/>
              <a:defRPr sz="1599"/>
            </a:lvl9pPr>
          </a:lstStyle>
          <a:p>
            <a:pPr lvl="0"/>
            <a:r>
              <a:rPr lang="en-US" dirty="0"/>
              <a:t>Click to edit Master text styles</a:t>
            </a:r>
          </a:p>
        </p:txBody>
      </p:sp>
      <p:sp>
        <p:nvSpPr>
          <p:cNvPr id="14" name="Text Placeholder 4"/>
          <p:cNvSpPr>
            <a:spLocks noGrp="1"/>
          </p:cNvSpPr>
          <p:nvPr>
            <p:ph type="body" sz="quarter" idx="13"/>
          </p:nvPr>
        </p:nvSpPr>
        <p:spPr>
          <a:xfrm>
            <a:off x="5892721" y="1639993"/>
            <a:ext cx="2425102" cy="477017"/>
          </a:xfrm>
        </p:spPr>
        <p:txBody>
          <a:bodyPr anchor="b">
            <a:noAutofit/>
          </a:bodyPr>
          <a:lstStyle>
            <a:lvl1pPr marL="0" indent="0">
              <a:buNone/>
              <a:defRPr sz="4263" b="0">
                <a:solidFill>
                  <a:schemeClr val="bg2">
                    <a:lumMod val="40000"/>
                    <a:lumOff val="60000"/>
                  </a:schemeClr>
                </a:solidFill>
              </a:defRPr>
            </a:lvl1pPr>
            <a:lvl2pPr marL="812124" indent="0">
              <a:buNone/>
              <a:defRPr sz="3553" b="1"/>
            </a:lvl2pPr>
            <a:lvl3pPr marL="1624249" indent="0">
              <a:buNone/>
              <a:defRPr sz="3197" b="1"/>
            </a:lvl3pPr>
            <a:lvl4pPr marL="2436373" indent="0">
              <a:buNone/>
              <a:defRPr sz="2842" b="1"/>
            </a:lvl4pPr>
            <a:lvl5pPr marL="3248497" indent="0">
              <a:buNone/>
              <a:defRPr sz="2842" b="1"/>
            </a:lvl5pPr>
            <a:lvl6pPr marL="4060622" indent="0">
              <a:buNone/>
              <a:defRPr sz="2842" b="1"/>
            </a:lvl6pPr>
            <a:lvl7pPr marL="4872746" indent="0">
              <a:buNone/>
              <a:defRPr sz="2842" b="1"/>
            </a:lvl7pPr>
            <a:lvl8pPr marL="5684871" indent="0">
              <a:buNone/>
              <a:defRPr sz="2842" b="1"/>
            </a:lvl8pPr>
            <a:lvl9pPr marL="6496995" indent="0">
              <a:buNone/>
              <a:defRPr sz="2842" b="1"/>
            </a:lvl9pPr>
          </a:lstStyle>
          <a:p>
            <a:pPr lvl="0"/>
            <a:r>
              <a:rPr lang="en-US" dirty="0"/>
              <a:t>Click to edit Master text styles</a:t>
            </a:r>
          </a:p>
        </p:txBody>
      </p:sp>
      <p:sp>
        <p:nvSpPr>
          <p:cNvPr id="20" name="Text Placeholder 3"/>
          <p:cNvSpPr>
            <a:spLocks noGrp="1"/>
          </p:cNvSpPr>
          <p:nvPr>
            <p:ph type="body" sz="half" idx="17"/>
          </p:nvPr>
        </p:nvSpPr>
        <p:spPr>
          <a:xfrm>
            <a:off x="5892721" y="2207683"/>
            <a:ext cx="2425102" cy="2971174"/>
          </a:xfrm>
        </p:spPr>
        <p:txBody>
          <a:bodyPr anchor="t">
            <a:normAutofit/>
          </a:bodyPr>
          <a:lstStyle>
            <a:lvl1pPr marL="0" indent="0">
              <a:buNone/>
              <a:defRPr sz="2487"/>
            </a:lvl1pPr>
            <a:lvl2pPr marL="812124" indent="0">
              <a:buNone/>
              <a:defRPr sz="2132"/>
            </a:lvl2pPr>
            <a:lvl3pPr marL="1624249" indent="0">
              <a:buNone/>
              <a:defRPr sz="1776"/>
            </a:lvl3pPr>
            <a:lvl4pPr marL="2436373" indent="0">
              <a:buNone/>
              <a:defRPr sz="1599"/>
            </a:lvl4pPr>
            <a:lvl5pPr marL="3248497" indent="0">
              <a:buNone/>
              <a:defRPr sz="1599"/>
            </a:lvl5pPr>
            <a:lvl6pPr marL="4060622" indent="0">
              <a:buNone/>
              <a:defRPr sz="1599"/>
            </a:lvl6pPr>
            <a:lvl7pPr marL="4872746" indent="0">
              <a:buNone/>
              <a:defRPr sz="1599"/>
            </a:lvl7pPr>
            <a:lvl8pPr marL="5684871" indent="0">
              <a:buNone/>
              <a:defRPr sz="1599"/>
            </a:lvl8pPr>
            <a:lvl9pPr marL="6496995" indent="0">
              <a:buNone/>
              <a:defRPr sz="1599"/>
            </a:lvl9pPr>
          </a:lstStyle>
          <a:p>
            <a:pPr lvl="0"/>
            <a:r>
              <a:rPr lang="en-US" dirty="0"/>
              <a:t>Click to edit Master text styles</a:t>
            </a:r>
          </a:p>
        </p:txBody>
      </p:sp>
      <p:cxnSp>
        <p:nvCxnSpPr>
          <p:cNvPr id="17" name="Straight Connector 16"/>
          <p:cNvCxnSpPr/>
          <p:nvPr/>
        </p:nvCxnSpPr>
        <p:spPr>
          <a:xfrm>
            <a:off x="3081830" y="1766147"/>
            <a:ext cx="0" cy="3279987"/>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758342" y="1766147"/>
            <a:ext cx="0" cy="3283697"/>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4/21/2026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1284025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7460"/>
            </a:lvl1pPr>
          </a:lstStyle>
          <a:p>
            <a:r>
              <a:rPr lang="en-US" dirty="0"/>
              <a:t>Click to edit Master title style</a:t>
            </a:r>
          </a:p>
        </p:txBody>
      </p:sp>
      <p:sp>
        <p:nvSpPr>
          <p:cNvPr id="3" name="Text Placeholder 2"/>
          <p:cNvSpPr>
            <a:spLocks noGrp="1"/>
          </p:cNvSpPr>
          <p:nvPr>
            <p:ph type="body" idx="1"/>
          </p:nvPr>
        </p:nvSpPr>
        <p:spPr>
          <a:xfrm>
            <a:off x="539641" y="3518841"/>
            <a:ext cx="2431666" cy="477017"/>
          </a:xfrm>
        </p:spPr>
        <p:txBody>
          <a:bodyPr anchor="b">
            <a:noAutofit/>
          </a:bodyPr>
          <a:lstStyle>
            <a:lvl1pPr marL="0" indent="0">
              <a:buNone/>
              <a:defRPr sz="4263" b="0">
                <a:solidFill>
                  <a:schemeClr val="bg2">
                    <a:lumMod val="40000"/>
                    <a:lumOff val="60000"/>
                  </a:schemeClr>
                </a:solidFill>
              </a:defRPr>
            </a:lvl1pPr>
            <a:lvl2pPr marL="812124" indent="0">
              <a:buNone/>
              <a:defRPr sz="3553" b="1"/>
            </a:lvl2pPr>
            <a:lvl3pPr marL="1624249" indent="0">
              <a:buNone/>
              <a:defRPr sz="3197" b="1"/>
            </a:lvl3pPr>
            <a:lvl4pPr marL="2436373" indent="0">
              <a:buNone/>
              <a:defRPr sz="2842" b="1"/>
            </a:lvl4pPr>
            <a:lvl5pPr marL="3248497" indent="0">
              <a:buNone/>
              <a:defRPr sz="2842" b="1"/>
            </a:lvl5pPr>
            <a:lvl6pPr marL="4060622" indent="0">
              <a:buNone/>
              <a:defRPr sz="2842" b="1"/>
            </a:lvl6pPr>
            <a:lvl7pPr marL="4872746" indent="0">
              <a:buNone/>
              <a:defRPr sz="2842" b="1"/>
            </a:lvl7pPr>
            <a:lvl8pPr marL="5684871" indent="0">
              <a:buNone/>
              <a:defRPr sz="2842" b="1"/>
            </a:lvl8pPr>
            <a:lvl9pPr marL="6496995" indent="0">
              <a:buNone/>
              <a:defRPr sz="2842" b="1"/>
            </a:lvl9pPr>
          </a:lstStyle>
          <a:p>
            <a:pPr lvl="0"/>
            <a:r>
              <a:rPr lang="en-US" dirty="0"/>
              <a:t>Click to edit Master text styles</a:t>
            </a:r>
          </a:p>
        </p:txBody>
      </p:sp>
      <p:sp>
        <p:nvSpPr>
          <p:cNvPr id="29" name="Picture Placeholder 2"/>
          <p:cNvSpPr>
            <a:spLocks noGrp="1" noChangeAspect="1"/>
          </p:cNvSpPr>
          <p:nvPr>
            <p:ph type="pic" idx="15"/>
          </p:nvPr>
        </p:nvSpPr>
        <p:spPr>
          <a:xfrm>
            <a:off x="539641" y="1829224"/>
            <a:ext cx="2431666" cy="12615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842"/>
            </a:lvl1pPr>
            <a:lvl2pPr marL="812124" indent="0">
              <a:buNone/>
              <a:defRPr sz="2842"/>
            </a:lvl2pPr>
            <a:lvl3pPr marL="1624249" indent="0">
              <a:buNone/>
              <a:defRPr sz="2842"/>
            </a:lvl3pPr>
            <a:lvl4pPr marL="2436373" indent="0">
              <a:buNone/>
              <a:defRPr sz="2842"/>
            </a:lvl4pPr>
            <a:lvl5pPr marL="3248497" indent="0">
              <a:buNone/>
              <a:defRPr sz="2842"/>
            </a:lvl5pPr>
            <a:lvl6pPr marL="4060622" indent="0">
              <a:buNone/>
              <a:defRPr sz="2842"/>
            </a:lvl6pPr>
            <a:lvl7pPr marL="4872746" indent="0">
              <a:buNone/>
              <a:defRPr sz="2842"/>
            </a:lvl7pPr>
            <a:lvl8pPr marL="5684871" indent="0">
              <a:buNone/>
              <a:defRPr sz="2842"/>
            </a:lvl8pPr>
            <a:lvl9pPr marL="6496995" indent="0">
              <a:buNone/>
              <a:defRPr sz="2842"/>
            </a:lvl9pPr>
          </a:lstStyle>
          <a:p>
            <a:endParaRPr lang="en-US" dirty="0"/>
          </a:p>
        </p:txBody>
      </p:sp>
      <p:sp>
        <p:nvSpPr>
          <p:cNvPr id="22" name="Text Placeholder 3"/>
          <p:cNvSpPr>
            <a:spLocks noGrp="1"/>
          </p:cNvSpPr>
          <p:nvPr>
            <p:ph type="body" sz="half" idx="18"/>
          </p:nvPr>
        </p:nvSpPr>
        <p:spPr>
          <a:xfrm>
            <a:off x="539641" y="3995858"/>
            <a:ext cx="2431666" cy="545662"/>
          </a:xfrm>
        </p:spPr>
        <p:txBody>
          <a:bodyPr anchor="t">
            <a:normAutofit/>
          </a:bodyPr>
          <a:lstStyle>
            <a:lvl1pPr marL="0" indent="0">
              <a:buNone/>
              <a:defRPr sz="2487"/>
            </a:lvl1pPr>
            <a:lvl2pPr marL="812124" indent="0">
              <a:buNone/>
              <a:defRPr sz="2132"/>
            </a:lvl2pPr>
            <a:lvl3pPr marL="1624249" indent="0">
              <a:buNone/>
              <a:defRPr sz="1776"/>
            </a:lvl3pPr>
            <a:lvl4pPr marL="2436373" indent="0">
              <a:buNone/>
              <a:defRPr sz="1599"/>
            </a:lvl4pPr>
            <a:lvl5pPr marL="3248497" indent="0">
              <a:buNone/>
              <a:defRPr sz="1599"/>
            </a:lvl5pPr>
            <a:lvl6pPr marL="4060622" indent="0">
              <a:buNone/>
              <a:defRPr sz="1599"/>
            </a:lvl6pPr>
            <a:lvl7pPr marL="4872746" indent="0">
              <a:buNone/>
              <a:defRPr sz="1599"/>
            </a:lvl7pPr>
            <a:lvl8pPr marL="5684871" indent="0">
              <a:buNone/>
              <a:defRPr sz="1599"/>
            </a:lvl8pPr>
            <a:lvl9pPr marL="6496995" indent="0">
              <a:buNone/>
              <a:defRPr sz="1599"/>
            </a:lvl9pPr>
          </a:lstStyle>
          <a:p>
            <a:pPr lvl="0"/>
            <a:r>
              <a:rPr lang="en-US" dirty="0"/>
              <a:t>Click to edit Master text styles</a:t>
            </a:r>
          </a:p>
        </p:txBody>
      </p:sp>
      <p:sp>
        <p:nvSpPr>
          <p:cNvPr id="5" name="Text Placeholder 4"/>
          <p:cNvSpPr>
            <a:spLocks noGrp="1"/>
          </p:cNvSpPr>
          <p:nvPr>
            <p:ph type="body" sz="quarter" idx="3"/>
          </p:nvPr>
        </p:nvSpPr>
        <p:spPr>
          <a:xfrm>
            <a:off x="3216838" y="3518841"/>
            <a:ext cx="2423788" cy="477017"/>
          </a:xfrm>
        </p:spPr>
        <p:txBody>
          <a:bodyPr anchor="b">
            <a:noAutofit/>
          </a:bodyPr>
          <a:lstStyle>
            <a:lvl1pPr marL="0" indent="0">
              <a:buNone/>
              <a:defRPr sz="4263" b="0">
                <a:solidFill>
                  <a:schemeClr val="bg2">
                    <a:lumMod val="40000"/>
                    <a:lumOff val="60000"/>
                  </a:schemeClr>
                </a:solidFill>
              </a:defRPr>
            </a:lvl1pPr>
            <a:lvl2pPr marL="812124" indent="0">
              <a:buNone/>
              <a:defRPr sz="3553" b="1"/>
            </a:lvl2pPr>
            <a:lvl3pPr marL="1624249" indent="0">
              <a:buNone/>
              <a:defRPr sz="3197" b="1"/>
            </a:lvl3pPr>
            <a:lvl4pPr marL="2436373" indent="0">
              <a:buNone/>
              <a:defRPr sz="2842" b="1"/>
            </a:lvl4pPr>
            <a:lvl5pPr marL="3248497" indent="0">
              <a:buNone/>
              <a:defRPr sz="2842" b="1"/>
            </a:lvl5pPr>
            <a:lvl6pPr marL="4060622" indent="0">
              <a:buNone/>
              <a:defRPr sz="2842" b="1"/>
            </a:lvl6pPr>
            <a:lvl7pPr marL="4872746" indent="0">
              <a:buNone/>
              <a:defRPr sz="2842" b="1"/>
            </a:lvl7pPr>
            <a:lvl8pPr marL="5684871" indent="0">
              <a:buNone/>
              <a:defRPr sz="2842" b="1"/>
            </a:lvl8pPr>
            <a:lvl9pPr marL="6496995" indent="0">
              <a:buNone/>
              <a:defRPr sz="2842" b="1"/>
            </a:lvl9pPr>
          </a:lstStyle>
          <a:p>
            <a:pPr lvl="0"/>
            <a:r>
              <a:rPr lang="en-US" dirty="0"/>
              <a:t>Click to edit Master text styles</a:t>
            </a:r>
          </a:p>
        </p:txBody>
      </p:sp>
      <p:sp>
        <p:nvSpPr>
          <p:cNvPr id="30" name="Picture Placeholder 2"/>
          <p:cNvSpPr>
            <a:spLocks noGrp="1" noChangeAspect="1"/>
          </p:cNvSpPr>
          <p:nvPr>
            <p:ph type="pic" idx="21"/>
          </p:nvPr>
        </p:nvSpPr>
        <p:spPr>
          <a:xfrm>
            <a:off x="3216837" y="1829224"/>
            <a:ext cx="2423788" cy="12615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842"/>
            </a:lvl1pPr>
            <a:lvl2pPr marL="812124" indent="0">
              <a:buNone/>
              <a:defRPr sz="2842"/>
            </a:lvl2pPr>
            <a:lvl3pPr marL="1624249" indent="0">
              <a:buNone/>
              <a:defRPr sz="2842"/>
            </a:lvl3pPr>
            <a:lvl4pPr marL="2436373" indent="0">
              <a:buNone/>
              <a:defRPr sz="2842"/>
            </a:lvl4pPr>
            <a:lvl5pPr marL="3248497" indent="0">
              <a:buNone/>
              <a:defRPr sz="2842"/>
            </a:lvl5pPr>
            <a:lvl6pPr marL="4060622" indent="0">
              <a:buNone/>
              <a:defRPr sz="2842"/>
            </a:lvl6pPr>
            <a:lvl7pPr marL="4872746" indent="0">
              <a:buNone/>
              <a:defRPr sz="2842"/>
            </a:lvl7pPr>
            <a:lvl8pPr marL="5684871" indent="0">
              <a:buNone/>
              <a:defRPr sz="2842"/>
            </a:lvl8pPr>
            <a:lvl9pPr marL="6496995" indent="0">
              <a:buNone/>
              <a:defRPr sz="2842"/>
            </a:lvl9pPr>
          </a:lstStyle>
          <a:p>
            <a:endParaRPr lang="en-US" dirty="0"/>
          </a:p>
        </p:txBody>
      </p:sp>
      <p:sp>
        <p:nvSpPr>
          <p:cNvPr id="23" name="Text Placeholder 3"/>
          <p:cNvSpPr>
            <a:spLocks noGrp="1"/>
          </p:cNvSpPr>
          <p:nvPr>
            <p:ph type="body" sz="half" idx="19"/>
          </p:nvPr>
        </p:nvSpPr>
        <p:spPr>
          <a:xfrm>
            <a:off x="3215718" y="3995858"/>
            <a:ext cx="2426998" cy="545662"/>
          </a:xfrm>
        </p:spPr>
        <p:txBody>
          <a:bodyPr anchor="t">
            <a:normAutofit/>
          </a:bodyPr>
          <a:lstStyle>
            <a:lvl1pPr marL="0" indent="0">
              <a:buNone/>
              <a:defRPr sz="2487"/>
            </a:lvl1pPr>
            <a:lvl2pPr marL="812124" indent="0">
              <a:buNone/>
              <a:defRPr sz="2132"/>
            </a:lvl2pPr>
            <a:lvl3pPr marL="1624249" indent="0">
              <a:buNone/>
              <a:defRPr sz="1776"/>
            </a:lvl3pPr>
            <a:lvl4pPr marL="2436373" indent="0">
              <a:buNone/>
              <a:defRPr sz="1599"/>
            </a:lvl4pPr>
            <a:lvl5pPr marL="3248497" indent="0">
              <a:buNone/>
              <a:defRPr sz="1599"/>
            </a:lvl5pPr>
            <a:lvl6pPr marL="4060622" indent="0">
              <a:buNone/>
              <a:defRPr sz="1599"/>
            </a:lvl6pPr>
            <a:lvl7pPr marL="4872746" indent="0">
              <a:buNone/>
              <a:defRPr sz="1599"/>
            </a:lvl7pPr>
            <a:lvl8pPr marL="5684871" indent="0">
              <a:buNone/>
              <a:defRPr sz="1599"/>
            </a:lvl8pPr>
            <a:lvl9pPr marL="6496995" indent="0">
              <a:buNone/>
              <a:defRPr sz="1599"/>
            </a:lvl9pPr>
          </a:lstStyle>
          <a:p>
            <a:pPr lvl="0"/>
            <a:r>
              <a:rPr lang="en-US" dirty="0"/>
              <a:t>Click to edit Master text styles</a:t>
            </a:r>
          </a:p>
        </p:txBody>
      </p:sp>
      <p:sp>
        <p:nvSpPr>
          <p:cNvPr id="14" name="Text Placeholder 4"/>
          <p:cNvSpPr>
            <a:spLocks noGrp="1"/>
          </p:cNvSpPr>
          <p:nvPr>
            <p:ph type="body" sz="quarter" idx="13"/>
          </p:nvPr>
        </p:nvSpPr>
        <p:spPr>
          <a:xfrm>
            <a:off x="5892721" y="3518841"/>
            <a:ext cx="2425102" cy="477017"/>
          </a:xfrm>
        </p:spPr>
        <p:txBody>
          <a:bodyPr anchor="b">
            <a:noAutofit/>
          </a:bodyPr>
          <a:lstStyle>
            <a:lvl1pPr marL="0" indent="0">
              <a:buNone/>
              <a:defRPr sz="4263" b="0">
                <a:solidFill>
                  <a:schemeClr val="bg2">
                    <a:lumMod val="40000"/>
                    <a:lumOff val="60000"/>
                  </a:schemeClr>
                </a:solidFill>
              </a:defRPr>
            </a:lvl1pPr>
            <a:lvl2pPr marL="812124" indent="0">
              <a:buNone/>
              <a:defRPr sz="3553" b="1"/>
            </a:lvl2pPr>
            <a:lvl3pPr marL="1624249" indent="0">
              <a:buNone/>
              <a:defRPr sz="3197" b="1"/>
            </a:lvl3pPr>
            <a:lvl4pPr marL="2436373" indent="0">
              <a:buNone/>
              <a:defRPr sz="2842" b="1"/>
            </a:lvl4pPr>
            <a:lvl5pPr marL="3248497" indent="0">
              <a:buNone/>
              <a:defRPr sz="2842" b="1"/>
            </a:lvl5pPr>
            <a:lvl6pPr marL="4060622" indent="0">
              <a:buNone/>
              <a:defRPr sz="2842" b="1"/>
            </a:lvl6pPr>
            <a:lvl7pPr marL="4872746" indent="0">
              <a:buNone/>
              <a:defRPr sz="2842" b="1"/>
            </a:lvl7pPr>
            <a:lvl8pPr marL="5684871" indent="0">
              <a:buNone/>
              <a:defRPr sz="2842" b="1"/>
            </a:lvl8pPr>
            <a:lvl9pPr marL="6496995" indent="0">
              <a:buNone/>
              <a:defRPr sz="2842" b="1"/>
            </a:lvl9pPr>
          </a:lstStyle>
          <a:p>
            <a:pPr lvl="0"/>
            <a:r>
              <a:rPr lang="en-US" dirty="0"/>
              <a:t>Click to edit Master text styles</a:t>
            </a:r>
          </a:p>
        </p:txBody>
      </p:sp>
      <p:sp>
        <p:nvSpPr>
          <p:cNvPr id="31" name="Picture Placeholder 2"/>
          <p:cNvSpPr>
            <a:spLocks noGrp="1" noChangeAspect="1"/>
          </p:cNvSpPr>
          <p:nvPr>
            <p:ph type="pic" idx="22"/>
          </p:nvPr>
        </p:nvSpPr>
        <p:spPr>
          <a:xfrm>
            <a:off x="5892720" y="1829224"/>
            <a:ext cx="2425102" cy="12615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842"/>
            </a:lvl1pPr>
            <a:lvl2pPr marL="812124" indent="0">
              <a:buNone/>
              <a:defRPr sz="2842"/>
            </a:lvl2pPr>
            <a:lvl3pPr marL="1624249" indent="0">
              <a:buNone/>
              <a:defRPr sz="2842"/>
            </a:lvl3pPr>
            <a:lvl4pPr marL="2436373" indent="0">
              <a:buNone/>
              <a:defRPr sz="2842"/>
            </a:lvl4pPr>
            <a:lvl5pPr marL="3248497" indent="0">
              <a:buNone/>
              <a:defRPr sz="2842"/>
            </a:lvl5pPr>
            <a:lvl6pPr marL="4060622" indent="0">
              <a:buNone/>
              <a:defRPr sz="2842"/>
            </a:lvl6pPr>
            <a:lvl7pPr marL="4872746" indent="0">
              <a:buNone/>
              <a:defRPr sz="2842"/>
            </a:lvl7pPr>
            <a:lvl8pPr marL="5684871" indent="0">
              <a:buNone/>
              <a:defRPr sz="2842"/>
            </a:lvl8pPr>
            <a:lvl9pPr marL="6496995" indent="0">
              <a:buNone/>
              <a:defRPr sz="2842"/>
            </a:lvl9pPr>
          </a:lstStyle>
          <a:p>
            <a:endParaRPr lang="en-US" dirty="0"/>
          </a:p>
        </p:txBody>
      </p:sp>
      <p:sp>
        <p:nvSpPr>
          <p:cNvPr id="24" name="Text Placeholder 3"/>
          <p:cNvSpPr>
            <a:spLocks noGrp="1"/>
          </p:cNvSpPr>
          <p:nvPr>
            <p:ph type="body" sz="half" idx="20"/>
          </p:nvPr>
        </p:nvSpPr>
        <p:spPr>
          <a:xfrm>
            <a:off x="5892618" y="3995856"/>
            <a:ext cx="2428314" cy="545662"/>
          </a:xfrm>
        </p:spPr>
        <p:txBody>
          <a:bodyPr anchor="t">
            <a:normAutofit/>
          </a:bodyPr>
          <a:lstStyle>
            <a:lvl1pPr marL="0" indent="0">
              <a:buNone/>
              <a:defRPr sz="2487"/>
            </a:lvl1pPr>
            <a:lvl2pPr marL="812124" indent="0">
              <a:buNone/>
              <a:defRPr sz="2132"/>
            </a:lvl2pPr>
            <a:lvl3pPr marL="1624249" indent="0">
              <a:buNone/>
              <a:defRPr sz="1776"/>
            </a:lvl3pPr>
            <a:lvl4pPr marL="2436373" indent="0">
              <a:buNone/>
              <a:defRPr sz="1599"/>
            </a:lvl4pPr>
            <a:lvl5pPr marL="3248497" indent="0">
              <a:buNone/>
              <a:defRPr sz="1599"/>
            </a:lvl5pPr>
            <a:lvl6pPr marL="4060622" indent="0">
              <a:buNone/>
              <a:defRPr sz="1599"/>
            </a:lvl6pPr>
            <a:lvl7pPr marL="4872746" indent="0">
              <a:buNone/>
              <a:defRPr sz="1599"/>
            </a:lvl7pPr>
            <a:lvl8pPr marL="5684871" indent="0">
              <a:buNone/>
              <a:defRPr sz="1599"/>
            </a:lvl8pPr>
            <a:lvl9pPr marL="6496995" indent="0">
              <a:buNone/>
              <a:defRPr sz="1599"/>
            </a:lvl9pPr>
          </a:lstStyle>
          <a:p>
            <a:pPr lvl="0"/>
            <a:r>
              <a:rPr lang="en-US" dirty="0"/>
              <a:t>Click to edit Master text styles</a:t>
            </a:r>
          </a:p>
        </p:txBody>
      </p:sp>
      <p:cxnSp>
        <p:nvCxnSpPr>
          <p:cNvPr id="19" name="Straight Connector 18"/>
          <p:cNvCxnSpPr/>
          <p:nvPr/>
        </p:nvCxnSpPr>
        <p:spPr>
          <a:xfrm>
            <a:off x="3081830" y="1766147"/>
            <a:ext cx="0" cy="3279987"/>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758342" y="1766147"/>
            <a:ext cx="0" cy="3283697"/>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4/21/2026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945170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698090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68276" y="356121"/>
            <a:ext cx="1449547" cy="4822737"/>
          </a:xfrm>
        </p:spPr>
        <p:txBody>
          <a:bodyPr vert="eaVert" anchor="b" anchorCtr="0"/>
          <a:lstStyle/>
          <a:p>
            <a:r>
              <a:rPr lang="en-US" dirty="0"/>
              <a:t>Click to edit Master title style</a:t>
            </a:r>
          </a:p>
        </p:txBody>
      </p:sp>
      <p:sp>
        <p:nvSpPr>
          <p:cNvPr id="3" name="Vertical Text Placeholder 2"/>
          <p:cNvSpPr>
            <a:spLocks noGrp="1"/>
          </p:cNvSpPr>
          <p:nvPr>
            <p:ph type="body" orient="vert" idx="1"/>
          </p:nvPr>
        </p:nvSpPr>
        <p:spPr>
          <a:xfrm>
            <a:off x="539642" y="734582"/>
            <a:ext cx="6139563" cy="444427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3295474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C62339"/>
                </a:solidFill>
                <a:latin typeface="Arial MT"/>
                <a:cs typeface="Arial MT"/>
              </a:defRPr>
            </a:lvl1pPr>
          </a:lstStyle>
          <a:p>
            <a:endParaRPr/>
          </a:p>
        </p:txBody>
      </p:sp>
      <p:sp>
        <p:nvSpPr>
          <p:cNvPr id="3" name="Holder 3"/>
          <p:cNvSpPr>
            <a:spLocks noGrp="1"/>
          </p:cNvSpPr>
          <p:nvPr>
            <p:ph sz="half" idx="2"/>
          </p:nvPr>
        </p:nvSpPr>
        <p:spPr>
          <a:xfrm>
            <a:off x="504190" y="1305687"/>
            <a:ext cx="4386453" cy="374675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52644" y="1656587"/>
            <a:ext cx="4427220" cy="2958465"/>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ftr" sz="quarter" idx="5"/>
          </p:nvPr>
        </p:nvSpPr>
        <p:spPr/>
        <p:txBody>
          <a:bodyPr lIns="0" tIns="0" rIns="0" bIns="0"/>
          <a:lstStyle>
            <a:lvl1pPr>
              <a:defRPr sz="800" b="1" i="0">
                <a:solidFill>
                  <a:srgbClr val="DDDDDD"/>
                </a:solidFill>
                <a:latin typeface="Arial"/>
                <a:cs typeface="Arial"/>
              </a:defRPr>
            </a:lvl1pPr>
          </a:lstStyle>
          <a:p>
            <a:pPr marL="297180" marR="5080" indent="-285115">
              <a:lnSpc>
                <a:spcPct val="100000"/>
              </a:lnSpc>
              <a:spcBef>
                <a:spcPts val="25"/>
              </a:spcBef>
            </a:pPr>
            <a:endParaRPr spc="-2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092597E9-15ED-4A8C-9825-DDDCE7C4907F}" type="datetime1">
              <a:rPr lang="en-US" smtClean="0"/>
              <a:t>4/21/2026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957370637"/>
      </p:ext>
    </p:extLst>
  </p:cSld>
  <p:clrMapOvr>
    <a:masterClrMapping/>
  </p:clrMapOvr>
  <p:transition spd="med">
    <p:pull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209906"/>
            <a:ext cx="3338945" cy="3466994"/>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394221"/>
            <a:ext cx="1259162" cy="1958069"/>
          </a:xfrm>
          <a:prstGeom prst="rect">
            <a:avLst/>
          </a:prstGeom>
        </p:spPr>
      </p:pic>
      <p:sp>
        <p:nvSpPr>
          <p:cNvPr id="16" name="Oval 15"/>
          <p:cNvSpPr/>
          <p:nvPr/>
        </p:nvSpPr>
        <p:spPr>
          <a:xfrm>
            <a:off x="7120370" y="1387687"/>
            <a:ext cx="2331879" cy="2333837"/>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6616181" y="1"/>
            <a:ext cx="1326135" cy="944831"/>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7117778" y="5046133"/>
            <a:ext cx="821901" cy="630767"/>
          </a:xfrm>
          <a:prstGeom prst="rect">
            <a:avLst/>
          </a:prstGeom>
        </p:spPr>
      </p:pic>
      <p:sp>
        <p:nvSpPr>
          <p:cNvPr id="14" name="Rectangle 13"/>
          <p:cNvSpPr/>
          <p:nvPr/>
        </p:nvSpPr>
        <p:spPr>
          <a:xfrm>
            <a:off x="8632940" y="0"/>
            <a:ext cx="567214" cy="9461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534388" y="374750"/>
            <a:ext cx="7778490" cy="1159328"/>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912531" y="1699360"/>
            <a:ext cx="7399535" cy="347292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8399216" y="1482409"/>
            <a:ext cx="819996" cy="252094"/>
          </a:xfrm>
          <a:prstGeom prst="rect">
            <a:avLst/>
          </a:prstGeom>
        </p:spPr>
        <p:txBody>
          <a:bodyPr vert="horz" lIns="91440" tIns="45720" rIns="91440" bIns="45720" rtlCol="0" anchor="t"/>
          <a:lstStyle>
            <a:lvl1pPr algn="l">
              <a:defRPr sz="1954" b="0" i="0">
                <a:solidFill>
                  <a:schemeClr val="tx1">
                    <a:tint val="75000"/>
                    <a:alpha val="60000"/>
                  </a:schemeClr>
                </a:solidFill>
              </a:defRPr>
            </a:lvl1pPr>
          </a:lstStyle>
          <a:p>
            <a:fld id="{4AAD347D-5ACD-4C99-B74B-A9C85AD731AF}" type="datetimeFigureOut">
              <a:rPr lang="en-US" dirty="0"/>
              <a:t>4/21/2026</a:t>
            </a:fld>
            <a:endParaRPr lang="en-US" dirty="0"/>
          </a:p>
        </p:txBody>
      </p:sp>
      <p:sp>
        <p:nvSpPr>
          <p:cNvPr id="5" name="Footer Placeholder 4"/>
          <p:cNvSpPr>
            <a:spLocks noGrp="1"/>
          </p:cNvSpPr>
          <p:nvPr>
            <p:ph type="ftr" sz="quarter" idx="3"/>
          </p:nvPr>
        </p:nvSpPr>
        <p:spPr>
          <a:xfrm rot="5400000">
            <a:off x="7402357" y="2669935"/>
            <a:ext cx="3195053" cy="252096"/>
          </a:xfrm>
          <a:prstGeom prst="rect">
            <a:avLst/>
          </a:prstGeom>
        </p:spPr>
        <p:txBody>
          <a:bodyPr vert="horz" lIns="91440" tIns="45720" rIns="91440" bIns="45720" rtlCol="0" anchor="b"/>
          <a:lstStyle>
            <a:lvl1pPr algn="l">
              <a:defRPr sz="1954"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8562414" y="244798"/>
            <a:ext cx="693260" cy="635474"/>
          </a:xfrm>
          <a:prstGeom prst="rect">
            <a:avLst/>
          </a:prstGeom>
        </p:spPr>
        <p:txBody>
          <a:bodyPr vert="horz" lIns="91440" tIns="45720" rIns="91440" bIns="45720" rtlCol="0" anchor="b"/>
          <a:lstStyle>
            <a:lvl1pPr algn="ctr">
              <a:defRPr sz="4974"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834710271"/>
      </p:ext>
    </p:extLst>
  </p:cSld>
  <p:clrMap bg1="dk1" tx1="lt1" bg2="dk2" tx2="lt2" accent1="accent1" accent2="accent2" accent3="accent3" accent4="accent4" accent5="accent5" accent6="accent6" hlink="hlink" folHlink="folHlink"/>
  <p:sldLayoutIdLst>
    <p:sldLayoutId id="2147484253" r:id="rId1"/>
    <p:sldLayoutId id="2147484254" r:id="rId2"/>
    <p:sldLayoutId id="2147484255" r:id="rId3"/>
    <p:sldLayoutId id="2147484256" r:id="rId4"/>
    <p:sldLayoutId id="2147484257" r:id="rId5"/>
    <p:sldLayoutId id="2147484258" r:id="rId6"/>
    <p:sldLayoutId id="2147484259" r:id="rId7"/>
    <p:sldLayoutId id="2147484260" r:id="rId8"/>
    <p:sldLayoutId id="2147484261" r:id="rId9"/>
    <p:sldLayoutId id="2147484262" r:id="rId10"/>
    <p:sldLayoutId id="2147484263" r:id="rId11"/>
    <p:sldLayoutId id="2147484264" r:id="rId12"/>
    <p:sldLayoutId id="2147484265" r:id="rId13"/>
    <p:sldLayoutId id="2147484266" r:id="rId14"/>
    <p:sldLayoutId id="2147484267" r:id="rId15"/>
    <p:sldLayoutId id="2147484268" r:id="rId16"/>
    <p:sldLayoutId id="2147484269" r:id="rId17"/>
    <p:sldLayoutId id="2147484270" r:id="rId18"/>
  </p:sldLayoutIdLst>
  <p:transition spd="med">
    <p:pull dir="u"/>
  </p:transition>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2.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8.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9.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0.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6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irinyiref-my.sharepoint.com/:v:/g/personal/beresmate_irinyi-ref_hu/IQCqRXMeq_ouQYPFYQjDx0pJAT71VJ6MVj9WkWZAxIdwjNc?e=ZeaBjo&amp;nav=eyJyZWZlcnJhbEluZm8iOnsicmVmZXJyYWxBcHAiOiJTdHJlYW1XZWJBcHAiLCJyZWZlcnJhbFZpZXciOiJTaGFyZURpYWxvZy1MaW5rIiwicmVmZXJyYWxBcHBQbGF0Zm9ybSI6IldlYiIsInJlZmVycmFsTW9kZSI6InZpZXcifX0%3D" TargetMode="External"/><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3708FA8-292A-C086-CB41-E9544128DB46}"/>
              </a:ext>
            </a:extLst>
          </p:cNvPr>
          <p:cNvSpPr/>
          <p:nvPr/>
        </p:nvSpPr>
        <p:spPr>
          <a:xfrm>
            <a:off x="-681" y="1703287"/>
            <a:ext cx="10083924" cy="1275408"/>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bject 4"/>
          <p:cNvSpPr txBox="1">
            <a:spLocks noGrp="1"/>
          </p:cNvSpPr>
          <p:nvPr>
            <p:ph type="title"/>
          </p:nvPr>
        </p:nvSpPr>
        <p:spPr>
          <a:xfrm>
            <a:off x="546100" y="781050"/>
            <a:ext cx="6472735" cy="1980029"/>
          </a:xfrm>
          <a:prstGeom prst="rect">
            <a:avLst/>
          </a:prstGeom>
          <a:noFill/>
        </p:spPr>
        <p:txBody>
          <a:bodyPr vert="horz" wrap="square" lIns="0" tIns="375920" rIns="0" bIns="0" rtlCol="0">
            <a:spAutoFit/>
          </a:bodyPr>
          <a:lstStyle/>
          <a:p>
            <a:pPr>
              <a:lnSpc>
                <a:spcPct val="100000"/>
              </a:lnSpc>
              <a:spcBef>
                <a:spcPts val="2960"/>
              </a:spcBef>
            </a:pPr>
            <a:endParaRPr lang="en-US" sz="4400" b="1" dirty="0">
              <a:solidFill>
                <a:schemeClr val="tx1"/>
              </a:solidFill>
            </a:endParaRPr>
          </a:p>
          <a:p>
            <a:pPr marL="71755"/>
            <a:r>
              <a:rPr lang="en-US" sz="6000" b="1" dirty="0" err="1">
                <a:solidFill>
                  <a:schemeClr val="tx1"/>
                </a:solidFill>
                <a:latin typeface="Bookman Old Style"/>
              </a:rPr>
              <a:t>CrazyDrive</a:t>
            </a:r>
            <a:r>
              <a:rPr lang="en-US" sz="6000" b="1" dirty="0">
                <a:solidFill>
                  <a:schemeClr val="tx1"/>
                </a:solidFill>
                <a:latin typeface="Bookman Old Style"/>
              </a:rPr>
              <a:t> </a:t>
            </a:r>
            <a:r>
              <a:rPr lang="en-US" sz="6000" b="1" dirty="0" err="1">
                <a:solidFill>
                  <a:schemeClr val="tx1"/>
                </a:solidFill>
                <a:latin typeface="Bookman Old Style"/>
              </a:rPr>
              <a:t>Zrt</a:t>
            </a:r>
            <a:r>
              <a:rPr lang="en-US" sz="6000" b="1" dirty="0">
                <a:solidFill>
                  <a:schemeClr val="tx1"/>
                </a:solidFill>
                <a:latin typeface="Bookman Old Style"/>
              </a:rPr>
              <a:t>.</a:t>
            </a:r>
          </a:p>
        </p:txBody>
      </p:sp>
      <p:sp>
        <p:nvSpPr>
          <p:cNvPr id="2" name="Élőláb helye 1">
            <a:extLst>
              <a:ext uri="{FF2B5EF4-FFF2-40B4-BE49-F238E27FC236}">
                <a16:creationId xmlns:a16="http://schemas.microsoft.com/office/drawing/2014/main" id="{2954D2DE-7D71-4BEC-8089-20E3FF8E26E3}"/>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dirty="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5" name="object 5"/>
          <p:cNvSpPr txBox="1"/>
          <p:nvPr/>
        </p:nvSpPr>
        <p:spPr>
          <a:xfrm>
            <a:off x="5499100" y="3752850"/>
            <a:ext cx="4495800" cy="1406154"/>
          </a:xfrm>
          <a:prstGeom prst="rect">
            <a:avLst/>
          </a:prstGeom>
        </p:spPr>
        <p:txBody>
          <a:bodyPr vert="horz" wrap="square" lIns="0" tIns="13335" rIns="0" bIns="0" rtlCol="0" anchor="t">
            <a:spAutoFit/>
          </a:bodyPr>
          <a:lstStyle/>
          <a:p>
            <a:pPr marL="12700" marR="5080">
              <a:lnSpc>
                <a:spcPct val="99700"/>
              </a:lnSpc>
              <a:spcBef>
                <a:spcPts val="105"/>
              </a:spcBef>
            </a:pPr>
            <a:r>
              <a:rPr sz="2200" spc="-10" dirty="0" err="1">
                <a:latin typeface="Bookman Old Style"/>
                <a:cs typeface="Arial MT"/>
              </a:rPr>
              <a:t>Készítette</a:t>
            </a:r>
            <a:r>
              <a:rPr sz="2200" spc="-10" dirty="0">
                <a:latin typeface="Bookman Old Style"/>
                <a:cs typeface="Arial MT"/>
              </a:rPr>
              <a:t>:</a:t>
            </a:r>
            <a:r>
              <a:rPr lang="hu-HU" sz="2200" spc="-10" dirty="0">
                <a:latin typeface="Bookman Old Style"/>
                <a:cs typeface="Arial MT"/>
              </a:rPr>
              <a:t> 13/C</a:t>
            </a:r>
          </a:p>
          <a:p>
            <a:pPr marL="12700" marR="5080">
              <a:lnSpc>
                <a:spcPct val="99700"/>
              </a:lnSpc>
              <a:spcBef>
                <a:spcPts val="105"/>
              </a:spcBef>
            </a:pPr>
            <a:r>
              <a:rPr lang="hu-HU" sz="2200" spc="-10" dirty="0">
                <a:latin typeface="Bookman Old Style"/>
                <a:cs typeface="Arial MT"/>
              </a:rPr>
              <a:t>Béres Máté</a:t>
            </a:r>
          </a:p>
          <a:p>
            <a:pPr marL="12700" marR="5080">
              <a:lnSpc>
                <a:spcPct val="99700"/>
              </a:lnSpc>
              <a:spcBef>
                <a:spcPts val="105"/>
              </a:spcBef>
            </a:pPr>
            <a:r>
              <a:rPr lang="hu-HU" sz="2200" spc="-10" dirty="0" err="1">
                <a:latin typeface="Bookman Old Style"/>
                <a:cs typeface="Arial MT"/>
              </a:rPr>
              <a:t>Fridel</a:t>
            </a:r>
            <a:r>
              <a:rPr lang="hu-HU" sz="2200" spc="-10" dirty="0">
                <a:latin typeface="Bookman Old Style"/>
                <a:cs typeface="Arial MT"/>
              </a:rPr>
              <a:t> Milán</a:t>
            </a:r>
          </a:p>
          <a:p>
            <a:pPr marL="12700" marR="5080">
              <a:lnSpc>
                <a:spcPct val="99700"/>
              </a:lnSpc>
              <a:spcBef>
                <a:spcPts val="105"/>
              </a:spcBef>
            </a:pPr>
            <a:r>
              <a:rPr lang="hu-HU" sz="2200" spc="-10" dirty="0">
                <a:latin typeface="Bookman Old Style"/>
                <a:cs typeface="Arial MT"/>
              </a:rPr>
              <a:t>Jobbágy Dominik</a:t>
            </a:r>
          </a:p>
        </p:txBody>
      </p:sp>
    </p:spTree>
  </p:cSld>
  <p:clrMapOvr>
    <a:masterClrMapping/>
  </p:clrMapOvr>
  <p:transition spd="med">
    <p:pull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0628" y="246752"/>
            <a:ext cx="1770751" cy="567463"/>
          </a:xfrm>
          <a:prstGeom prst="rect">
            <a:avLst/>
          </a:prstGeom>
        </p:spPr>
        <p:txBody>
          <a:bodyPr vert="horz" wrap="square" lIns="0" tIns="13335" rIns="0" bIns="0" rtlCol="0">
            <a:spAutoFit/>
          </a:bodyPr>
          <a:lstStyle/>
          <a:p>
            <a:pPr marL="12700">
              <a:lnSpc>
                <a:spcPct val="100000"/>
              </a:lnSpc>
              <a:spcBef>
                <a:spcPts val="105"/>
              </a:spcBef>
            </a:pPr>
            <a:r>
              <a:rPr sz="3600" u="sng" spc="-270" dirty="0" err="1">
                <a:solidFill>
                  <a:schemeClr val="tx1"/>
                </a:solidFill>
                <a:latin typeface="Bookman Old Style"/>
              </a:rPr>
              <a:t>Bevezető</a:t>
            </a:r>
            <a:endParaRPr lang="en-US" u="sng" spc="-270">
              <a:solidFill>
                <a:schemeClr val="tx1"/>
              </a:solidFill>
              <a:latin typeface="Bookman Old Style"/>
            </a:endParaRPr>
          </a:p>
        </p:txBody>
      </p:sp>
      <p:sp>
        <p:nvSpPr>
          <p:cNvPr id="4" name="Élőláb helye 1">
            <a:extLst>
              <a:ext uri="{FF2B5EF4-FFF2-40B4-BE49-F238E27FC236}">
                <a16:creationId xmlns:a16="http://schemas.microsoft.com/office/drawing/2014/main" id="{A075FAF5-5416-44CD-89B2-7B324D48CFD3}"/>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3" name="object 3"/>
          <p:cNvSpPr txBox="1"/>
          <p:nvPr/>
        </p:nvSpPr>
        <p:spPr>
          <a:xfrm>
            <a:off x="0" y="628650"/>
            <a:ext cx="9619351" cy="4928913"/>
          </a:xfrm>
          <a:prstGeom prst="rect">
            <a:avLst/>
          </a:prstGeom>
        </p:spPr>
        <p:txBody>
          <a:bodyPr vert="horz" wrap="square" lIns="0" tIns="253365" rIns="0" bIns="0" rtlCol="0" anchor="t">
            <a:spAutoFit/>
          </a:bodyPr>
          <a:lstStyle/>
          <a:p>
            <a:pPr marL="335280" indent="-322580">
              <a:lnSpc>
                <a:spcPct val="100000"/>
              </a:lnSpc>
              <a:spcBef>
                <a:spcPts val="1995"/>
              </a:spcBef>
              <a:buSzPct val="45312"/>
              <a:buFont typeface="Wingdings"/>
              <a:buChar char=""/>
              <a:tabLst>
                <a:tab pos="335280" algn="l"/>
              </a:tabLst>
            </a:pPr>
            <a:r>
              <a:rPr sz="3200" dirty="0">
                <a:latin typeface="Bookman Old Style"/>
                <a:cs typeface="Arial MT"/>
              </a:rPr>
              <a:t>A</a:t>
            </a:r>
            <a:r>
              <a:rPr sz="3200" spc="-215" dirty="0">
                <a:latin typeface="Bookman Old Style"/>
                <a:cs typeface="Arial MT"/>
              </a:rPr>
              <a:t> </a:t>
            </a:r>
            <a:r>
              <a:rPr sz="3200" dirty="0" err="1">
                <a:latin typeface="Bookman Old Style"/>
                <a:cs typeface="Arial MT"/>
              </a:rPr>
              <a:t>megvalósított</a:t>
            </a:r>
            <a:r>
              <a:rPr sz="3200" spc="-85" dirty="0">
                <a:latin typeface="Bookman Old Style"/>
                <a:cs typeface="Arial MT"/>
              </a:rPr>
              <a:t> </a:t>
            </a:r>
            <a:r>
              <a:rPr sz="3200" dirty="0" err="1">
                <a:latin typeface="Bookman Old Style"/>
                <a:cs typeface="Arial MT"/>
              </a:rPr>
              <a:t>hálózat</a:t>
            </a:r>
            <a:r>
              <a:rPr sz="3200" spc="-60" dirty="0">
                <a:latin typeface="Bookman Old Style"/>
                <a:cs typeface="Arial MT"/>
              </a:rPr>
              <a:t> </a:t>
            </a:r>
            <a:r>
              <a:rPr sz="3200" spc="-10" dirty="0" err="1">
                <a:latin typeface="Bookman Old Style"/>
                <a:cs typeface="Arial MT"/>
              </a:rPr>
              <a:t>részei</a:t>
            </a:r>
            <a:r>
              <a:rPr sz="3200" spc="-10" dirty="0">
                <a:latin typeface="Bookman Old Style"/>
                <a:cs typeface="Arial MT"/>
              </a:rPr>
              <a:t>:</a:t>
            </a:r>
            <a:endParaRPr lang="en-US" sz="3200" dirty="0">
              <a:latin typeface="Bookman Old Style"/>
              <a:cs typeface="Arial MT"/>
            </a:endParaRPr>
          </a:p>
          <a:p>
            <a:pPr marL="1199515" lvl="1" indent="-287655">
              <a:lnSpc>
                <a:spcPct val="100000"/>
              </a:lnSpc>
              <a:spcBef>
                <a:spcPts val="1425"/>
              </a:spcBef>
              <a:buSzPct val="43750"/>
              <a:buFont typeface="Wingdings"/>
              <a:buChar char=""/>
              <a:tabLst>
                <a:tab pos="1199515" algn="l"/>
              </a:tabLst>
            </a:pPr>
            <a:r>
              <a:rPr lang="hu-HU" sz="2400" u="sng" spc="-10" dirty="0">
                <a:latin typeface="Bookman Old Style"/>
                <a:cs typeface="Arial MT"/>
              </a:rPr>
              <a:t>Iroda</a:t>
            </a:r>
            <a:r>
              <a:rPr sz="2400" spc="-10" dirty="0">
                <a:latin typeface="Bookman Old Style"/>
                <a:cs typeface="Arial MT"/>
              </a:rPr>
              <a:t>:</a:t>
            </a:r>
            <a:r>
              <a:rPr sz="2400" spc="-20" dirty="0">
                <a:latin typeface="Bookman Old Style"/>
                <a:cs typeface="Arial MT"/>
              </a:rPr>
              <a:t> </a:t>
            </a:r>
            <a:r>
              <a:rPr lang="hu-HU" sz="2400" dirty="0">
                <a:latin typeface="Bookman Old Style"/>
                <a:cs typeface="Arial MT"/>
              </a:rPr>
              <a:t>3 emeletes épület</a:t>
            </a:r>
            <a:r>
              <a:rPr sz="2400" spc="-35" dirty="0">
                <a:latin typeface="Bookman Old Style"/>
                <a:cs typeface="Arial MT"/>
              </a:rPr>
              <a:t>,</a:t>
            </a:r>
            <a:r>
              <a:rPr sz="2400" spc="-130" dirty="0">
                <a:latin typeface="Bookman Old Style"/>
                <a:cs typeface="Arial MT"/>
              </a:rPr>
              <a:t> </a:t>
            </a:r>
            <a:r>
              <a:rPr lang="hu-HU" sz="2400" spc="-10" dirty="0">
                <a:latin typeface="Bookman Old Style"/>
                <a:cs typeface="Arial MT"/>
              </a:rPr>
              <a:t>Emelet1</a:t>
            </a:r>
            <a:r>
              <a:rPr sz="2400" spc="-10" dirty="0">
                <a:latin typeface="Bookman Old Style"/>
                <a:cs typeface="Arial MT"/>
              </a:rPr>
              <a:t>,</a:t>
            </a:r>
            <a:r>
              <a:rPr lang="hu-HU" sz="2400" spc="-10" dirty="0">
                <a:latin typeface="Bookman Old Style"/>
                <a:cs typeface="Arial MT"/>
              </a:rPr>
              <a:t> </a:t>
            </a:r>
            <a:r>
              <a:rPr lang="hu-HU" sz="2400" spc="-40" dirty="0">
                <a:latin typeface="Bookman Old Style"/>
                <a:cs typeface="Arial MT"/>
              </a:rPr>
              <a:t>Emelet2</a:t>
            </a:r>
            <a:r>
              <a:rPr sz="2400" spc="-40" dirty="0">
                <a:latin typeface="Bookman Old Style"/>
                <a:cs typeface="Arial MT"/>
              </a:rPr>
              <a:t>,</a:t>
            </a:r>
            <a:r>
              <a:rPr sz="2400" spc="-75" dirty="0">
                <a:latin typeface="Bookman Old Style"/>
                <a:cs typeface="Arial MT"/>
              </a:rPr>
              <a:t> </a:t>
            </a:r>
            <a:r>
              <a:rPr lang="hu-HU" sz="2400" spc="-50" dirty="0">
                <a:latin typeface="Bookman Old Style"/>
                <a:cs typeface="Arial MT"/>
              </a:rPr>
              <a:t>Emelet3, </a:t>
            </a:r>
            <a:r>
              <a:rPr lang="hu-HU" sz="2400" err="1">
                <a:latin typeface="Bookman Old Style"/>
                <a:cs typeface="Arial MT"/>
              </a:rPr>
              <a:t>Native</a:t>
            </a:r>
            <a:r>
              <a:rPr sz="2400" spc="-110" dirty="0">
                <a:latin typeface="Bookman Old Style"/>
                <a:cs typeface="Arial MT"/>
              </a:rPr>
              <a:t> </a:t>
            </a:r>
            <a:r>
              <a:rPr sz="2400" spc="-30" dirty="0">
                <a:latin typeface="Bookman Old Style"/>
                <a:cs typeface="Arial MT"/>
              </a:rPr>
              <a:t>VLAN</a:t>
            </a:r>
            <a:r>
              <a:rPr lang="hu-HU" sz="2400" spc="-30" dirty="0">
                <a:latin typeface="Bookman Old Style"/>
                <a:cs typeface="Arial MT"/>
              </a:rPr>
              <a:t> </a:t>
            </a:r>
            <a:r>
              <a:rPr lang="hu-HU" sz="2400" spc="-10" dirty="0">
                <a:latin typeface="Bookman Old Style"/>
                <a:cs typeface="Arial MT"/>
              </a:rPr>
              <a:t>és Linux szerver.</a:t>
            </a:r>
            <a:endParaRPr sz="2400" dirty="0">
              <a:latin typeface="Bookman Old Style"/>
              <a:cs typeface="Arial MT"/>
            </a:endParaRPr>
          </a:p>
          <a:p>
            <a:pPr marL="1199515" lvl="1" indent="-287655">
              <a:lnSpc>
                <a:spcPct val="100000"/>
              </a:lnSpc>
              <a:spcBef>
                <a:spcPts val="600"/>
              </a:spcBef>
              <a:buSzPct val="43750"/>
              <a:buFont typeface="Wingdings"/>
              <a:buChar char=""/>
              <a:tabLst>
                <a:tab pos="1199515" algn="l"/>
              </a:tabLst>
            </a:pPr>
            <a:r>
              <a:rPr lang="en-US" sz="2400" u="sng" spc="-114" err="1">
                <a:latin typeface="Bookman Old Style"/>
                <a:cs typeface="Arial MT"/>
              </a:rPr>
              <a:t>Szerverpark</a:t>
            </a:r>
            <a:r>
              <a:rPr lang="en-US" sz="2400" spc="-114" dirty="0">
                <a:latin typeface="Bookman Old Style"/>
                <a:cs typeface="Arial MT"/>
              </a:rPr>
              <a:t>:</a:t>
            </a:r>
            <a:r>
              <a:rPr sz="2400" spc="-114" dirty="0">
                <a:latin typeface="Bookman Old Style"/>
                <a:cs typeface="Arial MT"/>
              </a:rPr>
              <a:t> </a:t>
            </a:r>
            <a:r>
              <a:rPr sz="2400" dirty="0">
                <a:latin typeface="Bookman Old Style"/>
                <a:cs typeface="Arial MT"/>
              </a:rPr>
              <a:t>Windows</a:t>
            </a:r>
            <a:r>
              <a:rPr sz="2400" spc="-75" dirty="0">
                <a:latin typeface="Bookman Old Style"/>
                <a:cs typeface="Arial MT"/>
              </a:rPr>
              <a:t> </a:t>
            </a:r>
            <a:r>
              <a:rPr sz="2400" dirty="0">
                <a:latin typeface="Bookman Old Style"/>
                <a:cs typeface="Arial MT"/>
              </a:rPr>
              <a:t>20</a:t>
            </a:r>
            <a:r>
              <a:rPr lang="hu-HU" sz="2400" dirty="0">
                <a:latin typeface="Bookman Old Style"/>
                <a:cs typeface="Arial MT"/>
              </a:rPr>
              <a:t>22</a:t>
            </a:r>
            <a:r>
              <a:rPr sz="2400" spc="-75" dirty="0">
                <a:latin typeface="Bookman Old Style"/>
                <a:cs typeface="Arial MT"/>
              </a:rPr>
              <a:t> </a:t>
            </a:r>
            <a:r>
              <a:rPr sz="2400" err="1">
                <a:latin typeface="Bookman Old Style"/>
                <a:cs typeface="Arial MT"/>
              </a:rPr>
              <a:t>és</a:t>
            </a:r>
            <a:r>
              <a:rPr sz="2400" spc="-90" dirty="0">
                <a:latin typeface="Bookman Old Style"/>
                <a:cs typeface="Arial MT"/>
              </a:rPr>
              <a:t> </a:t>
            </a:r>
            <a:r>
              <a:rPr sz="2400" dirty="0">
                <a:latin typeface="Bookman Old Style"/>
                <a:cs typeface="Arial MT"/>
              </a:rPr>
              <a:t>Linux</a:t>
            </a:r>
            <a:r>
              <a:rPr sz="2400" spc="-75" dirty="0">
                <a:latin typeface="Bookman Old Style"/>
                <a:cs typeface="Arial MT"/>
              </a:rPr>
              <a:t> </a:t>
            </a:r>
            <a:r>
              <a:rPr sz="2400" spc="-10" err="1">
                <a:latin typeface="Bookman Old Style"/>
                <a:cs typeface="Arial MT"/>
              </a:rPr>
              <a:t>szerverekkel</a:t>
            </a:r>
            <a:r>
              <a:rPr lang="hu-HU" sz="2400" spc="-10" dirty="0">
                <a:latin typeface="Bookman Old Style"/>
                <a:cs typeface="Arial MT"/>
              </a:rPr>
              <a:t>, valamint tűzfallal védett terület.</a:t>
            </a:r>
            <a:endParaRPr sz="2400" dirty="0">
              <a:latin typeface="Bookman Old Style"/>
              <a:cs typeface="Arial MT"/>
            </a:endParaRPr>
          </a:p>
          <a:p>
            <a:pPr marL="1199515" lvl="1" indent="-287655">
              <a:lnSpc>
                <a:spcPct val="100000"/>
              </a:lnSpc>
              <a:spcBef>
                <a:spcPts val="600"/>
              </a:spcBef>
              <a:buSzPct val="43750"/>
              <a:buFont typeface="Wingdings"/>
              <a:buChar char=""/>
              <a:tabLst>
                <a:tab pos="1199515" algn="l"/>
              </a:tabLst>
            </a:pPr>
            <a:r>
              <a:rPr lang="en-US" sz="2400" u="sng" err="1">
                <a:latin typeface="Bookman Old Style"/>
                <a:cs typeface="Arial MT"/>
              </a:rPr>
              <a:t>Telephely</a:t>
            </a:r>
            <a:r>
              <a:rPr lang="en-US" sz="2400" dirty="0">
                <a:latin typeface="Bookman Old Style"/>
                <a:cs typeface="Arial MT"/>
              </a:rPr>
              <a:t>:</a:t>
            </a:r>
            <a:r>
              <a:rPr lang="hu-HU" sz="2400" dirty="0">
                <a:latin typeface="Bookman Old Style"/>
                <a:cs typeface="Arial MT"/>
              </a:rPr>
              <a:t> HSRP-vel biztosított hálózat és GRE </a:t>
            </a:r>
            <a:r>
              <a:rPr lang="hu-HU" sz="2400" err="1">
                <a:latin typeface="Bookman Old Style"/>
                <a:cs typeface="Arial MT"/>
              </a:rPr>
              <a:t>Tunnel</a:t>
            </a:r>
            <a:r>
              <a:rPr lang="hu-HU" sz="2400" dirty="0">
                <a:latin typeface="Bookman Old Style"/>
                <a:cs typeface="Arial MT"/>
              </a:rPr>
              <a:t> az Iroda felé.</a:t>
            </a:r>
            <a:endParaRPr sz="2400">
              <a:latin typeface="Bookman Old Style"/>
              <a:cs typeface="Arial MT"/>
            </a:endParaRPr>
          </a:p>
          <a:p>
            <a:pPr marL="1199515" marR="5080" lvl="1" indent="-288290">
              <a:spcBef>
                <a:spcPts val="600"/>
              </a:spcBef>
              <a:buSzPct val="43750"/>
              <a:buFont typeface="Wingdings"/>
              <a:buChar char=""/>
              <a:tabLst>
                <a:tab pos="1199515" algn="l"/>
              </a:tabLst>
            </a:pPr>
            <a:r>
              <a:rPr lang="en-US" sz="2400" u="sng" err="1">
                <a:latin typeface="Bookman Old Style"/>
                <a:cs typeface="Arial MT"/>
              </a:rPr>
              <a:t>Otthoni</a:t>
            </a:r>
            <a:r>
              <a:rPr lang="en-US" sz="2400" u="sng" dirty="0">
                <a:latin typeface="Bookman Old Style"/>
                <a:cs typeface="Arial MT"/>
              </a:rPr>
              <a:t> Munkás</a:t>
            </a:r>
            <a:r>
              <a:rPr sz="2400" dirty="0">
                <a:latin typeface="Bookman Old Style"/>
                <a:cs typeface="Arial MT"/>
              </a:rPr>
              <a:t>:</a:t>
            </a:r>
            <a:r>
              <a:rPr sz="2400" spc="-100" dirty="0">
                <a:latin typeface="Bookman Old Style"/>
                <a:cs typeface="Arial MT"/>
              </a:rPr>
              <a:t> </a:t>
            </a:r>
            <a:r>
              <a:rPr lang="hu-HU" sz="2400" dirty="0">
                <a:latin typeface="Bookman Old Style"/>
                <a:cs typeface="Arial MT"/>
              </a:rPr>
              <a:t>O</a:t>
            </a:r>
            <a:r>
              <a:rPr sz="2400" err="1">
                <a:latin typeface="Bookman Old Style"/>
                <a:cs typeface="Arial MT"/>
              </a:rPr>
              <a:t>tthon</a:t>
            </a:r>
            <a:r>
              <a:rPr lang="hu-HU" sz="2400" dirty="0">
                <a:latin typeface="Bookman Old Style"/>
                <a:cs typeface="Arial MT"/>
              </a:rPr>
              <a:t>i munkára alkalmas hálózat</a:t>
            </a:r>
            <a:r>
              <a:rPr sz="2400" spc="-10" dirty="0">
                <a:latin typeface="Bookman Old Style"/>
                <a:cs typeface="Arial MT"/>
              </a:rPr>
              <a:t>,</a:t>
            </a:r>
            <a:r>
              <a:rPr sz="2400" spc="-70" dirty="0">
                <a:latin typeface="Bookman Old Style"/>
                <a:cs typeface="Arial MT"/>
              </a:rPr>
              <a:t> </a:t>
            </a:r>
            <a:r>
              <a:rPr lang="hu-HU" sz="2400" spc="-50" dirty="0">
                <a:latin typeface="Bookman Old Style"/>
                <a:cs typeface="Arial MT"/>
              </a:rPr>
              <a:t>akár a</a:t>
            </a:r>
            <a:r>
              <a:rPr sz="2400" spc="-50" dirty="0">
                <a:latin typeface="Bookman Old Style"/>
                <a:cs typeface="Arial MT"/>
              </a:rPr>
              <a:t> </a:t>
            </a:r>
            <a:r>
              <a:rPr sz="2400" spc="-10" err="1">
                <a:latin typeface="Bookman Old Style"/>
                <a:cs typeface="Arial MT"/>
              </a:rPr>
              <a:t>rendszergazda</a:t>
            </a:r>
            <a:r>
              <a:rPr lang="hu-HU" sz="2400" spc="-10" dirty="0">
                <a:latin typeface="Bookman Old Style"/>
                <a:cs typeface="Arial MT"/>
              </a:rPr>
              <a:t> számára</a:t>
            </a:r>
            <a:r>
              <a:rPr sz="2400" spc="-90" dirty="0">
                <a:latin typeface="Bookman Old Style"/>
                <a:cs typeface="Arial MT"/>
              </a:rPr>
              <a:t> </a:t>
            </a:r>
            <a:r>
              <a:rPr sz="2400" spc="-25" dirty="0">
                <a:latin typeface="Bookman Old Style"/>
                <a:cs typeface="Arial MT"/>
              </a:rPr>
              <a:t>is</a:t>
            </a:r>
            <a:r>
              <a:rPr lang="hu-HU" sz="2400" spc="-25" dirty="0">
                <a:latin typeface="Bookman Old Style"/>
                <a:cs typeface="Arial MT"/>
              </a:rPr>
              <a:t>.</a:t>
            </a:r>
          </a:p>
          <a:p>
            <a:pPr marL="1199515" marR="5080" lvl="1" indent="-288290">
              <a:lnSpc>
                <a:spcPct val="100000"/>
              </a:lnSpc>
              <a:spcBef>
                <a:spcPts val="600"/>
              </a:spcBef>
              <a:buSzPct val="43750"/>
              <a:buFont typeface="Wingdings"/>
              <a:buChar char=""/>
              <a:tabLst>
                <a:tab pos="1199515" algn="l"/>
              </a:tabLst>
            </a:pPr>
            <a:r>
              <a:rPr lang="hu-HU" sz="2400" u="sng" spc="-25" dirty="0">
                <a:latin typeface="Bookman Old Style"/>
                <a:cs typeface="Arial MT"/>
              </a:rPr>
              <a:t>Szolgáltató</a:t>
            </a:r>
            <a:r>
              <a:rPr lang="hu-HU" sz="2400" spc="-25" dirty="0">
                <a:latin typeface="Bookman Old Style"/>
                <a:cs typeface="Arial MT"/>
              </a:rPr>
              <a:t>: Kapcsolatot létesít az Internet és a cég hálózatai között.</a:t>
            </a:r>
            <a:endParaRPr sz="2400" dirty="0">
              <a:latin typeface="Bookman Old Style"/>
              <a:cs typeface="Arial MT"/>
            </a:endParaRPr>
          </a:p>
        </p:txBody>
      </p:sp>
    </p:spTree>
  </p:cSld>
  <p:clrMapOvr>
    <a:masterClrMapping/>
  </p:clrMapOvr>
  <p:transition spd="med">
    <p:pull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9900" y="961892"/>
            <a:ext cx="8893861" cy="567463"/>
          </a:xfrm>
          <a:prstGeom prst="rect">
            <a:avLst/>
          </a:prstGeom>
        </p:spPr>
        <p:txBody>
          <a:bodyPr vert="horz" wrap="square" lIns="0" tIns="13335" rIns="0" bIns="0" rtlCol="0">
            <a:spAutoFit/>
          </a:bodyPr>
          <a:lstStyle/>
          <a:p>
            <a:pPr marL="12700">
              <a:lnSpc>
                <a:spcPct val="100000"/>
              </a:lnSpc>
              <a:spcBef>
                <a:spcPts val="105"/>
              </a:spcBef>
            </a:pPr>
            <a:r>
              <a:rPr sz="3600" u="sng" dirty="0">
                <a:solidFill>
                  <a:schemeClr val="tx1"/>
                </a:solidFill>
                <a:latin typeface="Bookman Old Style"/>
              </a:rPr>
              <a:t>A</a:t>
            </a:r>
            <a:r>
              <a:rPr sz="3600" u="sng" spc="-254" dirty="0">
                <a:solidFill>
                  <a:schemeClr val="tx1"/>
                </a:solidFill>
                <a:latin typeface="Bookman Old Style"/>
              </a:rPr>
              <a:t> </a:t>
            </a:r>
            <a:r>
              <a:rPr sz="3600" u="sng" dirty="0" err="1">
                <a:solidFill>
                  <a:schemeClr val="tx1"/>
                </a:solidFill>
                <a:latin typeface="Bookman Old Style"/>
              </a:rPr>
              <a:t>megvalósítás</a:t>
            </a:r>
            <a:r>
              <a:rPr sz="3600" u="sng" spc="-85" dirty="0">
                <a:solidFill>
                  <a:schemeClr val="tx1"/>
                </a:solidFill>
                <a:latin typeface="Bookman Old Style"/>
              </a:rPr>
              <a:t> </a:t>
            </a:r>
            <a:r>
              <a:rPr sz="3600" u="sng" dirty="0" err="1">
                <a:solidFill>
                  <a:schemeClr val="tx1"/>
                </a:solidFill>
                <a:latin typeface="Bookman Old Style"/>
              </a:rPr>
              <a:t>során</a:t>
            </a:r>
            <a:r>
              <a:rPr sz="3600" u="sng" spc="-65" dirty="0">
                <a:solidFill>
                  <a:schemeClr val="tx1"/>
                </a:solidFill>
                <a:latin typeface="Bookman Old Style"/>
              </a:rPr>
              <a:t> </a:t>
            </a:r>
            <a:r>
              <a:rPr sz="3600" u="sng" dirty="0" err="1">
                <a:solidFill>
                  <a:schemeClr val="tx1"/>
                </a:solidFill>
                <a:latin typeface="Bookman Old Style"/>
              </a:rPr>
              <a:t>használt</a:t>
            </a:r>
            <a:r>
              <a:rPr sz="3600" u="sng" spc="-60" dirty="0">
                <a:solidFill>
                  <a:schemeClr val="tx1"/>
                </a:solidFill>
                <a:latin typeface="Bookman Old Style"/>
              </a:rPr>
              <a:t> </a:t>
            </a:r>
            <a:r>
              <a:rPr sz="3600" u="sng" spc="-10" dirty="0" err="1">
                <a:solidFill>
                  <a:schemeClr val="tx1"/>
                </a:solidFill>
                <a:latin typeface="Bookman Old Style"/>
              </a:rPr>
              <a:t>eszközök</a:t>
            </a:r>
            <a:endParaRPr lang="en-US" sz="3600" u="sng">
              <a:solidFill>
                <a:schemeClr val="tx1"/>
              </a:solidFill>
              <a:latin typeface="Bookman Old Style"/>
            </a:endParaRPr>
          </a:p>
        </p:txBody>
      </p:sp>
      <p:sp>
        <p:nvSpPr>
          <p:cNvPr id="4" name="Élőláb helye 1">
            <a:extLst>
              <a:ext uri="{FF2B5EF4-FFF2-40B4-BE49-F238E27FC236}">
                <a16:creationId xmlns:a16="http://schemas.microsoft.com/office/drawing/2014/main" id="{2509C268-0568-4323-A4C7-51D1FFEE55A8}"/>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dirty="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3" name="object 3"/>
          <p:cNvSpPr txBox="1"/>
          <p:nvPr/>
        </p:nvSpPr>
        <p:spPr>
          <a:xfrm>
            <a:off x="599643" y="1560068"/>
            <a:ext cx="9090457" cy="3583032"/>
          </a:xfrm>
          <a:prstGeom prst="rect">
            <a:avLst/>
          </a:prstGeom>
        </p:spPr>
        <p:txBody>
          <a:bodyPr vert="horz" wrap="square" lIns="0" tIns="88900" rIns="0" bIns="0" rtlCol="0" anchor="t">
            <a:spAutoFit/>
          </a:bodyPr>
          <a:lstStyle/>
          <a:p>
            <a:pPr marL="335280" indent="-322580">
              <a:lnSpc>
                <a:spcPct val="100000"/>
              </a:lnSpc>
              <a:spcBef>
                <a:spcPts val="700"/>
              </a:spcBef>
              <a:buSzPct val="43750"/>
              <a:buFont typeface="Wingdings"/>
              <a:buChar char=""/>
              <a:tabLst>
                <a:tab pos="335280" algn="l"/>
              </a:tabLst>
            </a:pPr>
            <a:r>
              <a:rPr sz="2400" dirty="0">
                <a:latin typeface="Bookman Old Style"/>
                <a:cs typeface="Arial MT"/>
              </a:rPr>
              <a:t>CISCO</a:t>
            </a:r>
            <a:r>
              <a:rPr sz="2400" spc="-45" dirty="0">
                <a:latin typeface="Bookman Old Style"/>
                <a:cs typeface="Arial MT"/>
              </a:rPr>
              <a:t> </a:t>
            </a:r>
            <a:r>
              <a:rPr sz="2400" dirty="0">
                <a:latin typeface="Bookman Old Style"/>
                <a:cs typeface="Arial MT"/>
              </a:rPr>
              <a:t>4</a:t>
            </a:r>
            <a:r>
              <a:rPr lang="hu-HU" sz="2400" dirty="0">
                <a:latin typeface="Bookman Old Style"/>
                <a:cs typeface="Arial MT"/>
              </a:rPr>
              <a:t>3</a:t>
            </a:r>
            <a:r>
              <a:rPr sz="2400" dirty="0">
                <a:latin typeface="Bookman Old Style"/>
                <a:cs typeface="Arial MT"/>
              </a:rPr>
              <a:t>21</a:t>
            </a:r>
            <a:r>
              <a:rPr sz="2400" spc="-35" dirty="0">
                <a:latin typeface="Bookman Old Style"/>
                <a:cs typeface="Arial MT"/>
              </a:rPr>
              <a:t> </a:t>
            </a:r>
            <a:r>
              <a:rPr sz="2400" spc="-10" dirty="0" err="1">
                <a:latin typeface="Bookman Old Style"/>
                <a:cs typeface="Arial MT"/>
              </a:rPr>
              <a:t>forgalomirányító</a:t>
            </a:r>
            <a:r>
              <a:rPr sz="2400" spc="-55" dirty="0">
                <a:latin typeface="Bookman Old Style"/>
                <a:cs typeface="Arial MT"/>
              </a:rPr>
              <a:t> </a:t>
            </a:r>
            <a:r>
              <a:rPr sz="2400" dirty="0">
                <a:latin typeface="Bookman Old Style"/>
                <a:cs typeface="Arial MT"/>
              </a:rPr>
              <a:t>6</a:t>
            </a:r>
            <a:r>
              <a:rPr sz="2400" spc="-50" dirty="0">
                <a:latin typeface="Bookman Old Style"/>
                <a:cs typeface="Arial MT"/>
              </a:rPr>
              <a:t> </a:t>
            </a:r>
            <a:r>
              <a:rPr sz="2400" spc="-25" dirty="0" err="1">
                <a:latin typeface="Bookman Old Style"/>
                <a:cs typeface="Arial MT"/>
              </a:rPr>
              <a:t>db</a:t>
            </a:r>
            <a:endParaRPr lang="en-US" sz="2400">
              <a:latin typeface="Bookman Old Style"/>
              <a:cs typeface="Arial MT"/>
            </a:endParaRPr>
          </a:p>
          <a:p>
            <a:pPr marL="335280" indent="-322580">
              <a:lnSpc>
                <a:spcPct val="100000"/>
              </a:lnSpc>
              <a:spcBef>
                <a:spcPts val="600"/>
              </a:spcBef>
              <a:buSzPct val="43750"/>
              <a:buFont typeface="Wingdings"/>
              <a:buChar char=""/>
              <a:tabLst>
                <a:tab pos="335280" algn="l"/>
              </a:tabLst>
            </a:pPr>
            <a:r>
              <a:rPr sz="2400" dirty="0">
                <a:latin typeface="Bookman Old Style"/>
                <a:cs typeface="Arial MT"/>
              </a:rPr>
              <a:t>CISCO</a:t>
            </a:r>
            <a:r>
              <a:rPr sz="2400" spc="-80" dirty="0">
                <a:latin typeface="Bookman Old Style"/>
                <a:cs typeface="Arial MT"/>
              </a:rPr>
              <a:t> </a:t>
            </a:r>
            <a:r>
              <a:rPr sz="2400" dirty="0">
                <a:latin typeface="Bookman Old Style"/>
                <a:cs typeface="Arial MT"/>
              </a:rPr>
              <a:t>2960</a:t>
            </a:r>
            <a:r>
              <a:rPr sz="2400" spc="-70" dirty="0">
                <a:latin typeface="Bookman Old Style"/>
                <a:cs typeface="Arial MT"/>
              </a:rPr>
              <a:t> </a:t>
            </a:r>
            <a:r>
              <a:rPr sz="2400" dirty="0">
                <a:latin typeface="Bookman Old Style"/>
                <a:cs typeface="Arial MT"/>
              </a:rPr>
              <a:t>kapcsoló</a:t>
            </a:r>
            <a:r>
              <a:rPr sz="2400" spc="-70" dirty="0">
                <a:latin typeface="Bookman Old Style"/>
                <a:cs typeface="Arial MT"/>
              </a:rPr>
              <a:t> </a:t>
            </a:r>
            <a:r>
              <a:rPr lang="hu-HU" sz="2400" spc="-70" dirty="0">
                <a:latin typeface="Bookman Old Style"/>
                <a:cs typeface="Arial MT"/>
              </a:rPr>
              <a:t>6</a:t>
            </a:r>
            <a:r>
              <a:rPr sz="2400" spc="-75" dirty="0">
                <a:latin typeface="Bookman Old Style"/>
                <a:cs typeface="Arial MT"/>
              </a:rPr>
              <a:t> </a:t>
            </a:r>
            <a:r>
              <a:rPr sz="2400" spc="-25" dirty="0">
                <a:latin typeface="Bookman Old Style"/>
                <a:cs typeface="Arial MT"/>
              </a:rPr>
              <a:t>db</a:t>
            </a:r>
            <a:endParaRPr lang="hu-HU" sz="2400" spc="-25">
              <a:latin typeface="Bookman Old Style"/>
              <a:cs typeface="Arial MT"/>
            </a:endParaRPr>
          </a:p>
          <a:p>
            <a:pPr marL="335280" indent="-322580">
              <a:lnSpc>
                <a:spcPct val="100000"/>
              </a:lnSpc>
              <a:spcBef>
                <a:spcPts val="600"/>
              </a:spcBef>
              <a:buSzPct val="43750"/>
              <a:buFont typeface="Wingdings"/>
              <a:buChar char=""/>
              <a:tabLst>
                <a:tab pos="335280" algn="l"/>
              </a:tabLst>
            </a:pPr>
            <a:r>
              <a:rPr lang="hu-HU" sz="2400" spc="-25" dirty="0">
                <a:latin typeface="Bookman Old Style"/>
                <a:cs typeface="Arial MT"/>
              </a:rPr>
              <a:t>CISCO WRT300N SOHO </a:t>
            </a:r>
            <a:r>
              <a:rPr lang="hu-HU" sz="2400" spc="-10" dirty="0">
                <a:latin typeface="Bookman Old Style"/>
                <a:cs typeface="Arial MT"/>
              </a:rPr>
              <a:t>forgalomirányító</a:t>
            </a:r>
            <a:r>
              <a:rPr lang="hu-HU" sz="2400" spc="-25" dirty="0">
                <a:latin typeface="Bookman Old Style"/>
                <a:cs typeface="Arial MT"/>
              </a:rPr>
              <a:t> 1 db</a:t>
            </a:r>
          </a:p>
          <a:p>
            <a:pPr marL="335280" indent="-322580">
              <a:lnSpc>
                <a:spcPct val="100000"/>
              </a:lnSpc>
              <a:spcBef>
                <a:spcPts val="600"/>
              </a:spcBef>
              <a:buSzPct val="43750"/>
              <a:buFont typeface="Wingdings"/>
              <a:buChar char=""/>
              <a:tabLst>
                <a:tab pos="335280" algn="l"/>
              </a:tabLst>
            </a:pPr>
            <a:r>
              <a:rPr lang="hu-HU" sz="2400" spc="-25" dirty="0">
                <a:latin typeface="Bookman Old Style"/>
                <a:cs typeface="Arial MT"/>
              </a:rPr>
              <a:t>CISCO ASA tűzfal 1 db</a:t>
            </a:r>
            <a:endParaRPr sz="2400" dirty="0">
              <a:latin typeface="Bookman Old Style"/>
              <a:cs typeface="Arial MT"/>
            </a:endParaRPr>
          </a:p>
          <a:p>
            <a:pPr marL="335280" indent="-322580">
              <a:spcBef>
                <a:spcPts val="600"/>
              </a:spcBef>
              <a:buSzPct val="43750"/>
              <a:buFont typeface="Wingdings"/>
              <a:buChar char=""/>
              <a:tabLst>
                <a:tab pos="335280" algn="l"/>
              </a:tabLst>
            </a:pPr>
            <a:r>
              <a:rPr lang="en-US" sz="2400" dirty="0">
                <a:latin typeface="Bookman Old Style"/>
                <a:cs typeface="Arial MT"/>
              </a:rPr>
              <a:t>Hyper-V</a:t>
            </a:r>
            <a:r>
              <a:rPr sz="2400" spc="-70" dirty="0">
                <a:latin typeface="Bookman Old Style"/>
                <a:cs typeface="Arial MT"/>
              </a:rPr>
              <a:t> </a:t>
            </a:r>
            <a:r>
              <a:rPr sz="2400" dirty="0">
                <a:latin typeface="Bookman Old Style"/>
                <a:cs typeface="Arial MT"/>
              </a:rPr>
              <a:t>a</a:t>
            </a:r>
            <a:r>
              <a:rPr lang="hu-HU" sz="2400" dirty="0">
                <a:latin typeface="Bookman Old Style"/>
                <a:cs typeface="Arial MT"/>
              </a:rPr>
              <a:t> Linux és Windows </a:t>
            </a:r>
            <a:r>
              <a:rPr sz="2400" dirty="0" err="1">
                <a:latin typeface="Bookman Old Style"/>
                <a:cs typeface="Arial MT"/>
              </a:rPr>
              <a:t>szerverek</a:t>
            </a:r>
            <a:r>
              <a:rPr lang="hu-HU" sz="2400" spc="-85" dirty="0">
                <a:latin typeface="Bookman Old Style"/>
                <a:cs typeface="Arial MT"/>
              </a:rPr>
              <a:t> </a:t>
            </a:r>
            <a:r>
              <a:rPr sz="2400" spc="-10" dirty="0" err="1">
                <a:latin typeface="Bookman Old Style"/>
                <a:cs typeface="Arial MT"/>
              </a:rPr>
              <a:t>számára</a:t>
            </a:r>
            <a:r>
              <a:rPr lang="hu-HU" sz="2400" spc="-10" dirty="0">
                <a:latin typeface="Bookman Old Style"/>
                <a:cs typeface="Arial MT"/>
              </a:rPr>
              <a:t> 2 db</a:t>
            </a:r>
          </a:p>
          <a:p>
            <a:pPr marL="335280" indent="-322580">
              <a:lnSpc>
                <a:spcPct val="100000"/>
              </a:lnSpc>
              <a:spcBef>
                <a:spcPts val="600"/>
              </a:spcBef>
              <a:buSzPct val="43750"/>
              <a:buFont typeface="Wingdings"/>
              <a:buChar char=""/>
              <a:tabLst>
                <a:tab pos="335280" algn="l"/>
              </a:tabLst>
            </a:pPr>
            <a:r>
              <a:rPr lang="hu-HU" sz="2400" dirty="0">
                <a:latin typeface="Bookman Old Style"/>
                <a:cs typeface="Arial MT"/>
              </a:rPr>
              <a:t>Laptopok a Windows felhasználóknak 7 db</a:t>
            </a:r>
            <a:endParaRPr sz="2400" dirty="0">
              <a:latin typeface="Bookman Old Style"/>
              <a:cs typeface="Arial MT"/>
            </a:endParaRPr>
          </a:p>
          <a:p>
            <a:pPr marL="335280" indent="-322580">
              <a:lnSpc>
                <a:spcPct val="100000"/>
              </a:lnSpc>
              <a:spcBef>
                <a:spcPts val="600"/>
              </a:spcBef>
              <a:buSzPct val="43750"/>
              <a:buFont typeface="Wingdings"/>
              <a:buChar char=""/>
              <a:tabLst>
                <a:tab pos="335280" algn="l"/>
              </a:tabLst>
            </a:pPr>
            <a:r>
              <a:rPr lang="hu-HU" sz="2400" dirty="0">
                <a:latin typeface="Bookman Old Style"/>
                <a:cs typeface="Arial MT"/>
              </a:rPr>
              <a:t>Laptop</a:t>
            </a:r>
            <a:r>
              <a:rPr sz="2400" spc="-55" dirty="0">
                <a:latin typeface="Bookman Old Style"/>
                <a:cs typeface="Arial MT"/>
              </a:rPr>
              <a:t> </a:t>
            </a:r>
            <a:r>
              <a:rPr sz="2400" dirty="0">
                <a:latin typeface="Bookman Old Style"/>
                <a:cs typeface="Arial MT"/>
              </a:rPr>
              <a:t>a</a:t>
            </a:r>
            <a:r>
              <a:rPr lang="hu-HU" sz="2400" dirty="0">
                <a:latin typeface="Bookman Old Style"/>
                <a:cs typeface="Arial MT"/>
              </a:rPr>
              <a:t>z</a:t>
            </a:r>
            <a:r>
              <a:rPr sz="2400" spc="-50" dirty="0">
                <a:latin typeface="Bookman Old Style"/>
                <a:cs typeface="Arial MT"/>
              </a:rPr>
              <a:t> </a:t>
            </a:r>
            <a:r>
              <a:rPr lang="hu-HU" sz="2400" dirty="0">
                <a:latin typeface="Bookman Old Style"/>
                <a:cs typeface="Arial MT"/>
              </a:rPr>
              <a:t>otthoni munkás</a:t>
            </a:r>
            <a:r>
              <a:rPr sz="2400" spc="-40" dirty="0">
                <a:latin typeface="Bookman Old Style"/>
                <a:cs typeface="Arial MT"/>
              </a:rPr>
              <a:t> </a:t>
            </a:r>
            <a:r>
              <a:rPr sz="2400" spc="-10" dirty="0" err="1">
                <a:latin typeface="Bookman Old Style"/>
                <a:cs typeface="Arial MT"/>
              </a:rPr>
              <a:t>részére</a:t>
            </a:r>
            <a:r>
              <a:rPr lang="hu-HU" sz="2400" spc="-10" dirty="0">
                <a:latin typeface="Bookman Old Style"/>
                <a:cs typeface="Arial MT"/>
              </a:rPr>
              <a:t> 1 db</a:t>
            </a:r>
          </a:p>
          <a:p>
            <a:pPr marL="335280" indent="-322580">
              <a:lnSpc>
                <a:spcPct val="100000"/>
              </a:lnSpc>
              <a:spcBef>
                <a:spcPts val="600"/>
              </a:spcBef>
              <a:buSzPct val="43750"/>
              <a:buFont typeface="Wingdings"/>
              <a:buChar char=""/>
              <a:tabLst>
                <a:tab pos="335280" algn="l"/>
              </a:tabLst>
            </a:pPr>
            <a:endParaRPr sz="2400">
              <a:latin typeface="Arial MT"/>
              <a:cs typeface="Arial MT"/>
            </a:endParaRPr>
          </a:p>
        </p:txBody>
      </p:sp>
    </p:spTree>
  </p:cSld>
  <p:clrMapOvr>
    <a:masterClrMapping/>
  </p:clrMapOvr>
  <p:transition spd="med">
    <p:pull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9643" y="704850"/>
            <a:ext cx="8810625" cy="567463"/>
          </a:xfrm>
          <a:prstGeom prst="rect">
            <a:avLst/>
          </a:prstGeom>
        </p:spPr>
        <p:txBody>
          <a:bodyPr vert="horz" wrap="square" lIns="0" tIns="13335" rIns="0" bIns="0" rtlCol="0">
            <a:spAutoFit/>
          </a:bodyPr>
          <a:lstStyle/>
          <a:p>
            <a:pPr marL="12700">
              <a:lnSpc>
                <a:spcPct val="100000"/>
              </a:lnSpc>
              <a:spcBef>
                <a:spcPts val="105"/>
              </a:spcBef>
            </a:pPr>
            <a:r>
              <a:rPr sz="3600" u="sng" dirty="0">
                <a:solidFill>
                  <a:schemeClr val="tx1"/>
                </a:solidFill>
                <a:latin typeface="Bookman Old Style"/>
              </a:rPr>
              <a:t>A</a:t>
            </a:r>
            <a:r>
              <a:rPr sz="3600" u="sng" spc="-280" dirty="0">
                <a:solidFill>
                  <a:schemeClr val="tx1"/>
                </a:solidFill>
                <a:latin typeface="Bookman Old Style"/>
              </a:rPr>
              <a:t> </a:t>
            </a:r>
            <a:r>
              <a:rPr sz="3600" u="sng" dirty="0" err="1">
                <a:solidFill>
                  <a:schemeClr val="tx1"/>
                </a:solidFill>
                <a:latin typeface="Bookman Old Style"/>
              </a:rPr>
              <a:t>dokumentáció</a:t>
            </a:r>
            <a:r>
              <a:rPr sz="3600" u="sng" spc="-60" dirty="0">
                <a:solidFill>
                  <a:schemeClr val="tx1"/>
                </a:solidFill>
                <a:latin typeface="Bookman Old Style"/>
              </a:rPr>
              <a:t> </a:t>
            </a:r>
            <a:r>
              <a:rPr sz="3600" u="sng" spc="-10" dirty="0" err="1">
                <a:solidFill>
                  <a:schemeClr val="tx1"/>
                </a:solidFill>
                <a:latin typeface="Bookman Old Style"/>
              </a:rPr>
              <a:t>részei</a:t>
            </a:r>
            <a:endParaRPr lang="en-US" sz="3600" u="sng" spc="-10">
              <a:solidFill>
                <a:schemeClr val="tx1"/>
              </a:solidFill>
              <a:latin typeface="Bookman Old Style"/>
            </a:endParaRPr>
          </a:p>
        </p:txBody>
      </p:sp>
      <p:sp>
        <p:nvSpPr>
          <p:cNvPr id="4" name="Élőláb helye 1">
            <a:extLst>
              <a:ext uri="{FF2B5EF4-FFF2-40B4-BE49-F238E27FC236}">
                <a16:creationId xmlns:a16="http://schemas.microsoft.com/office/drawing/2014/main" id="{9B8872B1-3CBA-4BC8-97FD-51A3B0E559D5}"/>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3" name="object 3"/>
          <p:cNvSpPr txBox="1"/>
          <p:nvPr/>
        </p:nvSpPr>
        <p:spPr>
          <a:xfrm>
            <a:off x="599643" y="1560068"/>
            <a:ext cx="8633257" cy="3775710"/>
          </a:xfrm>
          <a:prstGeom prst="rect">
            <a:avLst/>
          </a:prstGeom>
        </p:spPr>
        <p:txBody>
          <a:bodyPr vert="horz" wrap="square" lIns="0" tIns="88900" rIns="0" bIns="0" rtlCol="0" anchor="t">
            <a:spAutoFit/>
          </a:bodyPr>
          <a:lstStyle/>
          <a:p>
            <a:pPr marL="335280" indent="-322580">
              <a:lnSpc>
                <a:spcPct val="100000"/>
              </a:lnSpc>
              <a:spcBef>
                <a:spcPts val="700"/>
              </a:spcBef>
              <a:buSzPct val="43750"/>
              <a:buFont typeface="Wingdings"/>
              <a:buChar char=""/>
              <a:tabLst>
                <a:tab pos="335280" algn="l"/>
              </a:tabLst>
            </a:pPr>
            <a:r>
              <a:rPr sz="2400">
                <a:latin typeface="Bookman Old Style"/>
                <a:cs typeface="Arial MT"/>
              </a:rPr>
              <a:t>A</a:t>
            </a:r>
            <a:r>
              <a:rPr sz="2400" spc="-170">
                <a:latin typeface="Bookman Old Style"/>
                <a:cs typeface="Arial MT"/>
              </a:rPr>
              <a:t> </a:t>
            </a:r>
            <a:r>
              <a:rPr sz="2400">
                <a:latin typeface="Bookman Old Style"/>
                <a:cs typeface="Arial MT"/>
              </a:rPr>
              <a:t>fizikai</a:t>
            </a:r>
            <a:r>
              <a:rPr sz="2400" spc="-110">
                <a:latin typeface="Bookman Old Style"/>
                <a:cs typeface="Arial MT"/>
              </a:rPr>
              <a:t> </a:t>
            </a:r>
            <a:r>
              <a:rPr sz="2400">
                <a:latin typeface="Bookman Old Style"/>
                <a:cs typeface="Arial MT"/>
              </a:rPr>
              <a:t>topológia:</a:t>
            </a:r>
            <a:r>
              <a:rPr sz="2400" spc="-65">
                <a:latin typeface="Bookman Old Style"/>
                <a:cs typeface="Arial MT"/>
              </a:rPr>
              <a:t> </a:t>
            </a:r>
            <a:r>
              <a:rPr sz="2400" b="1" spc="-10">
                <a:latin typeface="Bookman Old Style"/>
                <a:cs typeface="Arial MT"/>
              </a:rPr>
              <a:t>Fizikai_topo.pdf</a:t>
            </a:r>
            <a:endParaRPr lang="en-US" sz="2400" b="1">
              <a:latin typeface="Bookman Old Style"/>
              <a:cs typeface="Arial MT"/>
            </a:endParaRPr>
          </a:p>
          <a:p>
            <a:pPr marL="335280" marR="5080" indent="-323215">
              <a:lnSpc>
                <a:spcPct val="100000"/>
              </a:lnSpc>
              <a:spcBef>
                <a:spcPts val="600"/>
              </a:spcBef>
              <a:buSzPct val="43750"/>
              <a:buFont typeface="Wingdings"/>
              <a:buChar char=""/>
              <a:tabLst>
                <a:tab pos="335280" algn="l"/>
              </a:tabLst>
            </a:pPr>
            <a:r>
              <a:rPr sz="2400">
                <a:latin typeface="Bookman Old Style"/>
                <a:cs typeface="Arial MT"/>
              </a:rPr>
              <a:t>A</a:t>
            </a:r>
            <a:r>
              <a:rPr sz="2400" spc="-170">
                <a:latin typeface="Bookman Old Style"/>
                <a:cs typeface="Arial MT"/>
              </a:rPr>
              <a:t> </a:t>
            </a:r>
            <a:r>
              <a:rPr sz="2400">
                <a:latin typeface="Bookman Old Style"/>
                <a:cs typeface="Arial MT"/>
              </a:rPr>
              <a:t>logikai</a:t>
            </a:r>
            <a:r>
              <a:rPr sz="2400" spc="-85">
                <a:latin typeface="Bookman Old Style"/>
                <a:cs typeface="Arial MT"/>
              </a:rPr>
              <a:t> </a:t>
            </a:r>
            <a:r>
              <a:rPr sz="2400">
                <a:latin typeface="Bookman Old Style"/>
                <a:cs typeface="Arial MT"/>
              </a:rPr>
              <a:t>topológia:</a:t>
            </a:r>
            <a:r>
              <a:rPr sz="2400" spc="-65">
                <a:latin typeface="Bookman Old Style"/>
                <a:cs typeface="Arial MT"/>
              </a:rPr>
              <a:t> </a:t>
            </a:r>
            <a:r>
              <a:rPr sz="2400" b="1">
                <a:latin typeface="Bookman Old Style"/>
                <a:cs typeface="Arial MT"/>
              </a:rPr>
              <a:t>Logikai_topo.xlsx</a:t>
            </a:r>
            <a:r>
              <a:rPr sz="2400" spc="-50">
                <a:latin typeface="Bookman Old Style"/>
                <a:cs typeface="Arial MT"/>
              </a:rPr>
              <a:t> </a:t>
            </a:r>
            <a:r>
              <a:rPr sz="2400">
                <a:latin typeface="Bookman Old Style"/>
                <a:cs typeface="Arial MT"/>
              </a:rPr>
              <a:t>(VLSM,</a:t>
            </a:r>
            <a:r>
              <a:rPr sz="2400" spc="-90">
                <a:latin typeface="Bookman Old Style"/>
                <a:cs typeface="Arial MT"/>
              </a:rPr>
              <a:t> </a:t>
            </a:r>
            <a:r>
              <a:rPr sz="2400" spc="-25">
                <a:latin typeface="Bookman Old Style"/>
                <a:cs typeface="Arial MT"/>
              </a:rPr>
              <a:t>VLAN-</a:t>
            </a:r>
            <a:r>
              <a:rPr sz="2400">
                <a:latin typeface="Bookman Old Style"/>
                <a:cs typeface="Arial MT"/>
              </a:rPr>
              <a:t>ok,</a:t>
            </a:r>
            <a:r>
              <a:rPr sz="2400" spc="-75">
                <a:latin typeface="Bookman Old Style"/>
                <a:cs typeface="Arial MT"/>
              </a:rPr>
              <a:t> </a:t>
            </a:r>
            <a:r>
              <a:rPr sz="2400" spc="-20">
                <a:latin typeface="Bookman Old Style"/>
                <a:cs typeface="Arial MT"/>
              </a:rPr>
              <a:t>VTP, </a:t>
            </a:r>
            <a:r>
              <a:rPr sz="2400" spc="-10">
                <a:latin typeface="Bookman Old Style"/>
                <a:cs typeface="Arial MT"/>
              </a:rPr>
              <a:t>Portkiosztás)</a:t>
            </a:r>
            <a:endParaRPr sz="2400">
              <a:latin typeface="Bookman Old Style"/>
              <a:cs typeface="Arial MT"/>
            </a:endParaRPr>
          </a:p>
          <a:p>
            <a:pPr marL="335280" marR="313055" indent="-323215">
              <a:lnSpc>
                <a:spcPct val="100000"/>
              </a:lnSpc>
              <a:spcBef>
                <a:spcPts val="600"/>
              </a:spcBef>
              <a:buSzPct val="43750"/>
              <a:buFont typeface="Wingdings"/>
              <a:buChar char=""/>
              <a:tabLst>
                <a:tab pos="335280" algn="l"/>
              </a:tabLst>
            </a:pPr>
            <a:r>
              <a:rPr sz="2400">
                <a:latin typeface="Bookman Old Style"/>
                <a:cs typeface="Arial MT"/>
              </a:rPr>
              <a:t>Az</a:t>
            </a:r>
            <a:r>
              <a:rPr sz="2400" spc="-80">
                <a:latin typeface="Bookman Old Style"/>
                <a:cs typeface="Arial MT"/>
              </a:rPr>
              <a:t> </a:t>
            </a:r>
            <a:r>
              <a:rPr sz="2400">
                <a:latin typeface="Bookman Old Style"/>
                <a:cs typeface="Arial MT"/>
              </a:rPr>
              <a:t>eszközök</a:t>
            </a:r>
            <a:r>
              <a:rPr sz="2400" spc="-75">
                <a:latin typeface="Bookman Old Style"/>
                <a:cs typeface="Arial MT"/>
              </a:rPr>
              <a:t> </a:t>
            </a:r>
            <a:r>
              <a:rPr sz="2400" spc="-10">
                <a:latin typeface="Bookman Old Style"/>
                <a:cs typeface="Arial MT"/>
              </a:rPr>
              <a:t>konfigurációs</a:t>
            </a:r>
            <a:r>
              <a:rPr sz="2400" spc="-55">
                <a:latin typeface="Bookman Old Style"/>
                <a:cs typeface="Arial MT"/>
              </a:rPr>
              <a:t> </a:t>
            </a:r>
            <a:r>
              <a:rPr sz="2400">
                <a:latin typeface="Bookman Old Style"/>
                <a:cs typeface="Arial MT"/>
              </a:rPr>
              <a:t>fájljai</a:t>
            </a:r>
            <a:r>
              <a:rPr sz="2400" spc="-65">
                <a:latin typeface="Bookman Old Style"/>
                <a:cs typeface="Arial MT"/>
              </a:rPr>
              <a:t> </a:t>
            </a:r>
            <a:r>
              <a:rPr sz="2400">
                <a:latin typeface="Bookman Old Style"/>
                <a:cs typeface="Arial MT"/>
              </a:rPr>
              <a:t>FTP</a:t>
            </a:r>
            <a:r>
              <a:rPr sz="2400" spc="-120">
                <a:latin typeface="Bookman Old Style"/>
                <a:cs typeface="Arial MT"/>
              </a:rPr>
              <a:t> </a:t>
            </a:r>
            <a:r>
              <a:rPr sz="2400">
                <a:latin typeface="Bookman Old Style"/>
                <a:cs typeface="Arial MT"/>
              </a:rPr>
              <a:t>szerverre</a:t>
            </a:r>
            <a:r>
              <a:rPr sz="2400" spc="-85">
                <a:latin typeface="Bookman Old Style"/>
                <a:cs typeface="Arial MT"/>
              </a:rPr>
              <a:t> </a:t>
            </a:r>
            <a:r>
              <a:rPr sz="2400">
                <a:latin typeface="Bookman Old Style"/>
                <a:cs typeface="Arial MT"/>
              </a:rPr>
              <a:t>mentve</a:t>
            </a:r>
            <a:r>
              <a:rPr sz="2400" spc="-65">
                <a:latin typeface="Bookman Old Style"/>
                <a:cs typeface="Arial MT"/>
              </a:rPr>
              <a:t> </a:t>
            </a:r>
            <a:r>
              <a:rPr sz="2400" spc="-25">
                <a:latin typeface="Bookman Old Style"/>
                <a:cs typeface="Arial MT"/>
              </a:rPr>
              <a:t>és </a:t>
            </a:r>
            <a:r>
              <a:rPr sz="2400">
                <a:latin typeface="Bookman Old Style"/>
                <a:cs typeface="Arial MT"/>
              </a:rPr>
              <a:t>onnan</a:t>
            </a:r>
            <a:r>
              <a:rPr sz="2400" spc="-90">
                <a:latin typeface="Bookman Old Style"/>
                <a:cs typeface="Arial MT"/>
              </a:rPr>
              <a:t> </a:t>
            </a:r>
            <a:r>
              <a:rPr sz="2400" spc="-10">
                <a:latin typeface="Bookman Old Style"/>
                <a:cs typeface="Arial MT"/>
              </a:rPr>
              <a:t>letöltve.</a:t>
            </a:r>
            <a:endParaRPr sz="2400">
              <a:latin typeface="Bookman Old Style"/>
              <a:cs typeface="Arial MT"/>
            </a:endParaRPr>
          </a:p>
          <a:p>
            <a:pPr marL="335280" indent="-322580">
              <a:lnSpc>
                <a:spcPct val="100000"/>
              </a:lnSpc>
              <a:spcBef>
                <a:spcPts val="605"/>
              </a:spcBef>
              <a:buSzPct val="43750"/>
              <a:buFont typeface="Wingdings"/>
              <a:buChar char=""/>
              <a:tabLst>
                <a:tab pos="335280" algn="l"/>
              </a:tabLst>
            </a:pPr>
            <a:r>
              <a:rPr sz="2400">
                <a:latin typeface="Bookman Old Style"/>
                <a:cs typeface="Arial MT"/>
              </a:rPr>
              <a:t>A</a:t>
            </a:r>
            <a:r>
              <a:rPr sz="2400" spc="-170">
                <a:latin typeface="Bookman Old Style"/>
                <a:cs typeface="Arial MT"/>
              </a:rPr>
              <a:t> </a:t>
            </a:r>
            <a:r>
              <a:rPr sz="2400">
                <a:latin typeface="Bookman Old Style"/>
                <a:cs typeface="Arial MT"/>
              </a:rPr>
              <a:t>hálózat</a:t>
            </a:r>
            <a:r>
              <a:rPr sz="2400" spc="-55">
                <a:latin typeface="Bookman Old Style"/>
                <a:cs typeface="Arial MT"/>
              </a:rPr>
              <a:t> </a:t>
            </a:r>
            <a:r>
              <a:rPr sz="2400" spc="-10">
                <a:latin typeface="Bookman Old Style"/>
                <a:cs typeface="Arial MT"/>
              </a:rPr>
              <a:t>prezentációja:</a:t>
            </a:r>
            <a:r>
              <a:rPr sz="2400" spc="-50">
                <a:latin typeface="Bookman Old Style"/>
                <a:cs typeface="Arial MT"/>
              </a:rPr>
              <a:t> </a:t>
            </a:r>
            <a:r>
              <a:rPr sz="2400" b="1" spc="-10">
                <a:latin typeface="Bookman Old Style"/>
                <a:cs typeface="Arial MT"/>
              </a:rPr>
              <a:t>Bemutato.pdf</a:t>
            </a:r>
            <a:r>
              <a:rPr lang="hu-HU" sz="2400" b="1" spc="-10">
                <a:latin typeface="Bookman Old Style"/>
                <a:cs typeface="Arial MT"/>
              </a:rPr>
              <a:t>, Bemutato.pptx</a:t>
            </a:r>
            <a:endParaRPr sz="2400" b="1">
              <a:latin typeface="Bookman Old Style"/>
              <a:cs typeface="Arial MT"/>
            </a:endParaRPr>
          </a:p>
          <a:p>
            <a:pPr marL="335280" marR="526415" indent="-323215">
              <a:lnSpc>
                <a:spcPct val="100000"/>
              </a:lnSpc>
              <a:spcBef>
                <a:spcPts val="600"/>
              </a:spcBef>
              <a:buSzPct val="43750"/>
              <a:buFont typeface="Wingdings"/>
              <a:buChar char=""/>
              <a:tabLst>
                <a:tab pos="335280" algn="l"/>
              </a:tabLst>
            </a:pPr>
            <a:r>
              <a:rPr sz="2400" spc="-10">
                <a:latin typeface="Bookman Old Style"/>
                <a:cs typeface="Arial MT"/>
              </a:rPr>
              <a:t>Szervereken</a:t>
            </a:r>
            <a:r>
              <a:rPr sz="2400" spc="-55">
                <a:latin typeface="Bookman Old Style"/>
                <a:cs typeface="Arial MT"/>
              </a:rPr>
              <a:t> </a:t>
            </a:r>
            <a:r>
              <a:rPr sz="2400">
                <a:latin typeface="Bookman Old Style"/>
                <a:cs typeface="Arial MT"/>
              </a:rPr>
              <a:t>futó</a:t>
            </a:r>
            <a:r>
              <a:rPr sz="2400" spc="-70">
                <a:latin typeface="Bookman Old Style"/>
                <a:cs typeface="Arial MT"/>
              </a:rPr>
              <a:t> </a:t>
            </a:r>
            <a:r>
              <a:rPr sz="2400" spc="-10">
                <a:latin typeface="Bookman Old Style"/>
                <a:cs typeface="Arial MT"/>
              </a:rPr>
              <a:t>alkalmazások</a:t>
            </a:r>
            <a:r>
              <a:rPr sz="2400" spc="-25">
                <a:latin typeface="Bookman Old Style"/>
                <a:cs typeface="Arial MT"/>
              </a:rPr>
              <a:t> </a:t>
            </a:r>
            <a:r>
              <a:rPr sz="2400" spc="-10">
                <a:latin typeface="Bookman Old Style"/>
                <a:cs typeface="Arial MT"/>
              </a:rPr>
              <a:t>konfigurációs</a:t>
            </a:r>
            <a:r>
              <a:rPr sz="2400" spc="-45">
                <a:latin typeface="Bookman Old Style"/>
                <a:cs typeface="Arial MT"/>
              </a:rPr>
              <a:t> </a:t>
            </a:r>
            <a:r>
              <a:rPr sz="2400" spc="-10">
                <a:latin typeface="Bookman Old Style"/>
                <a:cs typeface="Arial MT"/>
              </a:rPr>
              <a:t>állományai elmentve.</a:t>
            </a:r>
            <a:endParaRPr sz="2400">
              <a:latin typeface="Bookman Old Style"/>
              <a:cs typeface="Arial MT"/>
            </a:endParaRPr>
          </a:p>
          <a:p>
            <a:pPr marL="335280" indent="-322580">
              <a:lnSpc>
                <a:spcPct val="100000"/>
              </a:lnSpc>
              <a:spcBef>
                <a:spcPts val="600"/>
              </a:spcBef>
              <a:buSzPct val="43750"/>
              <a:buFont typeface="Wingdings"/>
              <a:buChar char=""/>
              <a:tabLst>
                <a:tab pos="335280" algn="l"/>
              </a:tabLst>
            </a:pPr>
            <a:r>
              <a:rPr sz="2400">
                <a:latin typeface="Bookman Old Style"/>
                <a:cs typeface="Arial MT"/>
              </a:rPr>
              <a:t>A</a:t>
            </a:r>
            <a:r>
              <a:rPr sz="2400" spc="-170">
                <a:latin typeface="Bookman Old Style"/>
                <a:cs typeface="Arial MT"/>
              </a:rPr>
              <a:t> </a:t>
            </a:r>
            <a:r>
              <a:rPr sz="2400">
                <a:latin typeface="Bookman Old Style"/>
                <a:cs typeface="Arial MT"/>
              </a:rPr>
              <a:t>tesztelés</a:t>
            </a:r>
            <a:r>
              <a:rPr sz="2400" spc="-130">
                <a:latin typeface="Bookman Old Style"/>
                <a:cs typeface="Arial MT"/>
              </a:rPr>
              <a:t> </a:t>
            </a:r>
            <a:r>
              <a:rPr sz="2400">
                <a:latin typeface="Bookman Old Style"/>
                <a:cs typeface="Arial MT"/>
              </a:rPr>
              <a:t>során</a:t>
            </a:r>
            <a:r>
              <a:rPr sz="2400" spc="-85">
                <a:latin typeface="Bookman Old Style"/>
                <a:cs typeface="Arial MT"/>
              </a:rPr>
              <a:t> </a:t>
            </a:r>
            <a:r>
              <a:rPr sz="2400">
                <a:latin typeface="Bookman Old Style"/>
                <a:cs typeface="Arial MT"/>
              </a:rPr>
              <a:t>készült</a:t>
            </a:r>
            <a:r>
              <a:rPr sz="2400" spc="-80">
                <a:latin typeface="Bookman Old Style"/>
                <a:cs typeface="Arial MT"/>
              </a:rPr>
              <a:t> </a:t>
            </a:r>
            <a:r>
              <a:rPr sz="2400">
                <a:latin typeface="Bookman Old Style"/>
                <a:cs typeface="Arial MT"/>
              </a:rPr>
              <a:t>video:</a:t>
            </a:r>
            <a:r>
              <a:rPr sz="2400" spc="-114">
                <a:latin typeface="Bookman Old Style"/>
                <a:cs typeface="Arial MT"/>
              </a:rPr>
              <a:t> </a:t>
            </a:r>
            <a:r>
              <a:rPr sz="2400" b="1" spc="-10" err="1">
                <a:latin typeface="Bookman Old Style"/>
                <a:cs typeface="Arial MT"/>
              </a:rPr>
              <a:t>Teszt</a:t>
            </a:r>
            <a:r>
              <a:rPr sz="2400" b="1" spc="-10">
                <a:latin typeface="Bookman Old Style"/>
                <a:cs typeface="Arial MT"/>
              </a:rPr>
              <a:t>.</a:t>
            </a:r>
            <a:r>
              <a:rPr lang="hu-HU" sz="2400" b="1" spc="-10">
                <a:latin typeface="Bookman Old Style"/>
                <a:cs typeface="Arial MT"/>
              </a:rPr>
              <a:t>mp4</a:t>
            </a:r>
            <a:endParaRPr sz="2400" b="1">
              <a:latin typeface="Bookman Old Style" panose="02050604050505020204" pitchFamily="18" charset="0"/>
              <a:cs typeface="Arial MT"/>
            </a:endParaRPr>
          </a:p>
        </p:txBody>
      </p:sp>
    </p:spTree>
  </p:cSld>
  <p:clrMapOvr>
    <a:masterClrMapping/>
  </p:clrMapOvr>
  <p:transition spd="med">
    <p:pull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500" y="476250"/>
            <a:ext cx="7827645" cy="567463"/>
          </a:xfrm>
          <a:prstGeom prst="rect">
            <a:avLst/>
          </a:prstGeom>
        </p:spPr>
        <p:txBody>
          <a:bodyPr vert="horz" wrap="square" lIns="0" tIns="13335" rIns="0" bIns="0" rtlCol="0">
            <a:spAutoFit/>
          </a:bodyPr>
          <a:lstStyle/>
          <a:p>
            <a:pPr marL="12700">
              <a:lnSpc>
                <a:spcPct val="100000"/>
              </a:lnSpc>
              <a:spcBef>
                <a:spcPts val="105"/>
              </a:spcBef>
            </a:pPr>
            <a:r>
              <a:rPr sz="3600" dirty="0">
                <a:solidFill>
                  <a:schemeClr val="tx1"/>
                </a:solidFill>
                <a:latin typeface="Bookman Old Style"/>
              </a:rPr>
              <a:t>A</a:t>
            </a:r>
            <a:r>
              <a:rPr sz="3600" spc="-250" dirty="0">
                <a:solidFill>
                  <a:schemeClr val="tx1"/>
                </a:solidFill>
                <a:latin typeface="Bookman Old Style"/>
              </a:rPr>
              <a:t> </a:t>
            </a:r>
            <a:r>
              <a:rPr sz="3600" dirty="0" err="1">
                <a:solidFill>
                  <a:schemeClr val="tx1"/>
                </a:solidFill>
                <a:latin typeface="Bookman Old Style"/>
              </a:rPr>
              <a:t>projekt</a:t>
            </a:r>
            <a:r>
              <a:rPr sz="3600" spc="-10" dirty="0">
                <a:solidFill>
                  <a:schemeClr val="tx1"/>
                </a:solidFill>
                <a:latin typeface="Bookman Old Style"/>
              </a:rPr>
              <a:t> </a:t>
            </a:r>
            <a:r>
              <a:rPr sz="3600" dirty="0" err="1">
                <a:solidFill>
                  <a:schemeClr val="tx1"/>
                </a:solidFill>
                <a:latin typeface="Bookman Old Style"/>
              </a:rPr>
              <a:t>részeinek</a:t>
            </a:r>
            <a:r>
              <a:rPr sz="3600" spc="-35" dirty="0">
                <a:solidFill>
                  <a:schemeClr val="tx1"/>
                </a:solidFill>
                <a:latin typeface="Bookman Old Style"/>
              </a:rPr>
              <a:t> </a:t>
            </a:r>
            <a:r>
              <a:rPr sz="3600" spc="-10" dirty="0" err="1">
                <a:solidFill>
                  <a:schemeClr val="tx1"/>
                </a:solidFill>
                <a:latin typeface="Bookman Old Style"/>
              </a:rPr>
              <a:t>bemutatása</a:t>
            </a:r>
            <a:endParaRPr lang="hu-HU" sz="3600" spc="-10" dirty="0">
              <a:solidFill>
                <a:schemeClr val="tx1"/>
              </a:solidFill>
              <a:latin typeface="Bookman Old Style"/>
            </a:endParaRPr>
          </a:p>
        </p:txBody>
      </p:sp>
      <p:sp>
        <p:nvSpPr>
          <p:cNvPr id="4" name="Élőláb helye 1">
            <a:extLst>
              <a:ext uri="{FF2B5EF4-FFF2-40B4-BE49-F238E27FC236}">
                <a16:creationId xmlns:a16="http://schemas.microsoft.com/office/drawing/2014/main" id="{8FC41D11-01FC-45BD-87BA-F1660D529180}"/>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5" name="Kép 4" descr="A képen szöveg, diagram, képernyőkép, sor látható&#10;&#10;Lehet, hogy az AI által létrehozott tartalom helytelen.">
            <a:extLst>
              <a:ext uri="{FF2B5EF4-FFF2-40B4-BE49-F238E27FC236}">
                <a16:creationId xmlns:a16="http://schemas.microsoft.com/office/drawing/2014/main" id="{E2A1356A-C850-8119-51FF-EEAC6D5C566C}"/>
              </a:ext>
            </a:extLst>
          </p:cNvPr>
          <p:cNvPicPr>
            <a:picLocks noChangeAspect="1"/>
          </p:cNvPicPr>
          <p:nvPr/>
        </p:nvPicPr>
        <p:blipFill>
          <a:blip r:embed="rId3"/>
          <a:stretch>
            <a:fillRect/>
          </a:stretch>
        </p:blipFill>
        <p:spPr>
          <a:xfrm>
            <a:off x="1458878" y="1788935"/>
            <a:ext cx="7148308" cy="3566480"/>
          </a:xfrm>
          <a:prstGeom prst="rect">
            <a:avLst/>
          </a:prstGeom>
        </p:spPr>
      </p:pic>
    </p:spTree>
  </p:cSld>
  <p:clrMapOvr>
    <a:masterClrMapping/>
  </p:clrMapOvr>
  <p:transition spd="med">
    <p:pull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18A30-2448-7C7A-2FEE-54400B7F9AF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E8E0DE9-770D-E979-8550-92DC42F51AF0}"/>
              </a:ext>
            </a:extLst>
          </p:cNvPr>
          <p:cNvSpPr txBox="1">
            <a:spLocks noGrp="1"/>
          </p:cNvSpPr>
          <p:nvPr>
            <p:ph type="title"/>
          </p:nvPr>
        </p:nvSpPr>
        <p:spPr>
          <a:xfrm>
            <a:off x="332596" y="242229"/>
            <a:ext cx="4038600" cy="567463"/>
          </a:xfrm>
          <a:prstGeom prst="rect">
            <a:avLst/>
          </a:prstGeom>
        </p:spPr>
        <p:txBody>
          <a:bodyPr vert="horz" wrap="square" lIns="0" tIns="13335" rIns="0" bIns="0" rtlCol="0">
            <a:spAutoFit/>
          </a:bodyPr>
          <a:lstStyle/>
          <a:p>
            <a:pPr marL="12700">
              <a:lnSpc>
                <a:spcPct val="100000"/>
              </a:lnSpc>
              <a:spcBef>
                <a:spcPts val="105"/>
              </a:spcBef>
            </a:pPr>
            <a:r>
              <a:rPr lang="hu-HU" sz="3600" u="sng">
                <a:solidFill>
                  <a:schemeClr val="tx1"/>
                </a:solidFill>
                <a:latin typeface="Bookman Old Style"/>
              </a:rPr>
              <a:t>IP cím kiosztások</a:t>
            </a:r>
            <a:endParaRPr lang="en-US" sz="3600" u="sng" spc="-10">
              <a:solidFill>
                <a:schemeClr val="tx1"/>
              </a:solidFill>
              <a:latin typeface="Bookman Old Style"/>
            </a:endParaRPr>
          </a:p>
        </p:txBody>
      </p:sp>
      <p:sp>
        <p:nvSpPr>
          <p:cNvPr id="4" name="Élőláb helye 1">
            <a:extLst>
              <a:ext uri="{FF2B5EF4-FFF2-40B4-BE49-F238E27FC236}">
                <a16:creationId xmlns:a16="http://schemas.microsoft.com/office/drawing/2014/main" id="{11E3E8EA-AC11-E9E1-BA70-544DCFED77BD}"/>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graphicFrame>
        <p:nvGraphicFramePr>
          <p:cNvPr id="6" name="Táblázat 5">
            <a:extLst>
              <a:ext uri="{FF2B5EF4-FFF2-40B4-BE49-F238E27FC236}">
                <a16:creationId xmlns:a16="http://schemas.microsoft.com/office/drawing/2014/main" id="{FD03D1F1-8902-48E2-B380-5B9CA8041DB6}"/>
              </a:ext>
            </a:extLst>
          </p:cNvPr>
          <p:cNvGraphicFramePr>
            <a:graphicFrameLocks noGrp="1"/>
          </p:cNvGraphicFramePr>
          <p:nvPr>
            <p:extLst>
              <p:ext uri="{D42A27DB-BD31-4B8C-83A1-F6EECF244321}">
                <p14:modId xmlns:p14="http://schemas.microsoft.com/office/powerpoint/2010/main" val="1184107771"/>
              </p:ext>
            </p:extLst>
          </p:nvPr>
        </p:nvGraphicFramePr>
        <p:xfrm>
          <a:off x="2241550" y="814753"/>
          <a:ext cx="5600700" cy="4680585"/>
        </p:xfrm>
        <a:graphic>
          <a:graphicData uri="http://schemas.openxmlformats.org/drawingml/2006/table">
            <a:tbl>
              <a:tblPr bandRow="1">
                <a:tableStyleId>{5C22544A-7EE6-4342-B048-85BDC9FD1C3A}</a:tableStyleId>
              </a:tblPr>
              <a:tblGrid>
                <a:gridCol w="1219200">
                  <a:extLst>
                    <a:ext uri="{9D8B030D-6E8A-4147-A177-3AD203B41FA5}">
                      <a16:colId xmlns:a16="http://schemas.microsoft.com/office/drawing/2014/main" val="2479167522"/>
                    </a:ext>
                  </a:extLst>
                </a:gridCol>
                <a:gridCol w="723900">
                  <a:extLst>
                    <a:ext uri="{9D8B030D-6E8A-4147-A177-3AD203B41FA5}">
                      <a16:colId xmlns:a16="http://schemas.microsoft.com/office/drawing/2014/main" val="855621805"/>
                    </a:ext>
                  </a:extLst>
                </a:gridCol>
                <a:gridCol w="1066800">
                  <a:extLst>
                    <a:ext uri="{9D8B030D-6E8A-4147-A177-3AD203B41FA5}">
                      <a16:colId xmlns:a16="http://schemas.microsoft.com/office/drawing/2014/main" val="2996962833"/>
                    </a:ext>
                  </a:extLst>
                </a:gridCol>
                <a:gridCol w="1066800">
                  <a:extLst>
                    <a:ext uri="{9D8B030D-6E8A-4147-A177-3AD203B41FA5}">
                      <a16:colId xmlns:a16="http://schemas.microsoft.com/office/drawing/2014/main" val="3506397881"/>
                    </a:ext>
                  </a:extLst>
                </a:gridCol>
                <a:gridCol w="1524000">
                  <a:extLst>
                    <a:ext uri="{9D8B030D-6E8A-4147-A177-3AD203B41FA5}">
                      <a16:colId xmlns:a16="http://schemas.microsoft.com/office/drawing/2014/main" val="3476968162"/>
                    </a:ext>
                  </a:extLst>
                </a:gridCol>
              </a:tblGrid>
              <a:tr h="190500">
                <a:tc rowSpan="6">
                  <a:txBody>
                    <a:bodyPr/>
                    <a:lstStyle/>
                    <a:p>
                      <a:pPr algn="ctr" fontAlgn="ctr">
                        <a:buNone/>
                      </a:pPr>
                      <a:r>
                        <a:rPr lang="hu-HU" sz="1100">
                          <a:effectLst/>
                          <a:latin typeface="Calibri" panose="020F0502020204030204" pitchFamily="34" charset="0"/>
                        </a:rPr>
                        <a:t>Iroda_R</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g0/0/0.10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192.168.1.1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2001:db8:abcd:10::1/64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1248326382"/>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g0/0/0.20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192.168.2.1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2001:db8:abcd:20::1/64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751939226"/>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g0/0/0.30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192.168.3.1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2001:db8:abcd:30::1/64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1680672123"/>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g0/0/0.99</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192.168.99.1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2001:db8:abcd:99::1/64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945040155"/>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g0/0/0.100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192.168.100.1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2001:db8:abcd:100::1/64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405823768"/>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tunnel0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10.10.10.2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255.255.255.252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4207210341"/>
                  </a:ext>
                </a:extLst>
              </a:tr>
              <a:tr h="217923">
                <a:tc rowSpan="4">
                  <a:txBody>
                    <a:bodyPr/>
                    <a:lstStyle/>
                    <a:p>
                      <a:pPr algn="ctr" fontAlgn="ctr">
                        <a:buNone/>
                      </a:pPr>
                      <a:r>
                        <a:rPr lang="hu-HU" sz="1100">
                          <a:effectLst/>
                          <a:latin typeface="Calibri" panose="020F0502020204030204" pitchFamily="34" charset="0"/>
                        </a:rPr>
                        <a:t>Szerverpark_R</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g0/0/0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200.100.50.254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4008440543"/>
                  </a:ext>
                </a:extLst>
              </a:tr>
              <a:tr h="217923">
                <a:tc vMerge="1">
                  <a:txBody>
                    <a:bodyPr/>
                    <a:lstStyle/>
                    <a:p>
                      <a:endParaRPr lang="hu-HU"/>
                    </a:p>
                  </a:txBody>
                  <a:tcPr/>
                </a:tc>
                <a:tc>
                  <a:txBody>
                    <a:bodyPr/>
                    <a:lstStyle/>
                    <a:p>
                      <a:pPr algn="ctr" fontAlgn="ctr">
                        <a:buNone/>
                      </a:pPr>
                      <a:r>
                        <a:rPr lang="hu-HU" sz="1100">
                          <a:effectLst/>
                          <a:latin typeface="Calibri" panose="020F0502020204030204" pitchFamily="34" charset="0"/>
                        </a:rPr>
                        <a:t>g0/0/1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192.168.0.226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2001:db8:abcd:7::2/64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324209647"/>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s0/1/0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192.168.0.162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2001:db8:abcd:5::2/64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3882968937"/>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s0/1/1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192.168.0.194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2001:db8:abcd:6::2/64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1086069804"/>
                  </a:ext>
                </a:extLst>
              </a:tr>
              <a:tr h="190500">
                <a:tc rowSpan="4">
                  <a:txBody>
                    <a:bodyPr/>
                    <a:lstStyle/>
                    <a:p>
                      <a:pPr algn="ctr" fontAlgn="ctr">
                        <a:buNone/>
                      </a:pPr>
                      <a:r>
                        <a:rPr lang="hu-HU" sz="1100">
                          <a:effectLst/>
                          <a:latin typeface="Calibri" panose="020F0502020204030204" pitchFamily="34" charset="0"/>
                        </a:rPr>
                        <a:t>ISP_R1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g0/0/0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192.168.0.2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2001:db8:abcd:1::2/64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3746494376"/>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g0/0/1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192.168.0.65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2001:db8:abcd:3::1/64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3025359955"/>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s0/1/0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192.168.0.97</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2001:db8:abcd:4::1/64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3893862651"/>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s0/1/1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192.168.0.129</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2001:db8:abcd:5::1/64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3173241288"/>
                  </a:ext>
                </a:extLst>
              </a:tr>
              <a:tr h="190500">
                <a:tc rowSpan="4">
                  <a:txBody>
                    <a:bodyPr/>
                    <a:lstStyle/>
                    <a:p>
                      <a:pPr algn="ctr" fontAlgn="ctr">
                        <a:buNone/>
                      </a:pPr>
                      <a:r>
                        <a:rPr lang="hu-HU" sz="1100">
                          <a:effectLst/>
                          <a:latin typeface="Calibri" panose="020F0502020204030204" pitchFamily="34" charset="0"/>
                        </a:rPr>
                        <a:t>ISP_R2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g0/0/0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192.168.0.34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2001:db8:abcd:2::2/64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1562341112"/>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g0/0/1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192.168.0.225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2001:db8:abcd:8::1/64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783244950"/>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s0/1/0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192.168.0.98</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2001:db8:abcd:4::2/64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1703015268"/>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s0/1/1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192.168.0.193</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2001:db8:abcd:7::1/64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067903593"/>
                  </a:ext>
                </a:extLst>
              </a:tr>
              <a:tr h="190500">
                <a:tc rowSpan="3">
                  <a:txBody>
                    <a:bodyPr/>
                    <a:lstStyle/>
                    <a:p>
                      <a:pPr algn="ctr" fontAlgn="ctr">
                        <a:buNone/>
                      </a:pPr>
                      <a:r>
                        <a:rPr lang="hu-HU" sz="1100">
                          <a:effectLst/>
                          <a:latin typeface="Calibri" panose="020F0502020204030204" pitchFamily="34" charset="0"/>
                        </a:rPr>
                        <a:t>ISP_R3</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s0/1/1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192.168.0.130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2001:db8:abcd:5::2/64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1688165067"/>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s0/1/0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192.168.0.161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hu-HU" sz="1100">
                          <a:effectLst/>
                          <a:latin typeface="Calibri" panose="020F0502020204030204" pitchFamily="34" charset="0"/>
                        </a:rPr>
                        <a:t>2001:db8:abcd:6::1/64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1521006174"/>
                  </a:ext>
                </a:extLst>
              </a:tr>
              <a:tr h="190500">
                <a:tc vMerge="1">
                  <a:txBody>
                    <a:bodyPr/>
                    <a:lstStyle/>
                    <a:p>
                      <a:endParaRPr lang="hu-HU"/>
                    </a:p>
                  </a:txBody>
                  <a:tcPr/>
                </a:tc>
                <a:tc>
                  <a:txBody>
                    <a:bodyPr/>
                    <a:lstStyle/>
                    <a:p>
                      <a:pPr algn="ctr" fontAlgn="ctr">
                        <a:buNone/>
                      </a:pPr>
                      <a:r>
                        <a:rPr lang="hu-HU" sz="1100">
                          <a:effectLst/>
                          <a:latin typeface="Calibri" panose="020F0502020204030204" pitchFamily="34" charset="0"/>
                        </a:rPr>
                        <a:t>g0/0/0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gridSpan="3">
                  <a:txBody>
                    <a:bodyPr/>
                    <a:lstStyle/>
                    <a:p>
                      <a:pPr algn="ctr" fontAlgn="ctr">
                        <a:buNone/>
                      </a:pPr>
                      <a:r>
                        <a:rPr lang="hu-HU" sz="1100">
                          <a:effectLst/>
                          <a:latin typeface="Calibri" panose="020F0502020204030204" pitchFamily="34" charset="0"/>
                        </a:rPr>
                        <a:t>DHCP</a:t>
                      </a:r>
                    </a:p>
                  </a:txBody>
                  <a:tcPr marL="9525" marR="9525" marT="9525"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hu-HU"/>
                    </a:p>
                  </a:txBody>
                  <a:tcPr/>
                </a:tc>
                <a:tc hMerge="1">
                  <a:txBody>
                    <a:bodyPr/>
                    <a:lstStyle/>
                    <a:p>
                      <a:endParaRPr lang="hu-HU"/>
                    </a:p>
                  </a:txBody>
                  <a:tcPr/>
                </a:tc>
                <a:extLst>
                  <a:ext uri="{0D108BD9-81ED-4DB2-BD59-A6C34878D82A}">
                    <a16:rowId xmlns:a16="http://schemas.microsoft.com/office/drawing/2014/main" val="3509153766"/>
                  </a:ext>
                </a:extLst>
              </a:tr>
            </a:tbl>
          </a:graphicData>
        </a:graphic>
      </p:graphicFrame>
    </p:spTree>
    <p:extLst>
      <p:ext uri="{BB962C8B-B14F-4D97-AF65-F5344CB8AC3E}">
        <p14:creationId xmlns:p14="http://schemas.microsoft.com/office/powerpoint/2010/main" val="3708327182"/>
      </p:ext>
    </p:extLst>
  </p:cSld>
  <p:clrMapOvr>
    <a:masterClrMapping/>
  </p:clrMapOvr>
  <p:transition spd="med">
    <p:pull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BE28D-42F4-778A-2DAA-3D115D4C838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7F001A0-F870-1B09-9030-43E7535C4243}"/>
              </a:ext>
            </a:extLst>
          </p:cNvPr>
          <p:cNvSpPr txBox="1">
            <a:spLocks noGrp="1"/>
          </p:cNvSpPr>
          <p:nvPr>
            <p:ph type="title"/>
          </p:nvPr>
        </p:nvSpPr>
        <p:spPr>
          <a:xfrm>
            <a:off x="317501" y="476250"/>
            <a:ext cx="4038600" cy="567463"/>
          </a:xfrm>
          <a:prstGeom prst="rect">
            <a:avLst/>
          </a:prstGeom>
        </p:spPr>
        <p:txBody>
          <a:bodyPr vert="horz" wrap="square" lIns="0" tIns="13335" rIns="0" bIns="0" rtlCol="0">
            <a:spAutoFit/>
          </a:bodyPr>
          <a:lstStyle/>
          <a:p>
            <a:pPr marL="12700">
              <a:lnSpc>
                <a:spcPct val="100000"/>
              </a:lnSpc>
              <a:spcBef>
                <a:spcPts val="105"/>
              </a:spcBef>
            </a:pPr>
            <a:r>
              <a:rPr lang="hu-HU" sz="3600" u="sng">
                <a:solidFill>
                  <a:schemeClr val="tx1"/>
                </a:solidFill>
                <a:latin typeface="Bookman Old Style"/>
              </a:rPr>
              <a:t>IP cím kiosztások</a:t>
            </a:r>
            <a:endParaRPr lang="en-US" sz="3600" u="sng" spc="-10">
              <a:solidFill>
                <a:schemeClr val="tx1"/>
              </a:solidFill>
              <a:latin typeface="Bookman Old Style"/>
            </a:endParaRPr>
          </a:p>
        </p:txBody>
      </p:sp>
      <p:sp>
        <p:nvSpPr>
          <p:cNvPr id="4" name="Élőláb helye 1">
            <a:extLst>
              <a:ext uri="{FF2B5EF4-FFF2-40B4-BE49-F238E27FC236}">
                <a16:creationId xmlns:a16="http://schemas.microsoft.com/office/drawing/2014/main" id="{22A80780-33E0-59E8-A223-E0767835878E}"/>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graphicFrame>
        <p:nvGraphicFramePr>
          <p:cNvPr id="8" name="Table 7">
            <a:extLst>
              <a:ext uri="{FF2B5EF4-FFF2-40B4-BE49-F238E27FC236}">
                <a16:creationId xmlns:a16="http://schemas.microsoft.com/office/drawing/2014/main" id="{B0D131D6-FB28-F455-A491-D5335DD40FDE}"/>
              </a:ext>
            </a:extLst>
          </p:cNvPr>
          <p:cNvGraphicFramePr>
            <a:graphicFrameLocks noGrp="1"/>
          </p:cNvGraphicFramePr>
          <p:nvPr>
            <p:extLst>
              <p:ext uri="{D42A27DB-BD31-4B8C-83A1-F6EECF244321}">
                <p14:modId xmlns:p14="http://schemas.microsoft.com/office/powerpoint/2010/main" val="4084809972"/>
              </p:ext>
            </p:extLst>
          </p:nvPr>
        </p:nvGraphicFramePr>
        <p:xfrm>
          <a:off x="2120786" y="1287222"/>
          <a:ext cx="5600700" cy="4234815"/>
        </p:xfrm>
        <a:graphic>
          <a:graphicData uri="http://schemas.openxmlformats.org/drawingml/2006/table">
            <a:tbl>
              <a:tblPr bandRow="1">
                <a:tableStyleId>{5C22544A-7EE6-4342-B048-85BDC9FD1C3A}</a:tableStyleId>
              </a:tblPr>
              <a:tblGrid>
                <a:gridCol w="1219200">
                  <a:extLst>
                    <a:ext uri="{9D8B030D-6E8A-4147-A177-3AD203B41FA5}">
                      <a16:colId xmlns:a16="http://schemas.microsoft.com/office/drawing/2014/main" val="815891276"/>
                    </a:ext>
                  </a:extLst>
                </a:gridCol>
                <a:gridCol w="723900">
                  <a:extLst>
                    <a:ext uri="{9D8B030D-6E8A-4147-A177-3AD203B41FA5}">
                      <a16:colId xmlns:a16="http://schemas.microsoft.com/office/drawing/2014/main" val="237021196"/>
                    </a:ext>
                  </a:extLst>
                </a:gridCol>
                <a:gridCol w="1066800">
                  <a:extLst>
                    <a:ext uri="{9D8B030D-6E8A-4147-A177-3AD203B41FA5}">
                      <a16:colId xmlns:a16="http://schemas.microsoft.com/office/drawing/2014/main" val="2155373835"/>
                    </a:ext>
                  </a:extLst>
                </a:gridCol>
                <a:gridCol w="1066800">
                  <a:extLst>
                    <a:ext uri="{9D8B030D-6E8A-4147-A177-3AD203B41FA5}">
                      <a16:colId xmlns:a16="http://schemas.microsoft.com/office/drawing/2014/main" val="2187440659"/>
                    </a:ext>
                  </a:extLst>
                </a:gridCol>
                <a:gridCol w="1524000">
                  <a:extLst>
                    <a:ext uri="{9D8B030D-6E8A-4147-A177-3AD203B41FA5}">
                      <a16:colId xmlns:a16="http://schemas.microsoft.com/office/drawing/2014/main" val="1802081821"/>
                    </a:ext>
                  </a:extLst>
                </a:gridCol>
              </a:tblGrid>
              <a:tr h="190500">
                <a:tc rowSpan="2">
                  <a:txBody>
                    <a:bodyPr/>
                    <a:lstStyle/>
                    <a:p>
                      <a:pPr algn="ctr" fontAlgn="ctr">
                        <a:buNone/>
                      </a:pPr>
                      <a:r>
                        <a:rPr lang="en-US" sz="1100">
                          <a:effectLst/>
                          <a:latin typeface="Calibri" panose="020F0502020204030204" pitchFamily="34" charset="0"/>
                        </a:rPr>
                        <a:t>Telep_R1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g0/0/0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192.168.0.1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2001:db8:abcd:1::1/64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4240018846"/>
                  </a:ext>
                </a:extLst>
              </a:tr>
              <a:tr h="190500">
                <a:tc vMerge="1">
                  <a:txBody>
                    <a:bodyPr/>
                    <a:lstStyle/>
                    <a:p>
                      <a:endParaRPr lang="en-US"/>
                    </a:p>
                  </a:txBody>
                  <a:tcPr/>
                </a:tc>
                <a:tc>
                  <a:txBody>
                    <a:bodyPr/>
                    <a:lstStyle/>
                    <a:p>
                      <a:pPr algn="ctr" fontAlgn="ctr">
                        <a:buNone/>
                      </a:pPr>
                      <a:r>
                        <a:rPr lang="en-US" sz="1100">
                          <a:effectLst/>
                          <a:latin typeface="Calibri" panose="020F0502020204030204" pitchFamily="34" charset="0"/>
                        </a:rPr>
                        <a:t>g0/0/1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172.16.0.1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255.255.0.0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2001:db8:abcd::1/64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4243152531"/>
                  </a:ext>
                </a:extLst>
              </a:tr>
              <a:tr h="190500">
                <a:tc rowSpan="3">
                  <a:txBody>
                    <a:bodyPr/>
                    <a:lstStyle/>
                    <a:p>
                      <a:pPr algn="ctr" fontAlgn="ctr">
                        <a:buNone/>
                      </a:pPr>
                      <a:r>
                        <a:rPr lang="en-US" sz="1100">
                          <a:effectLst/>
                          <a:latin typeface="Calibri" panose="020F0502020204030204" pitchFamily="34" charset="0"/>
                        </a:rPr>
                        <a:t>Telep_R2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g0/0/0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192.168.0.33</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2001:db8:abcd:2::1/64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3496422825"/>
                  </a:ext>
                </a:extLst>
              </a:tr>
              <a:tr h="190500">
                <a:tc vMerge="1">
                  <a:txBody>
                    <a:bodyPr/>
                    <a:lstStyle/>
                    <a:p>
                      <a:endParaRPr lang="en-US"/>
                    </a:p>
                  </a:txBody>
                  <a:tcPr/>
                </a:tc>
                <a:tc>
                  <a:txBody>
                    <a:bodyPr/>
                    <a:lstStyle/>
                    <a:p>
                      <a:pPr algn="ctr" fontAlgn="ctr">
                        <a:buNone/>
                      </a:pPr>
                      <a:r>
                        <a:rPr lang="en-US" sz="1100">
                          <a:effectLst/>
                          <a:latin typeface="Calibri" panose="020F0502020204030204" pitchFamily="34" charset="0"/>
                        </a:rPr>
                        <a:t>g0/0/1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172.16.0.2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255.255.0.0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2001:db8:abcd::2/64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307388522"/>
                  </a:ext>
                </a:extLst>
              </a:tr>
              <a:tr h="190500">
                <a:tc vMerge="1">
                  <a:txBody>
                    <a:bodyPr/>
                    <a:lstStyle/>
                    <a:p>
                      <a:endParaRPr lang="en-US"/>
                    </a:p>
                  </a:txBody>
                  <a:tcPr/>
                </a:tc>
                <a:tc>
                  <a:txBody>
                    <a:bodyPr/>
                    <a:lstStyle/>
                    <a:p>
                      <a:pPr algn="ctr" fontAlgn="ctr">
                        <a:buNone/>
                      </a:pPr>
                      <a:r>
                        <a:rPr lang="en-US" sz="1100">
                          <a:effectLst/>
                          <a:latin typeface="Calibri" panose="020F0502020204030204" pitchFamily="34" charset="0"/>
                        </a:rPr>
                        <a:t>tunnel0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10.10.10.1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255.255.255.252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3030177231"/>
                  </a:ext>
                </a:extLst>
              </a:tr>
              <a:tr h="190500">
                <a:tc>
                  <a:txBody>
                    <a:bodyPr/>
                    <a:lstStyle/>
                    <a:p>
                      <a:pPr algn="ctr" fontAlgn="ctr">
                        <a:buNone/>
                      </a:pPr>
                      <a:r>
                        <a:rPr lang="en-US" sz="1100">
                          <a:effectLst/>
                          <a:latin typeface="Calibri" panose="020F0502020204030204" pitchFamily="34" charset="0"/>
                        </a:rPr>
                        <a:t>Telep_PC</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fa0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172.16.0.6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255.255.0.0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2001:db8:abcd::6/64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424897898"/>
                  </a:ext>
                </a:extLst>
              </a:tr>
              <a:tr h="190500">
                <a:tc>
                  <a:txBody>
                    <a:bodyPr/>
                    <a:lstStyle/>
                    <a:p>
                      <a:pPr algn="ctr" fontAlgn="ctr">
                        <a:buNone/>
                      </a:pPr>
                      <a:r>
                        <a:rPr lang="en-US" sz="1100">
                          <a:effectLst/>
                          <a:latin typeface="Calibri" panose="020F0502020204030204" pitchFamily="34" charset="0"/>
                        </a:rPr>
                        <a:t>Otthoni_PC</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fa0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rowSpan="2" gridSpan="2">
                  <a:txBody>
                    <a:bodyPr/>
                    <a:lstStyle/>
                    <a:p>
                      <a:pPr algn="ctr" fontAlgn="ctr">
                        <a:buNone/>
                      </a:pPr>
                      <a:r>
                        <a:rPr lang="en-US" sz="1100">
                          <a:effectLst/>
                          <a:latin typeface="Calibri" panose="020F0502020204030204" pitchFamily="34" charset="0"/>
                        </a:rPr>
                        <a:t>DHCP</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rowSpan="2" hMerge="1">
                  <a:txBody>
                    <a:bodyPr/>
                    <a:lstStyle/>
                    <a:p>
                      <a:endParaRPr lang="en-US"/>
                    </a:p>
                  </a:txBody>
                  <a:tcPr/>
                </a:tc>
                <a:tc>
                  <a:txBody>
                    <a:bodyPr/>
                    <a:lstStyle/>
                    <a:p>
                      <a:pPr algn="ctr" fontAlgn="ctr">
                        <a:buNone/>
                      </a:pPr>
                      <a:r>
                        <a:rPr lang="en-US" sz="1100">
                          <a:effectLst/>
                          <a:latin typeface="Calibri" panose="020F0502020204030204" pitchFamily="34"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839087136"/>
                  </a:ext>
                </a:extLst>
              </a:tr>
              <a:tr h="190500">
                <a:tc>
                  <a:txBody>
                    <a:bodyPr/>
                    <a:lstStyle/>
                    <a:p>
                      <a:pPr algn="ctr" fontAlgn="ctr">
                        <a:buNone/>
                      </a:pPr>
                      <a:r>
                        <a:rPr lang="en-US" sz="1100">
                          <a:effectLst/>
                          <a:latin typeface="Calibri" panose="020F0502020204030204" pitchFamily="34" charset="0"/>
                        </a:rPr>
                        <a:t>Otthoni_Laptop</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fa0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gridSpan="2" vMerge="1">
                  <a:txBody>
                    <a:bodyPr/>
                    <a:lstStyle/>
                    <a:p>
                      <a:endParaRPr lang="en-US"/>
                    </a:p>
                  </a:txBody>
                  <a:tcPr/>
                </a:tc>
                <a:tc hMerge="1" vMerge="1">
                  <a:txBody>
                    <a:bodyPr/>
                    <a:lstStyle/>
                    <a:p>
                      <a:endParaRPr lang="en-US"/>
                    </a:p>
                  </a:txBody>
                  <a:tcPr/>
                </a:tc>
                <a:tc>
                  <a:txBody>
                    <a:bodyPr/>
                    <a:lstStyle/>
                    <a:p>
                      <a:pPr algn="ctr" fontAlgn="ctr">
                        <a:buNone/>
                      </a:pPr>
                      <a:r>
                        <a:rPr lang="en-US" sz="1100">
                          <a:effectLst/>
                          <a:latin typeface="Calibri" panose="020F0502020204030204" pitchFamily="34"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156117136"/>
                  </a:ext>
                </a:extLst>
              </a:tr>
              <a:tr h="190500">
                <a:tc>
                  <a:txBody>
                    <a:bodyPr/>
                    <a:lstStyle/>
                    <a:p>
                      <a:pPr algn="ctr" fontAlgn="ctr">
                        <a:buNone/>
                      </a:pPr>
                      <a:r>
                        <a:rPr lang="en-US" sz="1100">
                          <a:effectLst/>
                          <a:latin typeface="Calibri" panose="020F0502020204030204" pitchFamily="34" charset="0"/>
                        </a:rPr>
                        <a:t>Irodai_PC1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fa0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rowSpan="4" gridSpan="3">
                  <a:txBody>
                    <a:bodyPr/>
                    <a:lstStyle/>
                    <a:p>
                      <a:pPr algn="ctr" fontAlgn="ctr">
                        <a:buNone/>
                      </a:pPr>
                      <a:r>
                        <a:rPr lang="en-US" sz="1100">
                          <a:effectLst/>
                          <a:latin typeface="Calibri" panose="020F0502020204030204" pitchFamily="34" charset="0"/>
                        </a:rPr>
                        <a:t>VLAN</a:t>
                      </a:r>
                    </a:p>
                  </a:txBody>
                  <a:tcPr marL="9525" marR="9525" marT="9525"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rowSpan="4" hMerge="1">
                  <a:txBody>
                    <a:bodyPr/>
                    <a:lstStyle/>
                    <a:p>
                      <a:endParaRPr lang="en-US"/>
                    </a:p>
                  </a:txBody>
                  <a:tcPr/>
                </a:tc>
                <a:tc rowSpan="4" hMerge="1">
                  <a:txBody>
                    <a:bodyPr/>
                    <a:lstStyle/>
                    <a:p>
                      <a:endParaRPr lang="en-US"/>
                    </a:p>
                  </a:txBody>
                  <a:tcPr/>
                </a:tc>
                <a:extLst>
                  <a:ext uri="{0D108BD9-81ED-4DB2-BD59-A6C34878D82A}">
                    <a16:rowId xmlns:a16="http://schemas.microsoft.com/office/drawing/2014/main" val="3479353139"/>
                  </a:ext>
                </a:extLst>
              </a:tr>
              <a:tr h="190500">
                <a:tc>
                  <a:txBody>
                    <a:bodyPr/>
                    <a:lstStyle/>
                    <a:p>
                      <a:pPr algn="ctr" fontAlgn="ctr">
                        <a:buNone/>
                      </a:pPr>
                      <a:r>
                        <a:rPr lang="en-US" sz="1100">
                          <a:effectLst/>
                          <a:latin typeface="Calibri" panose="020F0502020204030204" pitchFamily="34" charset="0"/>
                        </a:rPr>
                        <a:t>Irodai_PC2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fa0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3501819445"/>
                  </a:ext>
                </a:extLst>
              </a:tr>
              <a:tr h="190500">
                <a:tc>
                  <a:txBody>
                    <a:bodyPr/>
                    <a:lstStyle/>
                    <a:p>
                      <a:pPr algn="ctr" fontAlgn="ctr">
                        <a:buNone/>
                      </a:pPr>
                      <a:r>
                        <a:rPr lang="en-US" sz="1100">
                          <a:effectLst/>
                          <a:latin typeface="Calibri" panose="020F0502020204030204" pitchFamily="34" charset="0"/>
                        </a:rPr>
                        <a:t>Irodai_PC3</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fa0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3966126149"/>
                  </a:ext>
                </a:extLst>
              </a:tr>
              <a:tr h="190500">
                <a:tc>
                  <a:txBody>
                    <a:bodyPr/>
                    <a:lstStyle/>
                    <a:p>
                      <a:pPr algn="ctr" fontAlgn="ctr">
                        <a:buNone/>
                      </a:pPr>
                      <a:r>
                        <a:rPr lang="en-US" sz="1100">
                          <a:effectLst/>
                          <a:latin typeface="Calibri" panose="020F0502020204030204" pitchFamily="34" charset="0"/>
                        </a:rPr>
                        <a:t>Irodai_PC4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fa0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2316911459"/>
                  </a:ext>
                </a:extLst>
              </a:tr>
              <a:tr h="190500">
                <a:tc rowSpan="2">
                  <a:txBody>
                    <a:bodyPr/>
                    <a:lstStyle/>
                    <a:p>
                      <a:pPr algn="ctr" fontAlgn="ctr">
                        <a:buNone/>
                      </a:pPr>
                      <a:r>
                        <a:rPr lang="en-US" sz="1100">
                          <a:effectLst/>
                          <a:latin typeface="Calibri" panose="020F0502020204030204" pitchFamily="34" charset="0"/>
                        </a:rPr>
                        <a:t>HomeWifi</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LAN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192.168.10.1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255.255.255.0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907538473"/>
                  </a:ext>
                </a:extLst>
              </a:tr>
              <a:tr h="190500">
                <a:tc vMerge="1">
                  <a:txBody>
                    <a:bodyPr/>
                    <a:lstStyle/>
                    <a:p>
                      <a:endParaRPr lang="en-US"/>
                    </a:p>
                  </a:txBody>
                  <a:tcPr/>
                </a:tc>
                <a:tc>
                  <a:txBody>
                    <a:bodyPr/>
                    <a:lstStyle/>
                    <a:p>
                      <a:pPr algn="ctr" fontAlgn="ctr">
                        <a:buNone/>
                      </a:pPr>
                      <a:r>
                        <a:rPr lang="en-US" sz="1100">
                          <a:effectLst/>
                          <a:latin typeface="Calibri" panose="020F0502020204030204" pitchFamily="34" charset="0"/>
                        </a:rPr>
                        <a:t>Internet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192.168.0.98</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543035955"/>
                  </a:ext>
                </a:extLst>
              </a:tr>
              <a:tr h="190500">
                <a:tc rowSpan="2">
                  <a:txBody>
                    <a:bodyPr/>
                    <a:lstStyle/>
                    <a:p>
                      <a:pPr algn="ctr" fontAlgn="ctr">
                        <a:buNone/>
                      </a:pPr>
                      <a:r>
                        <a:rPr lang="hu-HU" sz="1100">
                          <a:effectLst/>
                          <a:latin typeface="Calibri" panose="020F0502020204030204" pitchFamily="34" charset="0"/>
                        </a:rPr>
                        <a:t>Tűzfal</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eth0/0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200.100.50.252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255.255.255.0 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511593853"/>
                  </a:ext>
                </a:extLst>
              </a:tr>
              <a:tr h="190500">
                <a:tc vMerge="1">
                  <a:txBody>
                    <a:bodyPr/>
                    <a:lstStyle/>
                    <a:p>
                      <a:endParaRPr lang="en-US"/>
                    </a:p>
                  </a:txBody>
                  <a:tcPr/>
                </a:tc>
                <a:tc>
                  <a:txBody>
                    <a:bodyPr/>
                    <a:lstStyle/>
                    <a:p>
                      <a:pPr algn="ctr" fontAlgn="ctr">
                        <a:buNone/>
                      </a:pPr>
                      <a:r>
                        <a:rPr lang="en-US" sz="1100">
                          <a:effectLst/>
                          <a:latin typeface="Calibri" panose="020F0502020204030204" pitchFamily="34" charset="0"/>
                        </a:rPr>
                        <a:t>eth0/1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192.168.6.1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255.255.255.0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850258257"/>
                  </a:ext>
                </a:extLst>
              </a:tr>
              <a:tr h="190500">
                <a:tc>
                  <a:txBody>
                    <a:bodyPr/>
                    <a:lstStyle/>
                    <a:p>
                      <a:pPr algn="ctr" fontAlgn="ctr">
                        <a:buNone/>
                      </a:pPr>
                      <a:r>
                        <a:rPr lang="en-US" sz="1100">
                          <a:effectLst/>
                          <a:latin typeface="Calibri" panose="020F0502020204030204" pitchFamily="34" charset="0"/>
                        </a:rPr>
                        <a:t>LINUX_SZERVER</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fa0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200.100.50.1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255.255.255.0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395883576"/>
                  </a:ext>
                </a:extLst>
              </a:tr>
              <a:tr h="190500">
                <a:tc>
                  <a:txBody>
                    <a:bodyPr/>
                    <a:lstStyle/>
                    <a:p>
                      <a:pPr algn="ctr" fontAlgn="ctr">
                        <a:buNone/>
                      </a:pPr>
                      <a:r>
                        <a:rPr lang="en-US" sz="1100">
                          <a:effectLst/>
                          <a:latin typeface="Calibri" panose="020F0502020204030204" pitchFamily="34" charset="0"/>
                        </a:rPr>
                        <a:t>WINDOWS_SERVER</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fa0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200.100.50.3</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255.255.255.0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614734637"/>
                  </a:ext>
                </a:extLst>
              </a:tr>
              <a:tr h="190500">
                <a:tc>
                  <a:txBody>
                    <a:bodyPr/>
                    <a:lstStyle/>
                    <a:p>
                      <a:pPr algn="ctr" fontAlgn="ctr">
                        <a:buNone/>
                      </a:pPr>
                      <a:r>
                        <a:rPr lang="en-US" sz="1100">
                          <a:effectLst/>
                          <a:latin typeface="Calibri" panose="020F0502020204030204" pitchFamily="34" charset="0"/>
                        </a:rPr>
                        <a:t>Szerverpark_PC</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a:txBody>
                    <a:bodyPr/>
                    <a:lstStyle/>
                    <a:p>
                      <a:pPr algn="ctr" fontAlgn="ctr">
                        <a:buNone/>
                      </a:pPr>
                      <a:r>
                        <a:rPr lang="en-US" sz="1100">
                          <a:effectLst/>
                          <a:latin typeface="Calibri" panose="020F0502020204030204" pitchFamily="34" charset="0"/>
                        </a:rPr>
                        <a:t>fa0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gridSpan="2">
                  <a:txBody>
                    <a:bodyPr/>
                    <a:lstStyle/>
                    <a:p>
                      <a:pPr algn="ctr" fontAlgn="ctr">
                        <a:buNone/>
                      </a:pPr>
                      <a:r>
                        <a:rPr lang="en-US" sz="1100">
                          <a:effectLst/>
                          <a:latin typeface="Calibri" panose="020F0502020204030204" pitchFamily="34" charset="0"/>
                        </a:rPr>
                        <a:t>DHCP</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a:txBody>
                    <a:bodyPr/>
                    <a:lstStyle/>
                    <a:p>
                      <a:pPr algn="ctr" fontAlgn="ctr">
                        <a:buNone/>
                      </a:pPr>
                      <a:r>
                        <a:rPr lang="en-US" sz="1100">
                          <a:effectLst/>
                          <a:latin typeface="Calibri" panose="020F0502020204030204" pitchFamily="34"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4206745897"/>
                  </a:ext>
                </a:extLst>
              </a:tr>
            </a:tbl>
          </a:graphicData>
        </a:graphic>
      </p:graphicFrame>
    </p:spTree>
    <p:extLst>
      <p:ext uri="{BB962C8B-B14F-4D97-AF65-F5344CB8AC3E}">
        <p14:creationId xmlns:p14="http://schemas.microsoft.com/office/powerpoint/2010/main" val="628746567"/>
      </p:ext>
    </p:extLst>
  </p:cSld>
  <p:clrMapOvr>
    <a:masterClrMapping/>
  </p:clrMapOvr>
  <p:transition spd="med">
    <p:pull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85850"/>
            <a:ext cx="9072880" cy="2225609"/>
          </a:xfrm>
          <a:prstGeom prst="rect">
            <a:avLst/>
          </a:prstGeom>
          <a:solidFill>
            <a:srgbClr val="C62339"/>
          </a:solidFill>
        </p:spPr>
        <p:txBody>
          <a:bodyPr vert="horz" wrap="square" lIns="0" tIns="375285" rIns="0" bIns="0" rtlCol="0" anchor="ctr">
            <a:spAutoFit/>
          </a:bodyPr>
          <a:lstStyle/>
          <a:p>
            <a:pPr marL="72390" algn="ctr">
              <a:lnSpc>
                <a:spcPct val="100000"/>
              </a:lnSpc>
            </a:pPr>
            <a:br>
              <a:rPr lang="hu-HU" sz="6000">
                <a:solidFill>
                  <a:srgbClr val="FFFFFF"/>
                </a:solidFill>
                <a:latin typeface="Bookman Old Style" panose="02050604050505020204" pitchFamily="18" charset="0"/>
              </a:rPr>
            </a:br>
            <a:r>
              <a:rPr lang="hu-HU" sz="6000">
                <a:solidFill>
                  <a:srgbClr val="FFFFFF"/>
                </a:solidFill>
                <a:latin typeface="Bookman Old Style" panose="02050604050505020204" pitchFamily="18" charset="0"/>
              </a:rPr>
              <a:t>Az Iroda</a:t>
            </a:r>
            <a:endParaRPr sz="6000" spc="-10">
              <a:solidFill>
                <a:srgbClr val="FFFFFF"/>
              </a:solidFill>
              <a:latin typeface="Bookman Old Style" panose="02050604050505020204" pitchFamily="18" charset="0"/>
            </a:endParaRPr>
          </a:p>
        </p:txBody>
      </p:sp>
      <p:sp>
        <p:nvSpPr>
          <p:cNvPr id="3" name="Élőláb helye 1">
            <a:extLst>
              <a:ext uri="{FF2B5EF4-FFF2-40B4-BE49-F238E27FC236}">
                <a16:creationId xmlns:a16="http://schemas.microsoft.com/office/drawing/2014/main" id="{87C25175-D13B-4B68-9ACD-81F15BC1C48F}"/>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Tree>
  </p:cSld>
  <p:clrMapOvr>
    <a:masterClrMapping/>
  </p:clrMapOvr>
  <p:transition spd="med">
    <p:pull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500" y="704850"/>
            <a:ext cx="8810625" cy="567463"/>
          </a:xfrm>
          <a:prstGeom prst="rect">
            <a:avLst/>
          </a:prstGeom>
        </p:spPr>
        <p:txBody>
          <a:bodyPr vert="horz" wrap="square" lIns="0" tIns="13335" rIns="0" bIns="0" rtlCol="0">
            <a:spAutoFit/>
          </a:bodyPr>
          <a:lstStyle/>
          <a:p>
            <a:pPr marL="12700">
              <a:lnSpc>
                <a:spcPct val="100000"/>
              </a:lnSpc>
              <a:spcBef>
                <a:spcPts val="105"/>
              </a:spcBef>
            </a:pPr>
            <a:r>
              <a:rPr lang="hu-HU" sz="3600" u="sng">
                <a:solidFill>
                  <a:schemeClr val="tx1"/>
                </a:solidFill>
                <a:latin typeface="Bookman Old Style"/>
              </a:rPr>
              <a:t>Iroda</a:t>
            </a:r>
            <a:endParaRPr lang="en-US" sz="3600" u="sng" spc="-10">
              <a:solidFill>
                <a:schemeClr val="tx1"/>
              </a:solidFill>
              <a:latin typeface="Bookman Old Style"/>
            </a:endParaRPr>
          </a:p>
        </p:txBody>
      </p:sp>
      <p:sp>
        <p:nvSpPr>
          <p:cNvPr id="5" name="Élőláb helye 1">
            <a:extLst>
              <a:ext uri="{FF2B5EF4-FFF2-40B4-BE49-F238E27FC236}">
                <a16:creationId xmlns:a16="http://schemas.microsoft.com/office/drawing/2014/main" id="{091DECE5-D9FC-4B29-B788-9C174439F864}"/>
              </a:ext>
            </a:extLst>
          </p:cNvPr>
          <p:cNvSpPr>
            <a:spLocks noGrp="1"/>
          </p:cNvSpPr>
          <p:nvPr>
            <p:ph type="ftr" sz="quarter" idx="11"/>
          </p:nvPr>
        </p:nvSpPr>
        <p:spPr>
          <a:xfrm rot="5400000">
            <a:off x="8371264" y="404589"/>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3" name="object 3"/>
          <p:cNvSpPr txBox="1"/>
          <p:nvPr/>
        </p:nvSpPr>
        <p:spPr>
          <a:xfrm>
            <a:off x="241300" y="1357085"/>
            <a:ext cx="3521075" cy="3366947"/>
          </a:xfrm>
          <a:prstGeom prst="rect">
            <a:avLst/>
          </a:prstGeom>
        </p:spPr>
        <p:txBody>
          <a:bodyPr vert="horz" wrap="square" lIns="0" tIns="12065" rIns="0" bIns="0" rtlCol="0" anchor="t">
            <a:spAutoFit/>
          </a:bodyPr>
          <a:lstStyle/>
          <a:p>
            <a:pPr marL="335280" indent="-322580">
              <a:lnSpc>
                <a:spcPct val="100000"/>
              </a:lnSpc>
              <a:spcBef>
                <a:spcPts val="95"/>
              </a:spcBef>
              <a:buSzPct val="44736"/>
              <a:buFont typeface="Wingdings"/>
              <a:buChar char=""/>
              <a:tabLst>
                <a:tab pos="335280" algn="l"/>
              </a:tabLst>
            </a:pPr>
            <a:r>
              <a:rPr sz="1900" dirty="0" err="1">
                <a:latin typeface="Bookman Old Style"/>
                <a:cs typeface="Arial MT"/>
              </a:rPr>
              <a:t>Alkalmazott</a:t>
            </a:r>
            <a:r>
              <a:rPr sz="1900" spc="-75" dirty="0">
                <a:latin typeface="Bookman Old Style"/>
                <a:cs typeface="Arial MT"/>
              </a:rPr>
              <a:t> </a:t>
            </a:r>
            <a:r>
              <a:rPr sz="1900" spc="-10" dirty="0" err="1">
                <a:latin typeface="Bookman Old Style"/>
                <a:cs typeface="Arial MT"/>
              </a:rPr>
              <a:t>technológiák</a:t>
            </a:r>
            <a:r>
              <a:rPr sz="1900" spc="-10" dirty="0">
                <a:latin typeface="Bookman Old Style"/>
                <a:cs typeface="Arial MT"/>
              </a:rPr>
              <a:t>:</a:t>
            </a:r>
            <a:endParaRPr lang="en-US" sz="1900" dirty="0">
              <a:latin typeface="Bookman Old Style"/>
              <a:cs typeface="Arial MT"/>
            </a:endParaRPr>
          </a:p>
          <a:p>
            <a:pPr marL="1199515" lvl="1" indent="-287655">
              <a:lnSpc>
                <a:spcPct val="100000"/>
              </a:lnSpc>
              <a:spcBef>
                <a:spcPts val="1245"/>
              </a:spcBef>
              <a:buSzPct val="42857"/>
              <a:buFont typeface="Wingdings"/>
              <a:buChar char=""/>
              <a:tabLst>
                <a:tab pos="1199515" algn="l"/>
              </a:tabLst>
            </a:pPr>
            <a:r>
              <a:rPr sz="1600" spc="-10">
                <a:latin typeface="Bookman Old Style"/>
                <a:cs typeface="Arial MT"/>
              </a:rPr>
              <a:t>VLAN-</a:t>
            </a:r>
            <a:r>
              <a:rPr sz="1600" spc="-25">
                <a:latin typeface="Bookman Old Style"/>
                <a:cs typeface="Arial MT"/>
              </a:rPr>
              <a:t>ok</a:t>
            </a:r>
            <a:endParaRPr sz="1600">
              <a:latin typeface="Bookman Old Style"/>
              <a:cs typeface="Arial MT"/>
            </a:endParaRPr>
          </a:p>
          <a:p>
            <a:pPr marL="1199515" lvl="1" indent="-287655">
              <a:spcBef>
                <a:spcPts val="1245"/>
              </a:spcBef>
              <a:buSzPct val="42857"/>
              <a:buFont typeface="Wingdings"/>
              <a:buChar char=""/>
              <a:tabLst>
                <a:tab pos="1199515" algn="l"/>
              </a:tabLst>
            </a:pPr>
            <a:r>
              <a:rPr lang="en-US" sz="1600" spc="-25">
                <a:latin typeface="Bookman Old Style"/>
                <a:cs typeface="Arial MT"/>
              </a:rPr>
              <a:t>VTP</a:t>
            </a:r>
            <a:endParaRPr lang="en-US" sz="1600" spc="-25" dirty="0">
              <a:latin typeface="Bookman Old Style"/>
              <a:cs typeface="Arial MT"/>
            </a:endParaRPr>
          </a:p>
          <a:p>
            <a:pPr marL="1199515" lvl="1" indent="-287655">
              <a:lnSpc>
                <a:spcPct val="100000"/>
              </a:lnSpc>
              <a:spcBef>
                <a:spcPts val="735"/>
              </a:spcBef>
              <a:buSzPct val="42857"/>
              <a:buFont typeface="Wingdings"/>
              <a:buChar char=""/>
              <a:tabLst>
                <a:tab pos="1199515" algn="l"/>
              </a:tabLst>
            </a:pPr>
            <a:r>
              <a:rPr sz="1600" spc="-10" dirty="0" err="1">
                <a:latin typeface="Bookman Old Style"/>
                <a:cs typeface="Arial MT"/>
              </a:rPr>
              <a:t>Etherchannel</a:t>
            </a:r>
            <a:endParaRPr sz="1600" dirty="0" err="1">
              <a:latin typeface="Bookman Old Style"/>
              <a:cs typeface="Arial MT"/>
            </a:endParaRPr>
          </a:p>
          <a:p>
            <a:pPr marL="1199515" lvl="1" indent="-287655">
              <a:lnSpc>
                <a:spcPct val="100000"/>
              </a:lnSpc>
              <a:spcBef>
                <a:spcPts val="730"/>
              </a:spcBef>
              <a:buSzPct val="42857"/>
              <a:buFont typeface="Wingdings"/>
              <a:buChar char=""/>
              <a:tabLst>
                <a:tab pos="1199515" algn="l"/>
              </a:tabLst>
            </a:pPr>
            <a:r>
              <a:rPr sz="1600">
                <a:latin typeface="Bookman Old Style"/>
                <a:cs typeface="Arial MT"/>
              </a:rPr>
              <a:t>Rapid</a:t>
            </a:r>
            <a:r>
              <a:rPr sz="1600" spc="-45" dirty="0">
                <a:latin typeface="Bookman Old Style"/>
                <a:cs typeface="Arial MT"/>
              </a:rPr>
              <a:t> </a:t>
            </a:r>
            <a:r>
              <a:rPr sz="1600" spc="-20">
                <a:latin typeface="Bookman Old Style"/>
                <a:cs typeface="Arial MT"/>
              </a:rPr>
              <a:t>PVST+</a:t>
            </a:r>
            <a:endParaRPr sz="1600">
              <a:latin typeface="Bookman Old Style"/>
              <a:cs typeface="Arial MT"/>
            </a:endParaRPr>
          </a:p>
          <a:p>
            <a:pPr marL="1199515" lvl="1" indent="-287655">
              <a:lnSpc>
                <a:spcPct val="100000"/>
              </a:lnSpc>
              <a:spcBef>
                <a:spcPts val="735"/>
              </a:spcBef>
              <a:buSzPct val="42857"/>
              <a:buFont typeface="Wingdings"/>
              <a:buChar char=""/>
              <a:tabLst>
                <a:tab pos="1199515" algn="l"/>
              </a:tabLst>
            </a:pPr>
            <a:r>
              <a:rPr sz="1600" spc="-10" dirty="0" err="1">
                <a:latin typeface="Bookman Old Style"/>
                <a:cs typeface="Arial MT"/>
              </a:rPr>
              <a:t>Portbiztonság</a:t>
            </a:r>
            <a:endParaRPr sz="1600" dirty="0" err="1">
              <a:latin typeface="Bookman Old Style"/>
              <a:cs typeface="Arial MT"/>
            </a:endParaRPr>
          </a:p>
          <a:p>
            <a:pPr marL="1199515" lvl="1" indent="-287655">
              <a:lnSpc>
                <a:spcPct val="100000"/>
              </a:lnSpc>
              <a:spcBef>
                <a:spcPts val="735"/>
              </a:spcBef>
              <a:buSzPct val="42857"/>
              <a:buFont typeface="Wingdings"/>
              <a:buChar char=""/>
              <a:tabLst>
                <a:tab pos="1199515" algn="l"/>
              </a:tabLst>
            </a:pPr>
            <a:r>
              <a:rPr sz="1600" dirty="0">
                <a:latin typeface="Bookman Old Style"/>
                <a:cs typeface="Arial MT"/>
              </a:rPr>
              <a:t>SSH</a:t>
            </a:r>
            <a:r>
              <a:rPr sz="1600" spc="-30" dirty="0">
                <a:latin typeface="Bookman Old Style"/>
                <a:cs typeface="Arial MT"/>
              </a:rPr>
              <a:t> </a:t>
            </a:r>
            <a:r>
              <a:rPr sz="1600" dirty="0" err="1">
                <a:latin typeface="Bookman Old Style"/>
                <a:cs typeface="Arial MT"/>
              </a:rPr>
              <a:t>az</a:t>
            </a:r>
            <a:r>
              <a:rPr sz="1600" spc="-40" dirty="0">
                <a:latin typeface="Bookman Old Style"/>
                <a:cs typeface="Arial MT"/>
              </a:rPr>
              <a:t> </a:t>
            </a:r>
            <a:r>
              <a:rPr sz="1600" dirty="0" err="1">
                <a:latin typeface="Bookman Old Style"/>
                <a:cs typeface="Arial MT"/>
              </a:rPr>
              <a:t>eszközök</a:t>
            </a:r>
            <a:r>
              <a:rPr sz="1600" spc="-70" dirty="0">
                <a:latin typeface="Bookman Old Style"/>
                <a:cs typeface="Arial MT"/>
              </a:rPr>
              <a:t> </a:t>
            </a:r>
            <a:r>
              <a:rPr sz="1600" spc="-10" dirty="0" err="1">
                <a:latin typeface="Bookman Old Style"/>
                <a:cs typeface="Arial MT"/>
              </a:rPr>
              <a:t>eléréséhez</a:t>
            </a:r>
            <a:endParaRPr sz="1600" dirty="0" err="1">
              <a:latin typeface="Bookman Old Style"/>
              <a:cs typeface="Arial MT"/>
            </a:endParaRPr>
          </a:p>
          <a:p>
            <a:pPr marL="1199515" lvl="1" indent="-287655">
              <a:lnSpc>
                <a:spcPct val="100000"/>
              </a:lnSpc>
              <a:spcBef>
                <a:spcPts val="735"/>
              </a:spcBef>
              <a:buSzPct val="42857"/>
              <a:buFont typeface="Wingdings"/>
              <a:buChar char=""/>
              <a:tabLst>
                <a:tab pos="1199515" algn="l"/>
              </a:tabLst>
            </a:pPr>
            <a:r>
              <a:rPr lang="hu-HU" sz="1600">
                <a:latin typeface="Bookman Old Style"/>
                <a:cs typeface="Arial MT"/>
              </a:rPr>
              <a:t>GRE</a:t>
            </a:r>
            <a:r>
              <a:rPr lang="hu-HU" sz="1600" spc="-50" dirty="0">
                <a:latin typeface="Bookman Old Style"/>
                <a:cs typeface="Arial MT"/>
              </a:rPr>
              <a:t> </a:t>
            </a:r>
            <a:r>
              <a:rPr lang="hu-HU" sz="1600" spc="-10">
                <a:latin typeface="Bookman Old Style"/>
                <a:cs typeface="Arial MT"/>
              </a:rPr>
              <a:t>Tunnel</a:t>
            </a:r>
          </a:p>
          <a:p>
            <a:pPr marL="1199515" lvl="1" indent="-287655">
              <a:lnSpc>
                <a:spcPct val="100000"/>
              </a:lnSpc>
              <a:spcBef>
                <a:spcPts val="735"/>
              </a:spcBef>
              <a:buSzPct val="42857"/>
              <a:buFont typeface="Wingdings"/>
              <a:buChar char=""/>
              <a:tabLst>
                <a:tab pos="1199515" algn="l"/>
              </a:tabLst>
            </a:pPr>
            <a:r>
              <a:rPr lang="hu-HU" sz="1600" spc="-10">
                <a:latin typeface="Bookman Old Style"/>
                <a:cs typeface="Arial MT"/>
              </a:rPr>
              <a:t>DHCPv4, v6</a:t>
            </a:r>
          </a:p>
        </p:txBody>
      </p:sp>
      <p:pic>
        <p:nvPicPr>
          <p:cNvPr id="6" name="Picture 5">
            <a:extLst>
              <a:ext uri="{FF2B5EF4-FFF2-40B4-BE49-F238E27FC236}">
                <a16:creationId xmlns:a16="http://schemas.microsoft.com/office/drawing/2014/main" id="{6E5D2947-C69B-B4C5-DC98-0544B5AE30FA}"/>
              </a:ext>
            </a:extLst>
          </p:cNvPr>
          <p:cNvPicPr>
            <a:picLocks noChangeAspect="1"/>
          </p:cNvPicPr>
          <p:nvPr/>
        </p:nvPicPr>
        <p:blipFill>
          <a:blip r:embed="rId3"/>
          <a:stretch>
            <a:fillRect/>
          </a:stretch>
        </p:blipFill>
        <p:spPr>
          <a:xfrm>
            <a:off x="3759389" y="2437792"/>
            <a:ext cx="5893023" cy="1805342"/>
          </a:xfrm>
          <a:prstGeom prst="rect">
            <a:avLst/>
          </a:prstGeom>
        </p:spPr>
      </p:pic>
    </p:spTree>
  </p:cSld>
  <p:clrMapOvr>
    <a:masterClrMapping/>
  </p:clrMapOvr>
  <p:transition spd="med">
    <p:pull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6782" y="3760183"/>
            <a:ext cx="7596435" cy="976670"/>
          </a:xfrm>
          <a:prstGeom prst="rect">
            <a:avLst/>
          </a:prstGeom>
        </p:spPr>
        <p:txBody>
          <a:bodyPr vert="horz" lIns="91440" tIns="45720" rIns="91440" bIns="45720" rtlCol="0" anchor="b">
            <a:normAutofit/>
          </a:bodyPr>
          <a:lstStyle/>
          <a:p>
            <a:pPr marL="12700">
              <a:lnSpc>
                <a:spcPct val="90000"/>
              </a:lnSpc>
            </a:pPr>
            <a:r>
              <a:rPr lang="en-US" sz="6100" u="sng" spc="-10" dirty="0">
                <a:solidFill>
                  <a:schemeClr val="tx1"/>
                </a:solidFill>
              </a:rPr>
              <a:t>VLAN-</a:t>
            </a:r>
            <a:r>
              <a:rPr lang="en-US" sz="6100" u="sng" spc="-25" dirty="0">
                <a:solidFill>
                  <a:schemeClr val="tx1"/>
                </a:solidFill>
              </a:rPr>
              <a:t>ok</a:t>
            </a:r>
          </a:p>
        </p:txBody>
      </p:sp>
      <p:sp>
        <p:nvSpPr>
          <p:cNvPr id="4" name="Élőláb helye 1">
            <a:extLst>
              <a:ext uri="{FF2B5EF4-FFF2-40B4-BE49-F238E27FC236}">
                <a16:creationId xmlns:a16="http://schemas.microsoft.com/office/drawing/2014/main" id="{A1257BD2-5AAD-48DA-8BB6-A030F1D9066B}"/>
              </a:ext>
            </a:extLst>
          </p:cNvPr>
          <p:cNvSpPr>
            <a:spLocks noGrp="1"/>
          </p:cNvSpPr>
          <p:nvPr>
            <p:ph type="ftr" sz="quarter" idx="11"/>
          </p:nvPr>
        </p:nvSpPr>
        <p:spPr>
          <a:xfrm rot="5400000">
            <a:off x="7319047" y="1475248"/>
            <a:ext cx="3192372" cy="252307"/>
          </a:xfrm>
        </p:spPr>
        <p:txBody>
          <a:bodyPr vert="horz" lIns="91440" tIns="45720" rIns="91440" bIns="45720" rtlCol="0" anchor="b">
            <a:noAutofit/>
          </a:bodyPr>
          <a:lstStyle/>
          <a:p>
            <a:pPr marR="5080" indent="-285115" defTabSz="914400">
              <a:lnSpc>
                <a:spcPct val="90000"/>
              </a:lnSpc>
              <a:spcBef>
                <a:spcPts val="25"/>
              </a:spcBef>
            </a:pPr>
            <a:r>
              <a:rPr lang="en-US" sz="1200" b="0" i="0" kern="1200" spc="-20">
                <a:solidFill>
                  <a:schemeClr val="tx1"/>
                </a:solidFill>
                <a:latin typeface="Bookman Old Style"/>
              </a:rPr>
              <a:t>2025-2026</a:t>
            </a:r>
          </a:p>
        </p:txBody>
      </p:sp>
      <p:graphicFrame>
        <p:nvGraphicFramePr>
          <p:cNvPr id="3" name="Táblázat 2">
            <a:extLst>
              <a:ext uri="{FF2B5EF4-FFF2-40B4-BE49-F238E27FC236}">
                <a16:creationId xmlns:a16="http://schemas.microsoft.com/office/drawing/2014/main" id="{50086658-A9DF-45A6-8F46-CC4FEC654357}"/>
              </a:ext>
            </a:extLst>
          </p:cNvPr>
          <p:cNvGraphicFramePr>
            <a:graphicFrameLocks noGrp="1"/>
          </p:cNvGraphicFramePr>
          <p:nvPr>
            <p:extLst>
              <p:ext uri="{D42A27DB-BD31-4B8C-83A1-F6EECF244321}">
                <p14:modId xmlns:p14="http://schemas.microsoft.com/office/powerpoint/2010/main" val="530945204"/>
              </p:ext>
            </p:extLst>
          </p:nvPr>
        </p:nvGraphicFramePr>
        <p:xfrm>
          <a:off x="1042414" y="579406"/>
          <a:ext cx="4938058" cy="1765590"/>
        </p:xfrm>
        <a:graphic>
          <a:graphicData uri="http://schemas.openxmlformats.org/drawingml/2006/table">
            <a:tbl>
              <a:tblPr/>
              <a:tblGrid>
                <a:gridCol w="1448863">
                  <a:extLst>
                    <a:ext uri="{9D8B030D-6E8A-4147-A177-3AD203B41FA5}">
                      <a16:colId xmlns:a16="http://schemas.microsoft.com/office/drawing/2014/main" val="3100582440"/>
                    </a:ext>
                  </a:extLst>
                </a:gridCol>
                <a:gridCol w="1086648">
                  <a:extLst>
                    <a:ext uri="{9D8B030D-6E8A-4147-A177-3AD203B41FA5}">
                      <a16:colId xmlns:a16="http://schemas.microsoft.com/office/drawing/2014/main" val="2312237819"/>
                    </a:ext>
                  </a:extLst>
                </a:gridCol>
                <a:gridCol w="2402547">
                  <a:extLst>
                    <a:ext uri="{9D8B030D-6E8A-4147-A177-3AD203B41FA5}">
                      <a16:colId xmlns:a16="http://schemas.microsoft.com/office/drawing/2014/main" val="1550263584"/>
                    </a:ext>
                  </a:extLst>
                </a:gridCol>
              </a:tblGrid>
              <a:tr h="294265">
                <a:tc>
                  <a:txBody>
                    <a:bodyPr/>
                    <a:lstStyle/>
                    <a:p>
                      <a:pPr algn="ctr" fontAlgn="b"/>
                      <a:r>
                        <a:rPr lang="hu-HU" sz="1100" b="1" i="0" u="none" strike="noStrike">
                          <a:solidFill>
                            <a:srgbClr val="000000"/>
                          </a:solidFill>
                          <a:effectLst/>
                          <a:latin typeface="Calibri" panose="020F0502020204030204" pitchFamily="34" charset="0"/>
                        </a:rPr>
                        <a:t>VLAN azonosító</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472C4"/>
                    </a:solidFill>
                  </a:tcPr>
                </a:tc>
                <a:tc>
                  <a:txBody>
                    <a:bodyPr/>
                    <a:lstStyle/>
                    <a:p>
                      <a:pPr algn="ctr" fontAlgn="b"/>
                      <a:r>
                        <a:rPr lang="hu-HU" sz="1100" b="1" i="0" u="none" strike="noStrike">
                          <a:solidFill>
                            <a:srgbClr val="000000"/>
                          </a:solidFill>
                          <a:effectLst/>
                          <a:latin typeface="Calibri" panose="020F0502020204030204" pitchFamily="34" charset="0"/>
                        </a:rPr>
                        <a:t>VLAN neve</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472C4"/>
                    </a:solidFill>
                  </a:tcPr>
                </a:tc>
                <a:tc>
                  <a:txBody>
                    <a:bodyPr/>
                    <a:lstStyle/>
                    <a:p>
                      <a:pPr algn="ctr" fontAlgn="b"/>
                      <a:r>
                        <a:rPr lang="hu-HU" sz="1100" b="1" i="0" u="none" strike="noStrike">
                          <a:solidFill>
                            <a:srgbClr val="000000"/>
                          </a:solidFill>
                          <a:effectLst/>
                          <a:latin typeface="Calibri" panose="020F0502020204030204" pitchFamily="34" charset="0"/>
                        </a:rPr>
                        <a:t>Szükséges IP-címek száma </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472C4"/>
                    </a:solidFill>
                  </a:tcPr>
                </a:tc>
                <a:extLst>
                  <a:ext uri="{0D108BD9-81ED-4DB2-BD59-A6C34878D82A}">
                    <a16:rowId xmlns:a16="http://schemas.microsoft.com/office/drawing/2014/main" val="3625440712"/>
                  </a:ext>
                </a:extLst>
              </a:tr>
              <a:tr h="294265">
                <a:tc>
                  <a:txBody>
                    <a:bodyPr/>
                    <a:lstStyle/>
                    <a:p>
                      <a:pPr algn="ctr" fontAlgn="b"/>
                      <a:r>
                        <a:rPr lang="hu-HU" sz="1100" b="0" i="0" u="none" strike="noStrike">
                          <a:solidFill>
                            <a:srgbClr val="000000"/>
                          </a:solidFill>
                          <a:effectLst/>
                          <a:latin typeface="Calibri" panose="020F0502020204030204" pitchFamily="34" charset="0"/>
                        </a:rPr>
                        <a:t>10</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emelet1</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10</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extLst>
                  <a:ext uri="{0D108BD9-81ED-4DB2-BD59-A6C34878D82A}">
                    <a16:rowId xmlns:a16="http://schemas.microsoft.com/office/drawing/2014/main" val="1110960898"/>
                  </a:ext>
                </a:extLst>
              </a:tr>
              <a:tr h="294265">
                <a:tc>
                  <a:txBody>
                    <a:bodyPr/>
                    <a:lstStyle/>
                    <a:p>
                      <a:pPr algn="ctr" fontAlgn="b"/>
                      <a:r>
                        <a:rPr lang="hu-HU" sz="1100" b="0" i="0" u="none" strike="noStrike">
                          <a:solidFill>
                            <a:srgbClr val="000000"/>
                          </a:solidFill>
                          <a:effectLst/>
                          <a:latin typeface="Calibri" panose="020F0502020204030204" pitchFamily="34" charset="0"/>
                        </a:rPr>
                        <a:t>20</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emelet2</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10</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extLst>
                  <a:ext uri="{0D108BD9-81ED-4DB2-BD59-A6C34878D82A}">
                    <a16:rowId xmlns:a16="http://schemas.microsoft.com/office/drawing/2014/main" val="2976572163"/>
                  </a:ext>
                </a:extLst>
              </a:tr>
              <a:tr h="294265">
                <a:tc>
                  <a:txBody>
                    <a:bodyPr/>
                    <a:lstStyle/>
                    <a:p>
                      <a:pPr algn="ctr" fontAlgn="b"/>
                      <a:r>
                        <a:rPr lang="hu-HU" sz="1100" b="0" i="0" u="none" strike="noStrike">
                          <a:solidFill>
                            <a:srgbClr val="000000"/>
                          </a:solidFill>
                          <a:effectLst/>
                          <a:latin typeface="Calibri" panose="020F0502020204030204" pitchFamily="34" charset="0"/>
                        </a:rPr>
                        <a:t>30</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emelet3</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10</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extLst>
                  <a:ext uri="{0D108BD9-81ED-4DB2-BD59-A6C34878D82A}">
                    <a16:rowId xmlns:a16="http://schemas.microsoft.com/office/drawing/2014/main" val="327665558"/>
                  </a:ext>
                </a:extLst>
              </a:tr>
              <a:tr h="294265">
                <a:tc>
                  <a:txBody>
                    <a:bodyPr/>
                    <a:lstStyle/>
                    <a:p>
                      <a:pPr algn="ctr" fontAlgn="b"/>
                      <a:r>
                        <a:rPr lang="hu-HU" sz="1100" b="0" i="0" u="none" strike="noStrike">
                          <a:solidFill>
                            <a:srgbClr val="000000"/>
                          </a:solidFill>
                          <a:effectLst/>
                          <a:latin typeface="Calibri" panose="020F0502020204030204" pitchFamily="34" charset="0"/>
                        </a:rPr>
                        <a:t>99</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native</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extLst>
                  <a:ext uri="{0D108BD9-81ED-4DB2-BD59-A6C34878D82A}">
                    <a16:rowId xmlns:a16="http://schemas.microsoft.com/office/drawing/2014/main" val="1047592443"/>
                  </a:ext>
                </a:extLst>
              </a:tr>
              <a:tr h="294265">
                <a:tc>
                  <a:txBody>
                    <a:bodyPr/>
                    <a:lstStyle/>
                    <a:p>
                      <a:pPr algn="ctr" fontAlgn="b"/>
                      <a:r>
                        <a:rPr lang="hu-HU" sz="1100" b="0" i="0" u="none" strike="noStrike">
                          <a:solidFill>
                            <a:srgbClr val="000000"/>
                          </a:solidFill>
                          <a:effectLst/>
                          <a:latin typeface="Calibri" panose="020F0502020204030204" pitchFamily="34" charset="0"/>
                        </a:rPr>
                        <a:t>100</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felugyelet</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dirty="0">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extLst>
                  <a:ext uri="{0D108BD9-81ED-4DB2-BD59-A6C34878D82A}">
                    <a16:rowId xmlns:a16="http://schemas.microsoft.com/office/drawing/2014/main" val="3305664687"/>
                  </a:ext>
                </a:extLst>
              </a:tr>
            </a:tbl>
          </a:graphicData>
        </a:graphic>
      </p:graphicFrame>
    </p:spTree>
  </p:cSld>
  <p:clrMapOvr>
    <a:masterClrMapping/>
  </p:clrMapOvr>
  <p:transition spd="med">
    <p:pull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36887" y="3889326"/>
            <a:ext cx="1114425" cy="567463"/>
          </a:xfrm>
          <a:prstGeom prst="rect">
            <a:avLst/>
          </a:prstGeom>
        </p:spPr>
        <p:txBody>
          <a:bodyPr vert="horz" wrap="square" lIns="0" tIns="13335" rIns="0" bIns="0" rtlCol="0" anchor="t">
            <a:spAutoFit/>
          </a:bodyPr>
          <a:lstStyle/>
          <a:p>
            <a:pPr marL="12700">
              <a:lnSpc>
                <a:spcPct val="100000"/>
              </a:lnSpc>
              <a:spcBef>
                <a:spcPts val="105"/>
              </a:spcBef>
            </a:pPr>
            <a:r>
              <a:rPr sz="3600" u="sng" spc="-25">
                <a:latin typeface="Bookman Old Style"/>
                <a:cs typeface="Arial MT"/>
              </a:rPr>
              <a:t>VTP</a:t>
            </a:r>
            <a:endParaRPr lang="en-US" sz="4400" u="sng">
              <a:latin typeface="Bookman Old Style"/>
              <a:cs typeface="Arial MT"/>
            </a:endParaRPr>
          </a:p>
        </p:txBody>
      </p:sp>
      <p:sp>
        <p:nvSpPr>
          <p:cNvPr id="4" name="Élőláb helye 1">
            <a:extLst>
              <a:ext uri="{FF2B5EF4-FFF2-40B4-BE49-F238E27FC236}">
                <a16:creationId xmlns:a16="http://schemas.microsoft.com/office/drawing/2014/main" id="{0AE79BDD-73F7-48C1-9697-6BBE870A970A}"/>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spc="-20">
                <a:latin typeface="Bookman Old Style"/>
              </a:rPr>
              <a:t>2025-2026</a:t>
            </a:r>
            <a:endParaRPr lang="en-US" sz="1200" spc="-20">
              <a:solidFill>
                <a:srgbClr val="000000"/>
              </a:solidFill>
              <a:latin typeface="Bookman Old Style"/>
            </a:endParaRPr>
          </a:p>
          <a:p>
            <a:endParaRPr lang="en-US" sz="1200" spc="-20">
              <a:latin typeface="Bookman Old Style"/>
            </a:endParaRPr>
          </a:p>
        </p:txBody>
      </p:sp>
      <p:graphicFrame>
        <p:nvGraphicFramePr>
          <p:cNvPr id="3" name="Táblázat 2">
            <a:extLst>
              <a:ext uri="{FF2B5EF4-FFF2-40B4-BE49-F238E27FC236}">
                <a16:creationId xmlns:a16="http://schemas.microsoft.com/office/drawing/2014/main" id="{FC52387E-9943-4EBB-B215-C7A76A031C38}"/>
              </a:ext>
            </a:extLst>
          </p:cNvPr>
          <p:cNvGraphicFramePr>
            <a:graphicFrameLocks noGrp="1"/>
          </p:cNvGraphicFramePr>
          <p:nvPr>
            <p:extLst>
              <p:ext uri="{D42A27DB-BD31-4B8C-83A1-F6EECF244321}">
                <p14:modId xmlns:p14="http://schemas.microsoft.com/office/powerpoint/2010/main" val="1426133291"/>
              </p:ext>
            </p:extLst>
          </p:nvPr>
        </p:nvGraphicFramePr>
        <p:xfrm>
          <a:off x="1456940" y="754369"/>
          <a:ext cx="3584960" cy="1487385"/>
        </p:xfrm>
        <a:graphic>
          <a:graphicData uri="http://schemas.openxmlformats.org/drawingml/2006/table">
            <a:tbl>
              <a:tblPr/>
              <a:tblGrid>
                <a:gridCol w="1198047">
                  <a:extLst>
                    <a:ext uri="{9D8B030D-6E8A-4147-A177-3AD203B41FA5}">
                      <a16:colId xmlns:a16="http://schemas.microsoft.com/office/drawing/2014/main" val="2641902130"/>
                    </a:ext>
                  </a:extLst>
                </a:gridCol>
                <a:gridCol w="2386913">
                  <a:extLst>
                    <a:ext uri="{9D8B030D-6E8A-4147-A177-3AD203B41FA5}">
                      <a16:colId xmlns:a16="http://schemas.microsoft.com/office/drawing/2014/main" val="2905115715"/>
                    </a:ext>
                  </a:extLst>
                </a:gridCol>
              </a:tblGrid>
              <a:tr h="297477">
                <a:tc>
                  <a:txBody>
                    <a:bodyPr/>
                    <a:lstStyle/>
                    <a:p>
                      <a:pPr algn="ctr" fontAlgn="b"/>
                      <a:r>
                        <a:rPr lang="hu-HU" sz="1100" b="1" i="0" u="none" strike="noStrike">
                          <a:solidFill>
                            <a:srgbClr val="000000"/>
                          </a:solidFill>
                          <a:effectLst/>
                          <a:latin typeface="Calibri" panose="020F0502020204030204" pitchFamily="34" charset="0"/>
                        </a:rPr>
                        <a:t>Paraméterek</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472C4"/>
                    </a:solidFill>
                  </a:tcPr>
                </a:tc>
                <a:tc>
                  <a:txBody>
                    <a:bodyPr/>
                    <a:lstStyle/>
                    <a:p>
                      <a:pPr algn="ctr" fontAlgn="b"/>
                      <a:r>
                        <a:rPr lang="hu-HU" sz="1100" b="1" i="0" u="none" strike="noStrike">
                          <a:solidFill>
                            <a:srgbClr val="000000"/>
                          </a:solidFill>
                          <a:effectLst/>
                          <a:latin typeface="Calibri" panose="020F0502020204030204" pitchFamily="34" charset="0"/>
                        </a:rPr>
                        <a:t>Eszközök</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472C4"/>
                    </a:solidFill>
                  </a:tcPr>
                </a:tc>
                <a:extLst>
                  <a:ext uri="{0D108BD9-81ED-4DB2-BD59-A6C34878D82A}">
                    <a16:rowId xmlns:a16="http://schemas.microsoft.com/office/drawing/2014/main" val="3688896009"/>
                  </a:ext>
                </a:extLst>
              </a:tr>
              <a:tr h="297477">
                <a:tc>
                  <a:txBody>
                    <a:bodyPr/>
                    <a:lstStyle/>
                    <a:p>
                      <a:pPr algn="ctr" fontAlgn="b"/>
                      <a:r>
                        <a:rPr lang="hu-HU" sz="1100" b="0" i="0" u="none" strike="noStrike">
                          <a:solidFill>
                            <a:srgbClr val="000000"/>
                          </a:solidFill>
                          <a:effectLst/>
                          <a:latin typeface="Calibri" panose="020F0502020204030204" pitchFamily="34" charset="0"/>
                        </a:rPr>
                        <a:t>Szerver</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Emelet1_SW</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extLst>
                  <a:ext uri="{0D108BD9-81ED-4DB2-BD59-A6C34878D82A}">
                    <a16:rowId xmlns:a16="http://schemas.microsoft.com/office/drawing/2014/main" val="1257122722"/>
                  </a:ext>
                </a:extLst>
              </a:tr>
              <a:tr h="297477">
                <a:tc>
                  <a:txBody>
                    <a:bodyPr/>
                    <a:lstStyle/>
                    <a:p>
                      <a:pPr algn="ctr" fontAlgn="b"/>
                      <a:r>
                        <a:rPr lang="hu-HU" sz="1100" b="0" i="0" u="none" strike="noStrike">
                          <a:solidFill>
                            <a:srgbClr val="000000"/>
                          </a:solidFill>
                          <a:effectLst/>
                          <a:latin typeface="Calibri" panose="020F0502020204030204" pitchFamily="34" charset="0"/>
                        </a:rPr>
                        <a:t>Kliensek: </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Emelet2_SW, Emelet3_SW</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extLst>
                  <a:ext uri="{0D108BD9-81ED-4DB2-BD59-A6C34878D82A}">
                    <a16:rowId xmlns:a16="http://schemas.microsoft.com/office/drawing/2014/main" val="43233379"/>
                  </a:ext>
                </a:extLst>
              </a:tr>
              <a:tr h="297477">
                <a:tc>
                  <a:txBody>
                    <a:bodyPr/>
                    <a:lstStyle/>
                    <a:p>
                      <a:pPr algn="ctr" fontAlgn="b"/>
                      <a:r>
                        <a:rPr lang="hu-HU" sz="1100" b="0" i="0" u="none" strike="noStrike">
                          <a:solidFill>
                            <a:srgbClr val="000000"/>
                          </a:solidFill>
                          <a:effectLst/>
                          <a:latin typeface="Calibri" panose="020F0502020204030204" pitchFamily="34" charset="0"/>
                        </a:rPr>
                        <a:t>Domain: </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projekt.info</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extLst>
                  <a:ext uri="{0D108BD9-81ED-4DB2-BD59-A6C34878D82A}">
                    <a16:rowId xmlns:a16="http://schemas.microsoft.com/office/drawing/2014/main" val="465692291"/>
                  </a:ext>
                </a:extLst>
              </a:tr>
              <a:tr h="297477">
                <a:tc>
                  <a:txBody>
                    <a:bodyPr/>
                    <a:lstStyle/>
                    <a:p>
                      <a:pPr algn="ctr" fontAlgn="b"/>
                      <a:r>
                        <a:rPr lang="hu-HU" sz="1100" b="0" i="0" u="none" strike="noStrike">
                          <a:solidFill>
                            <a:srgbClr val="000000"/>
                          </a:solidFill>
                          <a:effectLst/>
                          <a:latin typeface="Calibri" panose="020F0502020204030204" pitchFamily="34" charset="0"/>
                        </a:rPr>
                        <a:t>Password</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tc>
                  <a:txBody>
                    <a:bodyPr/>
                    <a:lstStyle/>
                    <a:p>
                      <a:pPr algn="ctr" fontAlgn="b"/>
                      <a:r>
                        <a:rPr lang="hu-HU" sz="1100" b="0" i="0" u="none" strike="noStrike" dirty="0">
                          <a:solidFill>
                            <a:srgbClr val="000000"/>
                          </a:solidFill>
                          <a:effectLst/>
                          <a:latin typeface="Calibri" panose="020F0502020204030204" pitchFamily="34" charset="0"/>
                        </a:rPr>
                        <a:t>Start123</a:t>
                      </a:r>
                    </a:p>
                  </a:txBody>
                  <a:tcPr marL="9525" marR="9525" marT="9525"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E699"/>
                    </a:solidFill>
                  </a:tcPr>
                </a:tc>
                <a:extLst>
                  <a:ext uri="{0D108BD9-81ED-4DB2-BD59-A6C34878D82A}">
                    <a16:rowId xmlns:a16="http://schemas.microsoft.com/office/drawing/2014/main" val="1815210259"/>
                  </a:ext>
                </a:extLst>
              </a:tr>
            </a:tbl>
          </a:graphicData>
        </a:graphic>
      </p:graphicFrame>
    </p:spTree>
  </p:cSld>
  <p:clrMapOvr>
    <a:masterClrMapping/>
  </p:clrMapOvr>
  <p:transition spd="med">
    <p:pull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1439" y="707592"/>
            <a:ext cx="8810625" cy="567463"/>
          </a:xfrm>
          <a:prstGeom prst="rect">
            <a:avLst/>
          </a:prstGeom>
        </p:spPr>
        <p:txBody>
          <a:bodyPr vert="horz" wrap="square" lIns="0" tIns="13335" rIns="0" bIns="0" rtlCol="0">
            <a:spAutoFit/>
          </a:bodyPr>
          <a:lstStyle/>
          <a:p>
            <a:pPr marL="12700">
              <a:lnSpc>
                <a:spcPct val="100000"/>
              </a:lnSpc>
              <a:spcBef>
                <a:spcPts val="105"/>
              </a:spcBef>
            </a:pPr>
            <a:r>
              <a:rPr sz="3600" spc="-10" dirty="0" err="1">
                <a:solidFill>
                  <a:schemeClr val="tx1"/>
                </a:solidFill>
                <a:latin typeface="Bookman Old Style"/>
              </a:rPr>
              <a:t>Portkiosztások</a:t>
            </a:r>
            <a:endParaRPr lang="en-US" sz="3600" spc="-10">
              <a:solidFill>
                <a:schemeClr val="tx1"/>
              </a:solidFill>
              <a:latin typeface="Bookman Old Style"/>
            </a:endParaRPr>
          </a:p>
        </p:txBody>
      </p:sp>
      <p:sp>
        <p:nvSpPr>
          <p:cNvPr id="4" name="Élőláb helye 1">
            <a:extLst>
              <a:ext uri="{FF2B5EF4-FFF2-40B4-BE49-F238E27FC236}">
                <a16:creationId xmlns:a16="http://schemas.microsoft.com/office/drawing/2014/main" id="{B12E30FD-7E64-454D-A8F9-71DA87E59704}"/>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dirty="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graphicFrame>
        <p:nvGraphicFramePr>
          <p:cNvPr id="5" name="Táblázat 4">
            <a:extLst>
              <a:ext uri="{FF2B5EF4-FFF2-40B4-BE49-F238E27FC236}">
                <a16:creationId xmlns:a16="http://schemas.microsoft.com/office/drawing/2014/main" id="{86436A9B-1D80-42C7-8B4C-6652E3803458}"/>
              </a:ext>
            </a:extLst>
          </p:cNvPr>
          <p:cNvGraphicFramePr>
            <a:graphicFrameLocks noGrp="1"/>
          </p:cNvGraphicFramePr>
          <p:nvPr/>
        </p:nvGraphicFramePr>
        <p:xfrm>
          <a:off x="1215231" y="2989580"/>
          <a:ext cx="6794500" cy="891540"/>
        </p:xfrm>
        <a:graphic>
          <a:graphicData uri="http://schemas.openxmlformats.org/drawingml/2006/table">
            <a:tbl>
              <a:tblPr/>
              <a:tblGrid>
                <a:gridCol w="809773">
                  <a:extLst>
                    <a:ext uri="{9D8B030D-6E8A-4147-A177-3AD203B41FA5}">
                      <a16:colId xmlns:a16="http://schemas.microsoft.com/office/drawing/2014/main" val="1730626913"/>
                    </a:ext>
                  </a:extLst>
                </a:gridCol>
                <a:gridCol w="1568935">
                  <a:extLst>
                    <a:ext uri="{9D8B030D-6E8A-4147-A177-3AD203B41FA5}">
                      <a16:colId xmlns:a16="http://schemas.microsoft.com/office/drawing/2014/main" val="3418683434"/>
                    </a:ext>
                  </a:extLst>
                </a:gridCol>
                <a:gridCol w="1088132">
                  <a:extLst>
                    <a:ext uri="{9D8B030D-6E8A-4147-A177-3AD203B41FA5}">
                      <a16:colId xmlns:a16="http://schemas.microsoft.com/office/drawing/2014/main" val="3154161412"/>
                    </a:ext>
                  </a:extLst>
                </a:gridCol>
                <a:gridCol w="1088132">
                  <a:extLst>
                    <a:ext uri="{9D8B030D-6E8A-4147-A177-3AD203B41FA5}">
                      <a16:colId xmlns:a16="http://schemas.microsoft.com/office/drawing/2014/main" val="1267619346"/>
                    </a:ext>
                  </a:extLst>
                </a:gridCol>
                <a:gridCol w="961605">
                  <a:extLst>
                    <a:ext uri="{9D8B030D-6E8A-4147-A177-3AD203B41FA5}">
                      <a16:colId xmlns:a16="http://schemas.microsoft.com/office/drawing/2014/main" val="159955382"/>
                    </a:ext>
                  </a:extLst>
                </a:gridCol>
                <a:gridCol w="1277923">
                  <a:extLst>
                    <a:ext uri="{9D8B030D-6E8A-4147-A177-3AD203B41FA5}">
                      <a16:colId xmlns:a16="http://schemas.microsoft.com/office/drawing/2014/main" val="2964562998"/>
                    </a:ext>
                  </a:extLst>
                </a:gridCol>
              </a:tblGrid>
              <a:tr h="190500">
                <a:tc>
                  <a:txBody>
                    <a:bodyPr/>
                    <a:lstStyle/>
                    <a:p>
                      <a:pPr algn="ctr" fontAlgn="b"/>
                      <a:r>
                        <a:rPr lang="hu-HU" sz="1100" b="1" i="0" u="none" strike="noStrike">
                          <a:solidFill>
                            <a:srgbClr val="000000"/>
                          </a:solidFill>
                          <a:effectLst/>
                          <a:latin typeface="Calibri" panose="020F0502020204030204" pitchFamily="34" charset="0"/>
                        </a:rPr>
                        <a:t>Eszköz</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b"/>
                      <a:r>
                        <a:rPr lang="hu-HU" sz="1100" b="1" i="0" u="none" strike="noStrike">
                          <a:solidFill>
                            <a:srgbClr val="000000"/>
                          </a:solidFill>
                          <a:effectLst/>
                          <a:latin typeface="Calibri" panose="020F0502020204030204" pitchFamily="34" charset="0"/>
                        </a:rPr>
                        <a:t>emelet1 VLAN 10</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b"/>
                      <a:r>
                        <a:rPr lang="hu-HU" sz="1100" b="1" i="0" u="none" strike="noStrike">
                          <a:solidFill>
                            <a:srgbClr val="000000"/>
                          </a:solidFill>
                          <a:effectLst/>
                          <a:latin typeface="Calibri" panose="020F0502020204030204" pitchFamily="34" charset="0"/>
                        </a:rPr>
                        <a:t>emelet2 VLAN 20</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b"/>
                      <a:r>
                        <a:rPr lang="hu-HU" sz="1100" b="1" i="0" u="none" strike="noStrike">
                          <a:solidFill>
                            <a:srgbClr val="000000"/>
                          </a:solidFill>
                          <a:effectLst/>
                          <a:latin typeface="Calibri" panose="020F0502020204030204" pitchFamily="34" charset="0"/>
                        </a:rPr>
                        <a:t>emelet3 VLAN 30</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b"/>
                      <a:r>
                        <a:rPr lang="hu-HU" sz="1100" b="1" i="0" u="none" strike="noStrike">
                          <a:solidFill>
                            <a:srgbClr val="000000"/>
                          </a:solidFill>
                          <a:effectLst/>
                          <a:latin typeface="Calibri" panose="020F0502020204030204" pitchFamily="34" charset="0"/>
                        </a:rPr>
                        <a:t>native VLAN 99</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b"/>
                      <a:r>
                        <a:rPr lang="hu-HU" sz="1100" b="1" i="0" u="none" strike="noStrike">
                          <a:solidFill>
                            <a:srgbClr val="000000"/>
                          </a:solidFill>
                          <a:effectLst/>
                          <a:latin typeface="Calibri" panose="020F0502020204030204" pitchFamily="34" charset="0"/>
                        </a:rPr>
                        <a:t>felugyelet VLAN 100</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2892509467"/>
                  </a:ext>
                </a:extLst>
              </a:tr>
              <a:tr h="190500">
                <a:tc>
                  <a:txBody>
                    <a:bodyPr/>
                    <a:lstStyle/>
                    <a:p>
                      <a:pPr algn="ctr" fontAlgn="b"/>
                      <a:r>
                        <a:rPr lang="hu-HU" sz="1100" b="0" i="0" u="none" strike="noStrike">
                          <a:solidFill>
                            <a:srgbClr val="000000"/>
                          </a:solidFill>
                          <a:effectLst/>
                          <a:latin typeface="Calibri" panose="020F0502020204030204" pitchFamily="34" charset="0"/>
                        </a:rPr>
                        <a:t>Emelet1_SW</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g1/0/10, g1/0/21, g1/0/22</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1645937286"/>
                  </a:ext>
                </a:extLst>
              </a:tr>
              <a:tr h="190500">
                <a:tc>
                  <a:txBody>
                    <a:bodyPr/>
                    <a:lstStyle/>
                    <a:p>
                      <a:pPr algn="ctr" fontAlgn="b"/>
                      <a:r>
                        <a:rPr lang="hu-HU" sz="1100" b="0" i="0" u="none" strike="noStrike">
                          <a:solidFill>
                            <a:srgbClr val="000000"/>
                          </a:solidFill>
                          <a:effectLst/>
                          <a:latin typeface="Calibri" panose="020F0502020204030204" pitchFamily="34" charset="0"/>
                        </a:rPr>
                        <a:t>Emelet2_SW</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g1/0/23</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1288751526"/>
                  </a:ext>
                </a:extLst>
              </a:tr>
              <a:tr h="190500">
                <a:tc>
                  <a:txBody>
                    <a:bodyPr/>
                    <a:lstStyle/>
                    <a:p>
                      <a:pPr algn="ctr" fontAlgn="b"/>
                      <a:r>
                        <a:rPr lang="hu-HU" sz="1100" b="0" i="0" u="none" strike="noStrike">
                          <a:solidFill>
                            <a:srgbClr val="000000"/>
                          </a:solidFill>
                          <a:effectLst/>
                          <a:latin typeface="Calibri" panose="020F0502020204030204" pitchFamily="34" charset="0"/>
                        </a:rPr>
                        <a:t>Emelet3_SW</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g1/0/24</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b"/>
                      <a:r>
                        <a:rPr lang="hu-HU" sz="1100" b="0" i="0" u="none" strike="noStrike" dirty="0">
                          <a:solidFill>
                            <a:srgbClr val="000000"/>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1141488606"/>
                  </a:ext>
                </a:extLst>
              </a:tr>
            </a:tbl>
          </a:graphicData>
        </a:graphic>
      </p:graphicFrame>
    </p:spTree>
  </p:cSld>
  <p:clrMapOvr>
    <a:masterClrMapping/>
  </p:clrMapOvr>
  <p:transition spd="med">
    <p:pull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1439" y="707592"/>
            <a:ext cx="8810625" cy="567463"/>
          </a:xfrm>
          <a:prstGeom prst="rect">
            <a:avLst/>
          </a:prstGeom>
        </p:spPr>
        <p:txBody>
          <a:bodyPr vert="horz" wrap="square" lIns="0" tIns="13335" rIns="0" bIns="0" rtlCol="0">
            <a:spAutoFit/>
          </a:bodyPr>
          <a:lstStyle/>
          <a:p>
            <a:pPr marL="12700">
              <a:lnSpc>
                <a:spcPct val="100000"/>
              </a:lnSpc>
              <a:spcBef>
                <a:spcPts val="105"/>
              </a:spcBef>
            </a:pPr>
            <a:r>
              <a:rPr lang="hu-HU" sz="3600" u="sng" spc="-10" dirty="0">
                <a:solidFill>
                  <a:schemeClr val="tx1"/>
                </a:solidFill>
                <a:latin typeface="Bookman Old Style"/>
              </a:rPr>
              <a:t>VLSM</a:t>
            </a:r>
            <a:endParaRPr lang="en-US" sz="3600" u="sng" spc="-10">
              <a:solidFill>
                <a:schemeClr val="tx1"/>
              </a:solidFill>
              <a:latin typeface="Bookman Old Style"/>
            </a:endParaRPr>
          </a:p>
        </p:txBody>
      </p:sp>
      <p:sp>
        <p:nvSpPr>
          <p:cNvPr id="4" name="Élőláb helye 1">
            <a:extLst>
              <a:ext uri="{FF2B5EF4-FFF2-40B4-BE49-F238E27FC236}">
                <a16:creationId xmlns:a16="http://schemas.microsoft.com/office/drawing/2014/main" id="{B12E30FD-7E64-454D-A8F9-71DA87E59704}"/>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dirty="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graphicFrame>
        <p:nvGraphicFramePr>
          <p:cNvPr id="12" name="Table 11">
            <a:extLst>
              <a:ext uri="{FF2B5EF4-FFF2-40B4-BE49-F238E27FC236}">
                <a16:creationId xmlns:a16="http://schemas.microsoft.com/office/drawing/2014/main" id="{9B3F0552-4661-F6ED-E728-979EB248DE40}"/>
              </a:ext>
            </a:extLst>
          </p:cNvPr>
          <p:cNvGraphicFramePr>
            <a:graphicFrameLocks noGrp="1"/>
          </p:cNvGraphicFramePr>
          <p:nvPr>
            <p:extLst>
              <p:ext uri="{D42A27DB-BD31-4B8C-83A1-F6EECF244321}">
                <p14:modId xmlns:p14="http://schemas.microsoft.com/office/powerpoint/2010/main" val="133643655"/>
              </p:ext>
            </p:extLst>
          </p:nvPr>
        </p:nvGraphicFramePr>
        <p:xfrm>
          <a:off x="135859" y="1713638"/>
          <a:ext cx="9815579" cy="3235756"/>
        </p:xfrm>
        <a:graphic>
          <a:graphicData uri="http://schemas.openxmlformats.org/drawingml/2006/table">
            <a:tbl>
              <a:tblPr bandRow="1">
                <a:tableStyleId>{5C22544A-7EE6-4342-B048-85BDC9FD1C3A}</a:tableStyleId>
              </a:tblPr>
              <a:tblGrid>
                <a:gridCol w="7077006">
                  <a:extLst>
                    <a:ext uri="{9D8B030D-6E8A-4147-A177-3AD203B41FA5}">
                      <a16:colId xmlns:a16="http://schemas.microsoft.com/office/drawing/2014/main" val="991429410"/>
                    </a:ext>
                  </a:extLst>
                </a:gridCol>
                <a:gridCol w="545832">
                  <a:extLst>
                    <a:ext uri="{9D8B030D-6E8A-4147-A177-3AD203B41FA5}">
                      <a16:colId xmlns:a16="http://schemas.microsoft.com/office/drawing/2014/main" val="832573327"/>
                    </a:ext>
                  </a:extLst>
                </a:gridCol>
                <a:gridCol w="611709">
                  <a:extLst>
                    <a:ext uri="{9D8B030D-6E8A-4147-A177-3AD203B41FA5}">
                      <a16:colId xmlns:a16="http://schemas.microsoft.com/office/drawing/2014/main" val="3851547221"/>
                    </a:ext>
                  </a:extLst>
                </a:gridCol>
                <a:gridCol w="611709">
                  <a:extLst>
                    <a:ext uri="{9D8B030D-6E8A-4147-A177-3AD203B41FA5}">
                      <a16:colId xmlns:a16="http://schemas.microsoft.com/office/drawing/2014/main" val="3860907003"/>
                    </a:ext>
                  </a:extLst>
                </a:gridCol>
                <a:gridCol w="272916">
                  <a:extLst>
                    <a:ext uri="{9D8B030D-6E8A-4147-A177-3AD203B41FA5}">
                      <a16:colId xmlns:a16="http://schemas.microsoft.com/office/drawing/2014/main" val="87189670"/>
                    </a:ext>
                  </a:extLst>
                </a:gridCol>
                <a:gridCol w="696407">
                  <a:extLst>
                    <a:ext uri="{9D8B030D-6E8A-4147-A177-3AD203B41FA5}">
                      <a16:colId xmlns:a16="http://schemas.microsoft.com/office/drawing/2014/main" val="1138729101"/>
                    </a:ext>
                  </a:extLst>
                </a:gridCol>
              </a:tblGrid>
              <a:tr h="235245">
                <a:tc>
                  <a:txBody>
                    <a:bodyPr/>
                    <a:lstStyle/>
                    <a:p>
                      <a:pPr algn="ctr" fontAlgn="ctr">
                        <a:buNone/>
                      </a:pPr>
                      <a:r>
                        <a:rPr lang="en-US" sz="900" b="1">
                          <a:effectLst/>
                          <a:latin typeface="Arial" panose="020B0604020202020204" pitchFamily="34" charset="0"/>
                        </a:rPr>
                        <a:t>Subnet Name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buNone/>
                      </a:pPr>
                      <a:r>
                        <a:rPr lang="en-US" sz="900" b="1">
                          <a:effectLst/>
                          <a:latin typeface="Arial" panose="020B0604020202020204" pitchFamily="34" charset="0"/>
                        </a:rPr>
                        <a:t>Needed Size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buNone/>
                      </a:pPr>
                      <a:r>
                        <a:rPr lang="en-US" sz="900" b="1">
                          <a:effectLst/>
                          <a:latin typeface="Arial" panose="020B0604020202020204" pitchFamily="34" charset="0"/>
                        </a:rPr>
                        <a:t>Allocated Size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buNone/>
                      </a:pPr>
                      <a:r>
                        <a:rPr lang="en-US" sz="900" b="1">
                          <a:effectLst/>
                          <a:latin typeface="Arial" panose="020B0604020202020204" pitchFamily="34" charset="0"/>
                        </a:rPr>
                        <a:t>Address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buNone/>
                      </a:pPr>
                      <a:r>
                        <a:rPr lang="en-US" sz="900" b="1">
                          <a:effectLst/>
                          <a:latin typeface="Arial" panose="020B0604020202020204" pitchFamily="34" charset="0"/>
                        </a:rPr>
                        <a:t>Mask</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buNone/>
                      </a:pPr>
                      <a:r>
                        <a:rPr lang="en-US" sz="900" b="1">
                          <a:effectLst/>
                          <a:latin typeface="Arial" panose="020B0604020202020204" pitchFamily="34" charset="0"/>
                        </a:rPr>
                        <a:t>Dec Mask</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133844205"/>
                  </a:ext>
                </a:extLst>
              </a:tr>
              <a:tr h="269671">
                <a:tc>
                  <a:txBody>
                    <a:bodyPr/>
                    <a:lstStyle/>
                    <a:p>
                      <a:pPr algn="ctr" fontAlgn="ctr">
                        <a:buNone/>
                      </a:pPr>
                      <a:r>
                        <a:rPr lang="en-US" sz="900" b="1">
                          <a:effectLst/>
                          <a:latin typeface="Arial" panose="020B0604020202020204" pitchFamily="34" charset="0"/>
                        </a:rPr>
                        <a:t>g0/0/1, g1/0/1(Telep_R1 - Telep_SW); g0/0/1, g1/0/2(Telep_R2 - Telep_SW); f0, g1/0/20(Telep_SW - Telep_PC);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32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172.16.0.0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255.255.0.0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868293228"/>
                  </a:ext>
                </a:extLst>
              </a:tr>
              <a:tr h="258196">
                <a:tc>
                  <a:txBody>
                    <a:bodyPr/>
                    <a:lstStyle/>
                    <a:p>
                      <a:pPr algn="ctr" fontAlgn="ctr">
                        <a:buNone/>
                      </a:pPr>
                      <a:r>
                        <a:rPr lang="en-US" sz="900" b="1">
                          <a:effectLst/>
                          <a:latin typeface="Arial" panose="020B0604020202020204" pitchFamily="34" charset="0"/>
                        </a:rPr>
                        <a:t>g0/0/0, g0/0/0(Telep_R1 - ISP_R1)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32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/27</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1470888177"/>
                  </a:ext>
                </a:extLst>
              </a:tr>
              <a:tr h="258196">
                <a:tc>
                  <a:txBody>
                    <a:bodyPr/>
                    <a:lstStyle/>
                    <a:p>
                      <a:pPr algn="ctr" fontAlgn="ctr">
                        <a:buNone/>
                      </a:pPr>
                      <a:r>
                        <a:rPr lang="en-US" sz="900" b="1">
                          <a:effectLst/>
                          <a:latin typeface="Arial" panose="020B0604020202020204" pitchFamily="34" charset="0"/>
                        </a:rPr>
                        <a:t>g0/0/0, g0/0/0(Telep_R2 - ISP_R2)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32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192.168.0.32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/27</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4238670869"/>
                  </a:ext>
                </a:extLst>
              </a:tr>
              <a:tr h="258196">
                <a:tc>
                  <a:txBody>
                    <a:bodyPr/>
                    <a:lstStyle/>
                    <a:p>
                      <a:pPr algn="ctr" fontAlgn="ctr">
                        <a:buNone/>
                      </a:pPr>
                      <a:r>
                        <a:rPr lang="en-US" sz="900" b="1">
                          <a:effectLst/>
                          <a:latin typeface="Arial" panose="020B0604020202020204" pitchFamily="34" charset="0"/>
                        </a:rPr>
                        <a:t>g0/0/1, 0/0(ISP_R2 - HomeWifi)</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32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/27</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528133564"/>
                  </a:ext>
                </a:extLst>
              </a:tr>
              <a:tr h="258196">
                <a:tc>
                  <a:txBody>
                    <a:bodyPr/>
                    <a:lstStyle/>
                    <a:p>
                      <a:pPr algn="ctr" fontAlgn="ctr">
                        <a:buNone/>
                      </a:pPr>
                      <a:r>
                        <a:rPr lang="en-US" sz="900" b="1">
                          <a:effectLst/>
                          <a:latin typeface="Arial" panose="020B0604020202020204" pitchFamily="34" charset="0"/>
                        </a:rPr>
                        <a:t>s0/1/0, s0/1/0(ISP_R1 - ISP_R2)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32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192.168.0.96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/27</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2995753105"/>
                  </a:ext>
                </a:extLst>
              </a:tr>
              <a:tr h="281147">
                <a:tc>
                  <a:txBody>
                    <a:bodyPr/>
                    <a:lstStyle/>
                    <a:p>
                      <a:pPr algn="ctr" fontAlgn="ctr">
                        <a:buNone/>
                      </a:pPr>
                      <a:r>
                        <a:rPr lang="en-US" sz="900" b="1">
                          <a:effectLst/>
                          <a:latin typeface="Arial" panose="020B0604020202020204" pitchFamily="34" charset="0"/>
                        </a:rPr>
                        <a:t>s0/1/0, s0/1/0(ISP_R3 - Szerverpark_R)</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32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192.168.0.160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/27</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10874698"/>
                  </a:ext>
                </a:extLst>
              </a:tr>
              <a:tr h="263933">
                <a:tc>
                  <a:txBody>
                    <a:bodyPr/>
                    <a:lstStyle/>
                    <a:p>
                      <a:pPr algn="ctr" fontAlgn="ctr">
                        <a:buNone/>
                      </a:pPr>
                      <a:r>
                        <a:rPr lang="en-US" sz="900" b="1">
                          <a:effectLst/>
                          <a:latin typeface="Arial" panose="020B0604020202020204" pitchFamily="34" charset="0"/>
                        </a:rPr>
                        <a:t>s0/1/1, s0/1/1(ISP_R2 - Szerverpark_R)</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32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192.168.0.192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/27</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443998768"/>
                  </a:ext>
                </a:extLst>
              </a:tr>
              <a:tr h="263933">
                <a:tc>
                  <a:txBody>
                    <a:bodyPr/>
                    <a:lstStyle/>
                    <a:p>
                      <a:pPr algn="ctr" fontAlgn="ctr">
                        <a:buNone/>
                      </a:pPr>
                      <a:r>
                        <a:rPr lang="en-US" sz="900" b="1">
                          <a:effectLst/>
                          <a:latin typeface="Arial" panose="020B0604020202020204" pitchFamily="34" charset="0"/>
                        </a:rPr>
                        <a:t>g0/0/1, g1/0/1(ISP_R2 - ISP_SW); g0/0/1, g0/0/1, g01/0/2(Szerverpark_R - ISP_SW); g0/0/1, g1/0/3(Szerverpark_R - ISP_SW);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32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/27</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568072274"/>
                  </a:ext>
                </a:extLst>
              </a:tr>
              <a:tr h="263933">
                <a:tc>
                  <a:txBody>
                    <a:bodyPr/>
                    <a:lstStyle/>
                    <a:p>
                      <a:pPr algn="ctr" fontAlgn="ctr">
                        <a:buNone/>
                      </a:pPr>
                      <a:r>
                        <a:rPr lang="en-US" sz="900" b="1">
                          <a:effectLst/>
                          <a:latin typeface="Arial" panose="020B0604020202020204" pitchFamily="34" charset="0"/>
                        </a:rPr>
                        <a:t>s0/1/1, s0/1/1(ISP_R1 - ISP_R3)</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32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192.168.0.128</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/27</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255.255.255.224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262154766"/>
                  </a:ext>
                </a:extLst>
              </a:tr>
            </a:tbl>
          </a:graphicData>
        </a:graphic>
      </p:graphicFrame>
    </p:spTree>
    <p:extLst>
      <p:ext uri="{BB962C8B-B14F-4D97-AF65-F5344CB8AC3E}">
        <p14:creationId xmlns:p14="http://schemas.microsoft.com/office/powerpoint/2010/main" val="797995172"/>
      </p:ext>
    </p:extLst>
  </p:cSld>
  <p:clrMapOvr>
    <a:masterClrMapping/>
  </p:clrMapOvr>
  <p:transition spd="med">
    <p:pull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1439" y="707592"/>
            <a:ext cx="8810625" cy="567463"/>
          </a:xfrm>
          <a:prstGeom prst="rect">
            <a:avLst/>
          </a:prstGeom>
        </p:spPr>
        <p:txBody>
          <a:bodyPr vert="horz" wrap="square" lIns="0" tIns="13335" rIns="0" bIns="0" rtlCol="0">
            <a:spAutoFit/>
          </a:bodyPr>
          <a:lstStyle/>
          <a:p>
            <a:pPr marL="12700">
              <a:lnSpc>
                <a:spcPct val="100000"/>
              </a:lnSpc>
              <a:spcBef>
                <a:spcPts val="105"/>
              </a:spcBef>
            </a:pPr>
            <a:r>
              <a:rPr lang="hu-HU" sz="3600" u="sng" spc="-10" dirty="0">
                <a:solidFill>
                  <a:schemeClr val="tx1"/>
                </a:solidFill>
                <a:latin typeface="Bookman Old Style"/>
              </a:rPr>
              <a:t>VLSM</a:t>
            </a:r>
            <a:endParaRPr lang="en-US" sz="3600" u="sng" spc="-10">
              <a:solidFill>
                <a:schemeClr val="tx1"/>
              </a:solidFill>
              <a:latin typeface="Bookman Old Style"/>
            </a:endParaRPr>
          </a:p>
        </p:txBody>
      </p:sp>
      <p:sp>
        <p:nvSpPr>
          <p:cNvPr id="4" name="Élőláb helye 1">
            <a:extLst>
              <a:ext uri="{FF2B5EF4-FFF2-40B4-BE49-F238E27FC236}">
                <a16:creationId xmlns:a16="http://schemas.microsoft.com/office/drawing/2014/main" id="{B12E30FD-7E64-454D-A8F9-71DA87E59704}"/>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dirty="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graphicFrame>
        <p:nvGraphicFramePr>
          <p:cNvPr id="6" name="Table 5">
            <a:extLst>
              <a:ext uri="{FF2B5EF4-FFF2-40B4-BE49-F238E27FC236}">
                <a16:creationId xmlns:a16="http://schemas.microsoft.com/office/drawing/2014/main" id="{F4BF2FB9-8DF0-E6A3-D0EE-8583E9F05882}"/>
              </a:ext>
            </a:extLst>
          </p:cNvPr>
          <p:cNvGraphicFramePr>
            <a:graphicFrameLocks noGrp="1"/>
          </p:cNvGraphicFramePr>
          <p:nvPr>
            <p:extLst>
              <p:ext uri="{D42A27DB-BD31-4B8C-83A1-F6EECF244321}">
                <p14:modId xmlns:p14="http://schemas.microsoft.com/office/powerpoint/2010/main" val="2458410604"/>
              </p:ext>
            </p:extLst>
          </p:nvPr>
        </p:nvGraphicFramePr>
        <p:xfrm>
          <a:off x="728576" y="1490460"/>
          <a:ext cx="8445501" cy="3752850"/>
        </p:xfrm>
        <a:graphic>
          <a:graphicData uri="http://schemas.openxmlformats.org/drawingml/2006/table">
            <a:tbl>
              <a:tblPr bandRow="1">
                <a:tableStyleId>{5C22544A-7EE6-4342-B048-85BDC9FD1C3A}</a:tableStyleId>
              </a:tblPr>
              <a:tblGrid>
                <a:gridCol w="2632859">
                  <a:extLst>
                    <a:ext uri="{9D8B030D-6E8A-4147-A177-3AD203B41FA5}">
                      <a16:colId xmlns:a16="http://schemas.microsoft.com/office/drawing/2014/main" val="3371037575"/>
                    </a:ext>
                  </a:extLst>
                </a:gridCol>
                <a:gridCol w="864901">
                  <a:extLst>
                    <a:ext uri="{9D8B030D-6E8A-4147-A177-3AD203B41FA5}">
                      <a16:colId xmlns:a16="http://schemas.microsoft.com/office/drawing/2014/main" val="3510873876"/>
                    </a:ext>
                  </a:extLst>
                </a:gridCol>
                <a:gridCol w="610518">
                  <a:extLst>
                    <a:ext uri="{9D8B030D-6E8A-4147-A177-3AD203B41FA5}">
                      <a16:colId xmlns:a16="http://schemas.microsoft.com/office/drawing/2014/main" val="2467364739"/>
                    </a:ext>
                  </a:extLst>
                </a:gridCol>
                <a:gridCol w="1360947">
                  <a:extLst>
                    <a:ext uri="{9D8B030D-6E8A-4147-A177-3AD203B41FA5}">
                      <a16:colId xmlns:a16="http://schemas.microsoft.com/office/drawing/2014/main" val="3650686040"/>
                    </a:ext>
                  </a:extLst>
                </a:gridCol>
                <a:gridCol w="2976276">
                  <a:extLst>
                    <a:ext uri="{9D8B030D-6E8A-4147-A177-3AD203B41FA5}">
                      <a16:colId xmlns:a16="http://schemas.microsoft.com/office/drawing/2014/main" val="2607402730"/>
                    </a:ext>
                  </a:extLst>
                </a:gridCol>
              </a:tblGrid>
              <a:tr h="333375">
                <a:tc>
                  <a:txBody>
                    <a:bodyPr/>
                    <a:lstStyle/>
                    <a:p>
                      <a:pPr algn="ctr" fontAlgn="ctr">
                        <a:buNone/>
                      </a:pPr>
                      <a:r>
                        <a:rPr lang="en-US" sz="900" b="1">
                          <a:effectLst/>
                          <a:latin typeface="Arial" panose="020B0604020202020204" pitchFamily="34" charset="0"/>
                        </a:rPr>
                        <a:t>Assignable Range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buNone/>
                      </a:pPr>
                      <a:r>
                        <a:rPr lang="en-US" sz="900" b="1">
                          <a:effectLst/>
                          <a:latin typeface="Arial" panose="020B0604020202020204" pitchFamily="34" charset="0"/>
                        </a:rPr>
                        <a:t>Broadcast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fontAlgn="b">
                        <a:buNone/>
                      </a:pPr>
                      <a:endParaRPr lang="en-US" sz="1100">
                        <a:effectLst/>
                        <a:latin typeface="Calibri" panose="020F0502020204030204" pitchFamily="34" charset="0"/>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buNone/>
                      </a:pPr>
                      <a:r>
                        <a:rPr lang="en-US" sz="900" b="1">
                          <a:effectLst/>
                          <a:latin typeface="Arial" panose="020B0604020202020204" pitchFamily="34" charset="0"/>
                        </a:rPr>
                        <a:t>Address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buNone/>
                      </a:pPr>
                      <a:r>
                        <a:rPr lang="en-US" sz="900" b="1">
                          <a:effectLst/>
                          <a:latin typeface="Arial" panose="020B0604020202020204" pitchFamily="34" charset="0"/>
                        </a:rPr>
                        <a:t>Assignable Range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234495402"/>
                  </a:ext>
                </a:extLst>
              </a:tr>
              <a:tr h="390525">
                <a:tc>
                  <a:txBody>
                    <a:bodyPr/>
                    <a:lstStyle/>
                    <a:p>
                      <a:pPr algn="ctr" fontAlgn="ctr">
                        <a:buNone/>
                      </a:pPr>
                      <a:r>
                        <a:rPr lang="en-US" sz="900">
                          <a:effectLst/>
                          <a:latin typeface="Arial" panose="020B0604020202020204" pitchFamily="34" charset="0"/>
                        </a:rPr>
                        <a:t>172.16.0.1 - 172.16.0.10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172.16.255.255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rowSpan="9">
                  <a:txBody>
                    <a:bodyPr/>
                    <a:lstStyle/>
                    <a:p>
                      <a:pPr algn="ctr" fontAlgn="ctr">
                        <a:buNone/>
                      </a:pPr>
                      <a:r>
                        <a:rPr lang="en-US" sz="900" b="1">
                          <a:effectLst/>
                          <a:latin typeface="Arial" panose="020B0604020202020204" pitchFamily="34" charset="0"/>
                        </a:rPr>
                        <a:t>IPV6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ctr" fontAlgn="ctr">
                        <a:buNone/>
                      </a:pPr>
                      <a:r>
                        <a:rPr lang="en-US" sz="900">
                          <a:effectLst/>
                          <a:latin typeface="Arial" panose="020B0604020202020204" pitchFamily="34" charset="0"/>
                        </a:rPr>
                        <a:t>2001:db8:abcd:0000::/64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2001:db8:abcd:0000::1 - 2001:db8:abcd:0000::10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342048646"/>
                  </a:ext>
                </a:extLst>
              </a:tr>
              <a:tr h="371475">
                <a:tc>
                  <a:txBody>
                    <a:bodyPr/>
                    <a:lstStyle/>
                    <a:p>
                      <a:pPr algn="ctr" fontAlgn="ctr">
                        <a:buNone/>
                      </a:pPr>
                      <a:r>
                        <a:rPr lang="en-US" sz="900">
                          <a:effectLst/>
                          <a:latin typeface="Arial" panose="020B0604020202020204" pitchFamily="34" charset="0"/>
                        </a:rPr>
                        <a:t>192.168.0.1 - 192.168.0.30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192.168.0.31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vMerge="1">
                  <a:txBody>
                    <a:bodyPr/>
                    <a:lstStyle/>
                    <a:p>
                      <a:endParaRPr lang="en-US"/>
                    </a:p>
                  </a:txBody>
                  <a:tcPr/>
                </a:tc>
                <a:tc>
                  <a:txBody>
                    <a:bodyPr/>
                    <a:lstStyle/>
                    <a:p>
                      <a:pPr algn="ctr" fontAlgn="ctr">
                        <a:buNone/>
                      </a:pPr>
                      <a:r>
                        <a:rPr lang="en-US" sz="900">
                          <a:effectLst/>
                          <a:latin typeface="Arial" panose="020B0604020202020204" pitchFamily="34" charset="0"/>
                        </a:rPr>
                        <a:t>2001:db8:abcd:0001::/64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2001:db8:abcd:0001::1 -  2001:db8:abcd:0001::10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501281268"/>
                  </a:ext>
                </a:extLst>
              </a:tr>
              <a:tr h="371475">
                <a:tc>
                  <a:txBody>
                    <a:bodyPr/>
                    <a:lstStyle/>
                    <a:p>
                      <a:pPr algn="ctr" fontAlgn="ctr">
                        <a:buNone/>
                      </a:pPr>
                      <a:r>
                        <a:rPr lang="en-US" sz="900">
                          <a:effectLst/>
                          <a:latin typeface="Arial" panose="020B0604020202020204" pitchFamily="34" charset="0"/>
                        </a:rPr>
                        <a:t>192.168.0.33 - 192.168.0.62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192.168.0.63</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vMerge="1">
                  <a:txBody>
                    <a:bodyPr/>
                    <a:lstStyle/>
                    <a:p>
                      <a:endParaRPr lang="en-US"/>
                    </a:p>
                  </a:txBody>
                  <a:tcPr/>
                </a:tc>
                <a:tc>
                  <a:txBody>
                    <a:bodyPr/>
                    <a:lstStyle/>
                    <a:p>
                      <a:pPr algn="ctr" fontAlgn="ctr">
                        <a:buNone/>
                      </a:pPr>
                      <a:r>
                        <a:rPr lang="en-US" sz="900">
                          <a:effectLst/>
                          <a:latin typeface="Arial" panose="020B0604020202020204" pitchFamily="34" charset="0"/>
                        </a:rPr>
                        <a:t>2001:db8:abcd:0002::/64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2001:db8:abcd:0002::1 - 2001:db8:abcd:0002::10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671729682"/>
                  </a:ext>
                </a:extLst>
              </a:tr>
              <a:tr h="371475">
                <a:tc>
                  <a:txBody>
                    <a:bodyPr/>
                    <a:lstStyle/>
                    <a:p>
                      <a:pPr algn="ctr" fontAlgn="ctr">
                        <a:buNone/>
                      </a:pPr>
                      <a:r>
                        <a:rPr lang="en-US" sz="900">
                          <a:effectLst/>
                          <a:latin typeface="Arial" panose="020B0604020202020204" pitchFamily="34" charset="0"/>
                        </a:rPr>
                        <a:t>192.168.0.65 - 192.168.0.94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192.168.0.95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vMerge="1">
                  <a:txBody>
                    <a:bodyPr/>
                    <a:lstStyle/>
                    <a:p>
                      <a:endParaRPr lang="en-US"/>
                    </a:p>
                  </a:txBody>
                  <a:tcPr/>
                </a:tc>
                <a:tc>
                  <a:txBody>
                    <a:bodyPr/>
                    <a:lstStyle/>
                    <a:p>
                      <a:pPr algn="ctr" fontAlgn="ctr">
                        <a:buNone/>
                      </a:pPr>
                      <a:r>
                        <a:rPr lang="en-US" sz="900">
                          <a:effectLst/>
                          <a:latin typeface="Arial" panose="020B0604020202020204" pitchFamily="34" charset="0"/>
                        </a:rPr>
                        <a:t>2001:db8:abcd:0003::/64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2001:db8:abcd:0003::1 - 2001:db8:abcd:0003::10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1849342454"/>
                  </a:ext>
                </a:extLst>
              </a:tr>
              <a:tr h="371475">
                <a:tc>
                  <a:txBody>
                    <a:bodyPr/>
                    <a:lstStyle/>
                    <a:p>
                      <a:pPr algn="ctr" fontAlgn="ctr">
                        <a:buNone/>
                      </a:pPr>
                      <a:r>
                        <a:rPr lang="en-US" sz="900">
                          <a:effectLst/>
                          <a:latin typeface="Arial" panose="020B0604020202020204" pitchFamily="34" charset="0"/>
                        </a:rPr>
                        <a:t>192.168.0.97 - 192.168.0.126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192.168.0.127</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vMerge="1">
                  <a:txBody>
                    <a:bodyPr/>
                    <a:lstStyle/>
                    <a:p>
                      <a:endParaRPr lang="en-US"/>
                    </a:p>
                  </a:txBody>
                  <a:tcPr/>
                </a:tc>
                <a:tc>
                  <a:txBody>
                    <a:bodyPr/>
                    <a:lstStyle/>
                    <a:p>
                      <a:pPr algn="ctr" fontAlgn="ctr">
                        <a:buNone/>
                      </a:pPr>
                      <a:r>
                        <a:rPr lang="en-US" sz="900">
                          <a:effectLst/>
                          <a:latin typeface="Arial" panose="020B0604020202020204" pitchFamily="34" charset="0"/>
                        </a:rPr>
                        <a:t>2001:db8:abcd:0004::/64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2001:db8:abcd:0004::1 - 2001:db8:abcd:0004::10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2261436818"/>
                  </a:ext>
                </a:extLst>
              </a:tr>
              <a:tr h="400050">
                <a:tc>
                  <a:txBody>
                    <a:bodyPr/>
                    <a:lstStyle/>
                    <a:p>
                      <a:pPr algn="ctr" fontAlgn="ctr">
                        <a:buNone/>
                      </a:pPr>
                      <a:r>
                        <a:rPr lang="en-US" sz="900">
                          <a:effectLst/>
                          <a:latin typeface="Arial" panose="020B0604020202020204" pitchFamily="34" charset="0"/>
                        </a:rPr>
                        <a:t>192.168.0.161 - 192.168.0.190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192.168.0.191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vMerge="1">
                  <a:txBody>
                    <a:bodyPr/>
                    <a:lstStyle/>
                    <a:p>
                      <a:endParaRPr lang="en-US"/>
                    </a:p>
                  </a:txBody>
                  <a:tcPr/>
                </a:tc>
                <a:tc>
                  <a:txBody>
                    <a:bodyPr/>
                    <a:lstStyle/>
                    <a:p>
                      <a:pPr algn="ctr" fontAlgn="ctr">
                        <a:buNone/>
                      </a:pPr>
                      <a:r>
                        <a:rPr lang="en-US" sz="900">
                          <a:effectLst/>
                          <a:latin typeface="Arial" panose="020B0604020202020204" pitchFamily="34" charset="0"/>
                        </a:rPr>
                        <a:t>2001:db8:abcd:0005::/64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2001:db8:abcd:0005::1 - 2001:db8:abcd:0005::10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481120050"/>
                  </a:ext>
                </a:extLst>
              </a:tr>
              <a:tr h="381000">
                <a:tc>
                  <a:txBody>
                    <a:bodyPr/>
                    <a:lstStyle/>
                    <a:p>
                      <a:pPr algn="ctr" fontAlgn="ctr">
                        <a:buNone/>
                      </a:pPr>
                      <a:r>
                        <a:rPr lang="en-US" sz="900">
                          <a:effectLst/>
                          <a:latin typeface="Arial" panose="020B0604020202020204" pitchFamily="34" charset="0"/>
                        </a:rPr>
                        <a:t>192.168.0.193 - 192.168.0.222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192.168.0.223</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vMerge="1">
                  <a:txBody>
                    <a:bodyPr/>
                    <a:lstStyle/>
                    <a:p>
                      <a:endParaRPr lang="en-US"/>
                    </a:p>
                  </a:txBody>
                  <a:tcPr/>
                </a:tc>
                <a:tc>
                  <a:txBody>
                    <a:bodyPr/>
                    <a:lstStyle/>
                    <a:p>
                      <a:pPr algn="ctr" fontAlgn="ctr">
                        <a:buNone/>
                      </a:pPr>
                      <a:r>
                        <a:rPr lang="en-US" sz="900">
                          <a:effectLst/>
                          <a:latin typeface="Arial" panose="020B0604020202020204" pitchFamily="34" charset="0"/>
                        </a:rPr>
                        <a:t>2001:db8:abcd:0006::/64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2001:db8:abcd:0006::1 - 2001:db8:abcd:0006::10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1557928331"/>
                  </a:ext>
                </a:extLst>
              </a:tr>
              <a:tr h="381000">
                <a:tc>
                  <a:txBody>
                    <a:bodyPr/>
                    <a:lstStyle/>
                    <a:p>
                      <a:pPr algn="ctr" fontAlgn="ctr">
                        <a:buNone/>
                      </a:pPr>
                      <a:r>
                        <a:rPr lang="en-US" sz="900">
                          <a:effectLst/>
                          <a:latin typeface="Arial" panose="020B0604020202020204" pitchFamily="34" charset="0"/>
                        </a:rPr>
                        <a:t>192.168.0.225 - 192.168.0.254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192.168.0.255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vMerge="1">
                  <a:txBody>
                    <a:bodyPr/>
                    <a:lstStyle/>
                    <a:p>
                      <a:endParaRPr lang="en-US"/>
                    </a:p>
                  </a:txBody>
                  <a:tcPr/>
                </a:tc>
                <a:tc>
                  <a:txBody>
                    <a:bodyPr/>
                    <a:lstStyle/>
                    <a:p>
                      <a:pPr algn="ctr" fontAlgn="ctr">
                        <a:buNone/>
                      </a:pPr>
                      <a:r>
                        <a:rPr lang="en-US" sz="900">
                          <a:effectLst/>
                          <a:latin typeface="Arial" panose="020B0604020202020204" pitchFamily="34" charset="0"/>
                        </a:rPr>
                        <a:t>2001:db8:abcd:0007::/64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2001:db8:abcd:0007::1 - 2001:db8:abcd:0007::10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61297566"/>
                  </a:ext>
                </a:extLst>
              </a:tr>
              <a:tr h="381000">
                <a:tc>
                  <a:txBody>
                    <a:bodyPr/>
                    <a:lstStyle/>
                    <a:p>
                      <a:pPr algn="ctr" fontAlgn="ctr">
                        <a:buNone/>
                      </a:pPr>
                      <a:r>
                        <a:rPr lang="en-US" sz="900">
                          <a:effectLst/>
                          <a:latin typeface="Arial" panose="020B0604020202020204" pitchFamily="34" charset="0"/>
                        </a:rPr>
                        <a:t>192.168.0.129 - 192.168.0.158</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192.168.0.159</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vMerge="1">
                  <a:txBody>
                    <a:bodyPr/>
                    <a:lstStyle/>
                    <a:p>
                      <a:endParaRPr lang="en-US"/>
                    </a:p>
                  </a:txBody>
                  <a:tcPr/>
                </a:tc>
                <a:tc>
                  <a:txBody>
                    <a:bodyPr/>
                    <a:lstStyle/>
                    <a:p>
                      <a:pPr algn="ctr" fontAlgn="ctr">
                        <a:buNone/>
                      </a:pPr>
                      <a:r>
                        <a:rPr lang="en-US" sz="900">
                          <a:effectLst/>
                          <a:latin typeface="Arial" panose="020B0604020202020204" pitchFamily="34" charset="0"/>
                        </a:rPr>
                        <a:t>2001:db8:abcd:0008::/64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900">
                          <a:effectLst/>
                          <a:latin typeface="Arial" panose="020B0604020202020204" pitchFamily="34" charset="0"/>
                        </a:rPr>
                        <a:t>2001:db8:abcd:0008::1 - 2001:db8:abcd:0008::10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1810361530"/>
                  </a:ext>
                </a:extLst>
              </a:tr>
            </a:tbl>
          </a:graphicData>
        </a:graphic>
      </p:graphicFrame>
    </p:spTree>
    <p:extLst>
      <p:ext uri="{BB962C8B-B14F-4D97-AF65-F5344CB8AC3E}">
        <p14:creationId xmlns:p14="http://schemas.microsoft.com/office/powerpoint/2010/main" val="155587241"/>
      </p:ext>
    </p:extLst>
  </p:cSld>
  <p:clrMapOvr>
    <a:masterClrMapping/>
  </p:clrMapOvr>
  <p:transition spd="med">
    <p:pull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9900" y="400050"/>
            <a:ext cx="9503461" cy="1121461"/>
          </a:xfrm>
          <a:prstGeom prst="rect">
            <a:avLst/>
          </a:prstGeom>
        </p:spPr>
        <p:txBody>
          <a:bodyPr vert="horz" wrap="square" lIns="0" tIns="13335" rIns="0" bIns="0" rtlCol="0">
            <a:spAutoFit/>
          </a:bodyPr>
          <a:lstStyle/>
          <a:p>
            <a:pPr marL="12700">
              <a:spcBef>
                <a:spcPts val="105"/>
              </a:spcBef>
            </a:pPr>
            <a:r>
              <a:rPr lang="hu-HU" sz="3600" b="1" u="sng" dirty="0">
                <a:solidFill>
                  <a:schemeClr val="tx1"/>
                </a:solidFill>
                <a:latin typeface="Bookman Old Style"/>
              </a:rPr>
              <a:t>Emelet1_SW</a:t>
            </a:r>
            <a:br>
              <a:rPr lang="hu-HU" sz="3600" u="sng" dirty="0">
                <a:solidFill>
                  <a:schemeClr val="tx1"/>
                </a:solidFill>
                <a:latin typeface="Bookman Old Style"/>
              </a:rPr>
            </a:br>
            <a:r>
              <a:rPr sz="3600" u="sng" dirty="0" err="1">
                <a:solidFill>
                  <a:schemeClr val="tx1"/>
                </a:solidFill>
                <a:latin typeface="Bookman Old Style"/>
              </a:rPr>
              <a:t>Etherchannel</a:t>
            </a:r>
            <a:r>
              <a:rPr lang="hu-HU" sz="3600" u="sng" dirty="0">
                <a:solidFill>
                  <a:schemeClr val="tx1"/>
                </a:solidFill>
                <a:latin typeface="Bookman Old Style"/>
              </a:rPr>
              <a:t>,</a:t>
            </a:r>
            <a:r>
              <a:rPr lang="hu-HU" sz="3600" u="sng" spc="-60" dirty="0">
                <a:solidFill>
                  <a:schemeClr val="tx1"/>
                </a:solidFill>
                <a:latin typeface="Bookman Old Style"/>
              </a:rPr>
              <a:t> R</a:t>
            </a:r>
            <a:r>
              <a:rPr lang="hu-HU" sz="3600" u="sng" spc="-10" dirty="0">
                <a:solidFill>
                  <a:schemeClr val="tx1"/>
                </a:solidFill>
                <a:latin typeface="Bookman Old Style"/>
              </a:rPr>
              <a:t>PVST+</a:t>
            </a:r>
            <a:endParaRPr lang="en-US" sz="3600" u="sng" spc="-10">
              <a:solidFill>
                <a:schemeClr val="tx1"/>
              </a:solidFill>
              <a:latin typeface="Bookman Old Style"/>
            </a:endParaRPr>
          </a:p>
        </p:txBody>
      </p:sp>
      <p:sp>
        <p:nvSpPr>
          <p:cNvPr id="6" name="Élőláb helye 1">
            <a:extLst>
              <a:ext uri="{FF2B5EF4-FFF2-40B4-BE49-F238E27FC236}">
                <a16:creationId xmlns:a16="http://schemas.microsoft.com/office/drawing/2014/main" id="{2E9A4232-0721-4C91-AD47-67F5A715F346}"/>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dirty="0">
                <a:solidFill>
                  <a:schemeClr val="tx1"/>
                </a:solidFill>
                <a:latin typeface="Bookman Old Style"/>
              </a:rPr>
              <a:t>2025-2026</a:t>
            </a:r>
            <a:endParaRPr lang="hu-HU" sz="1600" spc="-20">
              <a:solidFill>
                <a:schemeClr val="tx1"/>
              </a:solidFill>
              <a:latin typeface="Bookman Old Style"/>
            </a:endParaRPr>
          </a:p>
        </p:txBody>
      </p:sp>
      <p:sp>
        <p:nvSpPr>
          <p:cNvPr id="3" name="TextBox 2">
            <a:extLst>
              <a:ext uri="{FF2B5EF4-FFF2-40B4-BE49-F238E27FC236}">
                <a16:creationId xmlns:a16="http://schemas.microsoft.com/office/drawing/2014/main" id="{55A54CA4-F1D3-E696-2D87-B0043FC98321}"/>
              </a:ext>
            </a:extLst>
          </p:cNvPr>
          <p:cNvSpPr txBox="1"/>
          <p:nvPr/>
        </p:nvSpPr>
        <p:spPr>
          <a:xfrm>
            <a:off x="467410" y="1736080"/>
            <a:ext cx="50419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rPr>
              <a:t>interface Port-channel1</a:t>
            </a:r>
          </a:p>
          <a:p>
            <a:r>
              <a:rPr lang="en-US">
                <a:latin typeface="Bookman Old Style"/>
              </a:rPr>
              <a:t>switchport mode trunk</a:t>
            </a:r>
          </a:p>
          <a:p>
            <a:endParaRPr lang="en-US" dirty="0">
              <a:latin typeface="Bookman Old Style"/>
            </a:endParaRPr>
          </a:p>
          <a:p>
            <a:r>
              <a:rPr lang="en-US" dirty="0">
                <a:latin typeface="Bookman Old Style"/>
              </a:rPr>
              <a:t>interface Port-channel2</a:t>
            </a:r>
          </a:p>
          <a:p>
            <a:r>
              <a:rPr lang="en-US">
                <a:latin typeface="Bookman Old Style"/>
              </a:rPr>
              <a:t>switchport mode trunk</a:t>
            </a:r>
          </a:p>
          <a:p>
            <a:pPr algn="ctr"/>
            <a:endParaRPr lang="en-US" dirty="0">
              <a:latin typeface="Bookman Old Style"/>
            </a:endParaRPr>
          </a:p>
          <a:p>
            <a:endParaRPr lang="en-US" dirty="0">
              <a:latin typeface="Bookman Old Style"/>
            </a:endParaRPr>
          </a:p>
        </p:txBody>
      </p:sp>
      <p:sp>
        <p:nvSpPr>
          <p:cNvPr id="4" name="TextBox 3">
            <a:extLst>
              <a:ext uri="{FF2B5EF4-FFF2-40B4-BE49-F238E27FC236}">
                <a16:creationId xmlns:a16="http://schemas.microsoft.com/office/drawing/2014/main" id="{5DE7ABC1-EE7C-0462-932F-198FBD48F632}"/>
              </a:ext>
            </a:extLst>
          </p:cNvPr>
          <p:cNvSpPr txBox="1"/>
          <p:nvPr/>
        </p:nvSpPr>
        <p:spPr>
          <a:xfrm>
            <a:off x="465183" y="3765977"/>
            <a:ext cx="50419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800" baseline="0">
                <a:solidFill>
                  <a:srgbClr val="FFFFFF"/>
                </a:solidFill>
                <a:latin typeface="Bookman Old Style"/>
                <a:ea typeface="Segoe UI"/>
                <a:cs typeface="Segoe UI"/>
              </a:rPr>
              <a:t>spanning-tree mode pvst</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spanning-tree extend system-id</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spanning-tree vlan 10,20,30,99 priority 28672</a:t>
            </a:r>
            <a:r>
              <a:rPr lang="en-US" sz="1800">
                <a:solidFill>
                  <a:srgbClr val="FFFFFF"/>
                </a:solidFill>
                <a:latin typeface="Bookman Old Style"/>
                <a:ea typeface="Segoe UI"/>
                <a:cs typeface="Segoe UI"/>
              </a:rPr>
              <a:t>​</a:t>
            </a:r>
          </a:p>
          <a:p>
            <a:pPr algn="ctr" rtl="0"/>
            <a:r>
              <a:rPr lang="en-US" sz="1800">
                <a:solidFill>
                  <a:srgbClr val="FFFFFF"/>
                </a:solidFill>
                <a:latin typeface="Bookman Old Style"/>
                <a:ea typeface="Segoe UI"/>
                <a:cs typeface="Segoe UI"/>
              </a:rPr>
              <a:t>​</a:t>
            </a:r>
          </a:p>
          <a:p>
            <a:pPr algn="ctr"/>
            <a:endParaRPr lang="en-US">
              <a:latin typeface="Bookman Old Style"/>
            </a:endParaRPr>
          </a:p>
        </p:txBody>
      </p:sp>
      <p:sp>
        <p:nvSpPr>
          <p:cNvPr id="5" name="TextBox 4">
            <a:extLst>
              <a:ext uri="{FF2B5EF4-FFF2-40B4-BE49-F238E27FC236}">
                <a16:creationId xmlns:a16="http://schemas.microsoft.com/office/drawing/2014/main" id="{B6E22C5D-62FD-D8D8-1026-8FC1E74294E9}"/>
              </a:ext>
            </a:extLst>
          </p:cNvPr>
          <p:cNvSpPr txBox="1"/>
          <p:nvPr/>
        </p:nvSpPr>
        <p:spPr>
          <a:xfrm>
            <a:off x="6022439" y="1100382"/>
            <a:ext cx="504190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800" baseline="0">
                <a:solidFill>
                  <a:srgbClr val="FFFFFF"/>
                </a:solidFill>
                <a:latin typeface="Bookman Old Style"/>
                <a:ea typeface="Segoe UI"/>
                <a:cs typeface="Segoe UI"/>
              </a:rPr>
              <a:t>interface GigabitEthernet1/0/11</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switchport mode trunk</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channel-group 1 mode active</a:t>
            </a:r>
            <a:r>
              <a:rPr lang="en-US" sz="1800">
                <a:solidFill>
                  <a:srgbClr val="FFFFFF"/>
                </a:solidFill>
                <a:latin typeface="Bookman Old Style"/>
                <a:ea typeface="Segoe UI"/>
                <a:cs typeface="Segoe UI"/>
              </a:rPr>
              <a:t>​</a:t>
            </a:r>
          </a:p>
          <a:p>
            <a:pPr rtl="0"/>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Interface GigabitEthernet1/0/12</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switchport mode trunk</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channel-group 1 mode active</a:t>
            </a:r>
            <a:r>
              <a:rPr lang="en-US" sz="1800">
                <a:solidFill>
                  <a:srgbClr val="FFFFFF"/>
                </a:solidFill>
                <a:latin typeface="Bookman Old Style"/>
                <a:ea typeface="Segoe UI"/>
                <a:cs typeface="Segoe UI"/>
              </a:rPr>
              <a:t>​</a:t>
            </a:r>
          </a:p>
          <a:p>
            <a:pPr rtl="0"/>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interface GigabitEthernet1/0/15</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switchport mode trunk</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channel-group 3 mode passive</a:t>
            </a:r>
            <a:r>
              <a:rPr lang="en-US" sz="1800">
                <a:solidFill>
                  <a:srgbClr val="FFFFFF"/>
                </a:solidFill>
                <a:latin typeface="Bookman Old Style"/>
                <a:ea typeface="Segoe UI"/>
                <a:cs typeface="Segoe UI"/>
              </a:rPr>
              <a:t>​</a:t>
            </a:r>
          </a:p>
          <a:p>
            <a:pPr rtl="0"/>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interface GigabitEthernet1/0/16</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switchport mode trunk</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channel-group 3 mode passive</a:t>
            </a:r>
            <a:r>
              <a:rPr lang="en-US" sz="1800">
                <a:solidFill>
                  <a:srgbClr val="FFFFFF"/>
                </a:solidFill>
                <a:latin typeface="Bookman Old Style"/>
                <a:ea typeface="Segoe UI"/>
                <a:cs typeface="Segoe UI"/>
              </a:rPr>
              <a:t>​</a:t>
            </a:r>
          </a:p>
          <a:p>
            <a:pPr rtl="0"/>
            <a:r>
              <a:rPr lang="en-US" sz="1800">
                <a:solidFill>
                  <a:srgbClr val="FFFFFF"/>
                </a:solidFill>
                <a:latin typeface="Bookman Old Style"/>
                <a:ea typeface="Segoe UI"/>
                <a:cs typeface="Segoe UI"/>
              </a:rPr>
              <a:t>​</a:t>
            </a:r>
          </a:p>
          <a:p>
            <a:pPr algn="ctr" rtl="0"/>
            <a:r>
              <a:rPr lang="en-US" sz="1800">
                <a:solidFill>
                  <a:srgbClr val="FFFFFF"/>
                </a:solidFill>
                <a:latin typeface="Bookman Old Style"/>
                <a:ea typeface="Segoe UI"/>
                <a:cs typeface="Segoe UI"/>
              </a:rPr>
              <a:t>​</a:t>
            </a:r>
          </a:p>
          <a:p>
            <a:pPr algn="ctr"/>
            <a:endParaRPr lang="en-US">
              <a:latin typeface="Bookman Old Style"/>
            </a:endParaRPr>
          </a:p>
        </p:txBody>
      </p:sp>
      <p:sp>
        <p:nvSpPr>
          <p:cNvPr id="7" name="Rectangle 6">
            <a:extLst>
              <a:ext uri="{FF2B5EF4-FFF2-40B4-BE49-F238E27FC236}">
                <a16:creationId xmlns:a16="http://schemas.microsoft.com/office/drawing/2014/main" id="{B7ACC7B9-1603-5CE3-BEEA-5FF348E6E587}"/>
              </a:ext>
            </a:extLst>
          </p:cNvPr>
          <p:cNvSpPr/>
          <p:nvPr/>
        </p:nvSpPr>
        <p:spPr>
          <a:xfrm>
            <a:off x="469031" y="1736259"/>
            <a:ext cx="2847221" cy="1398923"/>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54FB06FA-F4ED-1055-2571-1EFB156A8B93}"/>
              </a:ext>
            </a:extLst>
          </p:cNvPr>
          <p:cNvSpPr/>
          <p:nvPr/>
        </p:nvSpPr>
        <p:spPr>
          <a:xfrm>
            <a:off x="469099" y="3763134"/>
            <a:ext cx="4569046" cy="1250616"/>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A00B6992-6AAB-F21F-5CE6-AEFBD1899F94}"/>
              </a:ext>
            </a:extLst>
          </p:cNvPr>
          <p:cNvSpPr/>
          <p:nvPr/>
        </p:nvSpPr>
        <p:spPr>
          <a:xfrm>
            <a:off x="6021796" y="1060633"/>
            <a:ext cx="3885259" cy="421677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transition spd="med" advTm="3000">
    <p:pull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9900" y="400050"/>
            <a:ext cx="9503461" cy="1121461"/>
          </a:xfrm>
          <a:prstGeom prst="rect">
            <a:avLst/>
          </a:prstGeom>
        </p:spPr>
        <p:txBody>
          <a:bodyPr vert="horz" wrap="square" lIns="0" tIns="13335" rIns="0" bIns="0" rtlCol="0">
            <a:spAutoFit/>
          </a:bodyPr>
          <a:lstStyle/>
          <a:p>
            <a:pPr marL="12700">
              <a:spcBef>
                <a:spcPts val="105"/>
              </a:spcBef>
            </a:pPr>
            <a:r>
              <a:rPr lang="hu-HU" sz="3600" b="1" u="sng" dirty="0">
                <a:solidFill>
                  <a:schemeClr val="tx1"/>
                </a:solidFill>
                <a:latin typeface="Bookman Old Style"/>
              </a:rPr>
              <a:t>Emelet2_SW</a:t>
            </a:r>
            <a:br>
              <a:rPr lang="hu-HU" sz="3600" u="sng" dirty="0">
                <a:solidFill>
                  <a:schemeClr val="tx1"/>
                </a:solidFill>
                <a:latin typeface="Bookman Old Style"/>
              </a:rPr>
            </a:br>
            <a:r>
              <a:rPr sz="3600" u="sng" dirty="0" err="1">
                <a:solidFill>
                  <a:schemeClr val="tx1"/>
                </a:solidFill>
                <a:latin typeface="Bookman Old Style"/>
              </a:rPr>
              <a:t>Etherchannel</a:t>
            </a:r>
            <a:r>
              <a:rPr lang="hu-HU" sz="3600" u="sng" dirty="0">
                <a:solidFill>
                  <a:schemeClr val="tx1"/>
                </a:solidFill>
                <a:latin typeface="Bookman Old Style"/>
              </a:rPr>
              <a:t>,</a:t>
            </a:r>
            <a:r>
              <a:rPr lang="hu-HU" sz="3600" u="sng" spc="-60" dirty="0">
                <a:solidFill>
                  <a:schemeClr val="tx1"/>
                </a:solidFill>
                <a:latin typeface="Bookman Old Style"/>
              </a:rPr>
              <a:t> </a:t>
            </a:r>
            <a:r>
              <a:rPr lang="hu-HU" sz="3600" u="sng" spc="-60" dirty="0">
                <a:solidFill>
                  <a:schemeClr val="tx1"/>
                </a:solidFill>
                <a:latin typeface="Bookman Old Style"/>
                <a:cs typeface="Segoe UI"/>
              </a:rPr>
              <a:t>RPVST+</a:t>
            </a:r>
            <a:endParaRPr lang="en-US" sz="3600" u="sng" spc="-60">
              <a:solidFill>
                <a:schemeClr val="tx1"/>
              </a:solidFill>
              <a:latin typeface="Bookman Old Style"/>
              <a:cs typeface="Segoe UI"/>
            </a:endParaRPr>
          </a:p>
        </p:txBody>
      </p:sp>
      <p:sp>
        <p:nvSpPr>
          <p:cNvPr id="6" name="Élőláb helye 1">
            <a:extLst>
              <a:ext uri="{FF2B5EF4-FFF2-40B4-BE49-F238E27FC236}">
                <a16:creationId xmlns:a16="http://schemas.microsoft.com/office/drawing/2014/main" id="{1502411C-22E4-4909-B451-D7A7E7C0C263}"/>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a:endParaRPr>
          </a:p>
        </p:txBody>
      </p:sp>
      <p:sp>
        <p:nvSpPr>
          <p:cNvPr id="3" name="TextBox 2">
            <a:extLst>
              <a:ext uri="{FF2B5EF4-FFF2-40B4-BE49-F238E27FC236}">
                <a16:creationId xmlns:a16="http://schemas.microsoft.com/office/drawing/2014/main" id="{0C7D0786-5060-B261-B623-D61A698E739D}"/>
              </a:ext>
            </a:extLst>
          </p:cNvPr>
          <p:cNvSpPr txBox="1"/>
          <p:nvPr/>
        </p:nvSpPr>
        <p:spPr>
          <a:xfrm>
            <a:off x="472215" y="1700789"/>
            <a:ext cx="50419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cs typeface="Segoe UI"/>
              </a:rPr>
              <a:t>interface Port-channel1</a:t>
            </a:r>
            <a:endParaRPr lang="en-US" dirty="0">
              <a:latin typeface="Bookman Old Style"/>
            </a:endParaRPr>
          </a:p>
          <a:p>
            <a:r>
              <a:rPr lang="en-US">
                <a:latin typeface="Bookman Old Style"/>
                <a:cs typeface="Segoe UI"/>
              </a:rPr>
              <a:t>switchport mode trunk</a:t>
            </a:r>
            <a:endParaRPr lang="en-US">
              <a:latin typeface="Bookman Old Style"/>
            </a:endParaRPr>
          </a:p>
          <a:p>
            <a:endParaRPr lang="en-US" dirty="0">
              <a:latin typeface="Bookman Old Style"/>
              <a:cs typeface="Segoe UI"/>
            </a:endParaRPr>
          </a:p>
          <a:p>
            <a:r>
              <a:rPr lang="en-US" dirty="0">
                <a:latin typeface="Bookman Old Style"/>
                <a:cs typeface="Segoe UI"/>
              </a:rPr>
              <a:t>interface Port-channel2</a:t>
            </a:r>
          </a:p>
          <a:p>
            <a:r>
              <a:rPr lang="en-US">
                <a:latin typeface="Bookman Old Style"/>
                <a:cs typeface="Segoe UI"/>
              </a:rPr>
              <a:t>switchport mode trunk</a:t>
            </a:r>
            <a:endParaRPr lang="en-US">
              <a:latin typeface="Bookman Old Style"/>
            </a:endParaRPr>
          </a:p>
          <a:p>
            <a:endParaRPr lang="en-US" dirty="0">
              <a:latin typeface="Bookman Old Style"/>
              <a:cs typeface="Segoe UI"/>
            </a:endParaRPr>
          </a:p>
          <a:p>
            <a:endParaRPr lang="en-US" dirty="0">
              <a:latin typeface="Bookman Old Style"/>
            </a:endParaRPr>
          </a:p>
        </p:txBody>
      </p:sp>
      <p:sp>
        <p:nvSpPr>
          <p:cNvPr id="4" name="TextBox 3">
            <a:extLst>
              <a:ext uri="{FF2B5EF4-FFF2-40B4-BE49-F238E27FC236}">
                <a16:creationId xmlns:a16="http://schemas.microsoft.com/office/drawing/2014/main" id="{8DE6ABCF-237F-BEEB-FB80-A66AB9E1C279}"/>
              </a:ext>
            </a:extLst>
          </p:cNvPr>
          <p:cNvSpPr txBox="1"/>
          <p:nvPr/>
        </p:nvSpPr>
        <p:spPr>
          <a:xfrm>
            <a:off x="5922159" y="958328"/>
            <a:ext cx="504190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Segoe UI"/>
                <a:cs typeface="Segoe UI"/>
              </a:rPr>
              <a:t>interface GigabitEthernet1/0/11</a:t>
            </a:r>
            <a:endParaRPr lang="en-US">
              <a:latin typeface="Bookman Old Style"/>
            </a:endParaRPr>
          </a:p>
          <a:p>
            <a:r>
              <a:rPr lang="en-US" dirty="0">
                <a:latin typeface="Bookman Old Style"/>
                <a:ea typeface="Segoe UI"/>
                <a:cs typeface="Segoe UI"/>
              </a:rPr>
              <a:t>switchport </a:t>
            </a:r>
            <a:r>
              <a:rPr lang="en-US">
                <a:latin typeface="Bookman Old Style"/>
                <a:ea typeface="Segoe UI"/>
                <a:cs typeface="Segoe UI"/>
              </a:rPr>
              <a:t>mode trunk</a:t>
            </a:r>
          </a:p>
          <a:p>
            <a:r>
              <a:rPr lang="en-US">
                <a:latin typeface="Bookman Old Style"/>
                <a:ea typeface="Segoe UI"/>
                <a:cs typeface="Segoe UI"/>
              </a:rPr>
              <a:t>channel-group 1 mode active</a:t>
            </a:r>
          </a:p>
          <a:p>
            <a:endParaRPr lang="en-US" dirty="0">
              <a:latin typeface="Bookman Old Style"/>
              <a:ea typeface="Segoe UI"/>
              <a:cs typeface="Segoe UI"/>
            </a:endParaRPr>
          </a:p>
          <a:p>
            <a:r>
              <a:rPr lang="en-US">
                <a:latin typeface="Bookman Old Style"/>
                <a:ea typeface="Segoe UI"/>
                <a:cs typeface="Segoe UI"/>
              </a:rPr>
              <a:t>Interface GigabitEthernet1/0/12</a:t>
            </a:r>
          </a:p>
          <a:p>
            <a:r>
              <a:rPr lang="en-US" dirty="0">
                <a:latin typeface="Bookman Old Style"/>
                <a:ea typeface="Segoe UI"/>
                <a:cs typeface="Segoe UI"/>
              </a:rPr>
              <a:t>switchport </a:t>
            </a:r>
            <a:r>
              <a:rPr lang="en-US">
                <a:latin typeface="Bookman Old Style"/>
                <a:ea typeface="Segoe UI"/>
                <a:cs typeface="Segoe UI"/>
              </a:rPr>
              <a:t>mode trunk</a:t>
            </a:r>
          </a:p>
          <a:p>
            <a:r>
              <a:rPr lang="en-US">
                <a:latin typeface="Bookman Old Style"/>
                <a:ea typeface="Segoe UI"/>
                <a:cs typeface="Segoe UI"/>
              </a:rPr>
              <a:t>channel-group 1 mode </a:t>
            </a:r>
            <a:r>
              <a:rPr lang="en-US" dirty="0">
                <a:latin typeface="Bookman Old Style"/>
                <a:ea typeface="Segoe UI"/>
                <a:cs typeface="Segoe UI"/>
              </a:rPr>
              <a:t>active</a:t>
            </a:r>
            <a:endParaRPr lang="en-US">
              <a:latin typeface="Bookman Old Style"/>
              <a:cs typeface="Segoe UI"/>
            </a:endParaRPr>
          </a:p>
          <a:p>
            <a:endParaRPr lang="en-US" dirty="0">
              <a:latin typeface="Bookman Old Style"/>
              <a:cs typeface="Segoe UI"/>
            </a:endParaRPr>
          </a:p>
          <a:p>
            <a:r>
              <a:rPr lang="en-US" dirty="0">
                <a:latin typeface="Bookman Old Style"/>
                <a:cs typeface="Segoe UI"/>
              </a:rPr>
              <a:t>interface GigabitEthernet1/0/13</a:t>
            </a:r>
          </a:p>
          <a:p>
            <a:r>
              <a:rPr lang="en-US" dirty="0">
                <a:latin typeface="Bookman Old Style"/>
                <a:cs typeface="Segoe UI"/>
              </a:rPr>
              <a:t>switchport </a:t>
            </a:r>
            <a:r>
              <a:rPr lang="en-US">
                <a:latin typeface="Bookman Old Style"/>
                <a:cs typeface="Segoe UI"/>
              </a:rPr>
              <a:t>mode trunk</a:t>
            </a:r>
          </a:p>
          <a:p>
            <a:r>
              <a:rPr lang="en-US" dirty="0">
                <a:latin typeface="Bookman Old Style"/>
                <a:cs typeface="Segoe UI"/>
              </a:rPr>
              <a:t>channel-group 2 mode </a:t>
            </a:r>
            <a:r>
              <a:rPr lang="en-US">
                <a:latin typeface="Bookman Old Style"/>
                <a:cs typeface="Segoe UI"/>
              </a:rPr>
              <a:t>active</a:t>
            </a:r>
          </a:p>
          <a:p>
            <a:endParaRPr lang="en-US" dirty="0">
              <a:latin typeface="Bookman Old Style"/>
              <a:cs typeface="Segoe UI"/>
            </a:endParaRPr>
          </a:p>
          <a:p>
            <a:r>
              <a:rPr lang="en-US" dirty="0">
                <a:latin typeface="Bookman Old Style"/>
                <a:cs typeface="Segoe UI"/>
              </a:rPr>
              <a:t>interface GigabitEthernet1/0/14</a:t>
            </a:r>
          </a:p>
          <a:p>
            <a:r>
              <a:rPr lang="en-US" dirty="0">
                <a:latin typeface="Bookman Old Style"/>
                <a:cs typeface="Segoe UI"/>
              </a:rPr>
              <a:t>switchport </a:t>
            </a:r>
            <a:r>
              <a:rPr lang="en-US">
                <a:latin typeface="Bookman Old Style"/>
                <a:cs typeface="Segoe UI"/>
              </a:rPr>
              <a:t>mode trunk</a:t>
            </a:r>
          </a:p>
          <a:p>
            <a:r>
              <a:rPr lang="en-US">
                <a:latin typeface="Bookman Old Style"/>
                <a:cs typeface="Segoe UI"/>
              </a:rPr>
              <a:t>channel-group 2 mode </a:t>
            </a:r>
            <a:r>
              <a:rPr lang="en-US" dirty="0">
                <a:latin typeface="Bookman Old Style"/>
                <a:cs typeface="Segoe UI"/>
              </a:rPr>
              <a:t>active</a:t>
            </a:r>
            <a:endParaRPr lang="en-US">
              <a:latin typeface="Bookman Old Style"/>
            </a:endParaRPr>
          </a:p>
          <a:p>
            <a:endParaRPr lang="en-US" dirty="0">
              <a:latin typeface="Bookman Old Style"/>
              <a:cs typeface="Segoe UI"/>
            </a:endParaRPr>
          </a:p>
          <a:p>
            <a:endParaRPr lang="en-US" dirty="0">
              <a:latin typeface="Bookman Old Style"/>
              <a:cs typeface="Segoe UI"/>
            </a:endParaRPr>
          </a:p>
          <a:p>
            <a:pPr algn="ctr"/>
            <a:endParaRPr lang="en-US">
              <a:latin typeface="Bookman Old Style"/>
            </a:endParaRPr>
          </a:p>
        </p:txBody>
      </p:sp>
      <p:sp>
        <p:nvSpPr>
          <p:cNvPr id="5" name="TextBox 4">
            <a:extLst>
              <a:ext uri="{FF2B5EF4-FFF2-40B4-BE49-F238E27FC236}">
                <a16:creationId xmlns:a16="http://schemas.microsoft.com/office/drawing/2014/main" id="{95671C68-940A-0AF9-B8EC-E393B490632F}"/>
              </a:ext>
            </a:extLst>
          </p:cNvPr>
          <p:cNvSpPr txBox="1"/>
          <p:nvPr/>
        </p:nvSpPr>
        <p:spPr>
          <a:xfrm>
            <a:off x="473539" y="3874607"/>
            <a:ext cx="50419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Segoe UI"/>
                <a:cs typeface="Segoe UI"/>
              </a:rPr>
              <a:t>spanning-tree mode </a:t>
            </a:r>
            <a:r>
              <a:rPr lang="en-US" dirty="0" err="1">
                <a:latin typeface="Bookman Old Style"/>
                <a:ea typeface="Segoe UI"/>
                <a:cs typeface="Segoe UI"/>
              </a:rPr>
              <a:t>pvst</a:t>
            </a:r>
            <a:endParaRPr lang="en-US" dirty="0" err="1">
              <a:latin typeface="Bookman Old Style"/>
            </a:endParaRPr>
          </a:p>
          <a:p>
            <a:r>
              <a:rPr lang="en-US" dirty="0">
                <a:latin typeface="Bookman Old Style"/>
                <a:ea typeface="Segoe UI"/>
                <a:cs typeface="Segoe UI"/>
              </a:rPr>
              <a:t>spanning-tree extend </a:t>
            </a:r>
            <a:r>
              <a:rPr lang="en-US">
                <a:latin typeface="Bookman Old Style"/>
                <a:ea typeface="Segoe UI"/>
                <a:cs typeface="Segoe UI"/>
              </a:rPr>
              <a:t>system-id</a:t>
            </a:r>
          </a:p>
          <a:p>
            <a:r>
              <a:rPr lang="en-US" dirty="0">
                <a:latin typeface="Bookman Old Style"/>
                <a:ea typeface="Segoe UI"/>
                <a:cs typeface="Segoe UI"/>
              </a:rPr>
              <a:t>spanning-tree </a:t>
            </a:r>
            <a:r>
              <a:rPr lang="en-US" dirty="0" err="1">
                <a:latin typeface="Bookman Old Style"/>
                <a:ea typeface="Segoe UI"/>
                <a:cs typeface="Segoe UI"/>
              </a:rPr>
              <a:t>vlan</a:t>
            </a:r>
            <a:r>
              <a:rPr lang="en-US" dirty="0">
                <a:latin typeface="Bookman Old Style"/>
                <a:ea typeface="Segoe UI"/>
                <a:cs typeface="Segoe UI"/>
              </a:rPr>
              <a:t> 10,20,30,99 priority 28672</a:t>
            </a:r>
            <a:endParaRPr lang="en-US">
              <a:latin typeface="Bookman Old Style"/>
            </a:endParaRPr>
          </a:p>
          <a:p>
            <a:pPr algn="ctr"/>
            <a:endParaRPr lang="en-US">
              <a:latin typeface="Bookman Old Style"/>
            </a:endParaRPr>
          </a:p>
        </p:txBody>
      </p:sp>
      <p:sp>
        <p:nvSpPr>
          <p:cNvPr id="8" name="Rectangle 7">
            <a:extLst>
              <a:ext uri="{FF2B5EF4-FFF2-40B4-BE49-F238E27FC236}">
                <a16:creationId xmlns:a16="http://schemas.microsoft.com/office/drawing/2014/main" id="{198CF9BC-A86C-5E8D-DEEA-9AD12C9C70C0}"/>
              </a:ext>
            </a:extLst>
          </p:cNvPr>
          <p:cNvSpPr/>
          <p:nvPr/>
        </p:nvSpPr>
        <p:spPr>
          <a:xfrm>
            <a:off x="469031" y="1736259"/>
            <a:ext cx="2847221" cy="1398923"/>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B4C5D214-6273-0B52-E172-6D2623097077}"/>
              </a:ext>
            </a:extLst>
          </p:cNvPr>
          <p:cNvSpPr/>
          <p:nvPr/>
        </p:nvSpPr>
        <p:spPr>
          <a:xfrm>
            <a:off x="469099" y="3878485"/>
            <a:ext cx="4569046" cy="1250616"/>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E8BDDCCC-C676-2180-4596-0CA0D4323615}"/>
              </a:ext>
            </a:extLst>
          </p:cNvPr>
          <p:cNvSpPr/>
          <p:nvPr/>
        </p:nvSpPr>
        <p:spPr>
          <a:xfrm>
            <a:off x="5922935" y="961761"/>
            <a:ext cx="3885259" cy="421677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304099507"/>
      </p:ext>
    </p:extLst>
  </p:cSld>
  <p:clrMapOvr>
    <a:masterClrMapping/>
  </p:clrMapOvr>
  <p:transition spd="med" advTm="3000">
    <p:pull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9900" y="400050"/>
            <a:ext cx="9503461" cy="1121461"/>
          </a:xfrm>
          <a:prstGeom prst="rect">
            <a:avLst/>
          </a:prstGeom>
        </p:spPr>
        <p:txBody>
          <a:bodyPr vert="horz" wrap="square" lIns="0" tIns="13335" rIns="0" bIns="0" rtlCol="0">
            <a:spAutoFit/>
          </a:bodyPr>
          <a:lstStyle/>
          <a:p>
            <a:pPr marL="12700">
              <a:spcBef>
                <a:spcPts val="105"/>
              </a:spcBef>
            </a:pPr>
            <a:r>
              <a:rPr lang="hu-HU" sz="3600" b="1" u="sng" dirty="0">
                <a:solidFill>
                  <a:schemeClr val="tx1"/>
                </a:solidFill>
                <a:latin typeface="Bookman Old Style"/>
              </a:rPr>
              <a:t>Emelet3_SW</a:t>
            </a:r>
            <a:br>
              <a:rPr lang="hu-HU" sz="3600" u="sng" dirty="0">
                <a:solidFill>
                  <a:schemeClr val="tx1"/>
                </a:solidFill>
                <a:latin typeface="Bookman Old Style"/>
              </a:rPr>
            </a:br>
            <a:r>
              <a:rPr sz="3600" u="sng" dirty="0" err="1">
                <a:solidFill>
                  <a:schemeClr val="tx1"/>
                </a:solidFill>
                <a:latin typeface="Bookman Old Style"/>
              </a:rPr>
              <a:t>Etherchannel</a:t>
            </a:r>
            <a:r>
              <a:rPr lang="hu-HU" sz="3600" u="sng" dirty="0">
                <a:solidFill>
                  <a:schemeClr val="tx1"/>
                </a:solidFill>
                <a:latin typeface="Bookman Old Style"/>
              </a:rPr>
              <a:t>,</a:t>
            </a:r>
            <a:r>
              <a:rPr lang="hu-HU" sz="3600" u="sng" spc="-60" dirty="0">
                <a:solidFill>
                  <a:schemeClr val="tx1"/>
                </a:solidFill>
                <a:latin typeface="Bookman Old Style"/>
              </a:rPr>
              <a:t> </a:t>
            </a:r>
            <a:r>
              <a:rPr lang="hu-HU" sz="3600" u="sng" dirty="0">
                <a:solidFill>
                  <a:schemeClr val="tx1"/>
                </a:solidFill>
                <a:latin typeface="Bookman Old Style"/>
              </a:rPr>
              <a:t>R</a:t>
            </a:r>
            <a:r>
              <a:rPr lang="hu-HU" sz="3600" u="sng" spc="-10" dirty="0">
                <a:solidFill>
                  <a:schemeClr val="tx1"/>
                </a:solidFill>
                <a:latin typeface="Bookman Old Style"/>
              </a:rPr>
              <a:t>PVST+</a:t>
            </a:r>
            <a:endParaRPr lang="en-US" sz="3600" u="sng" spc="-10">
              <a:solidFill>
                <a:schemeClr val="tx1"/>
              </a:solidFill>
              <a:latin typeface="Bookman Old Style"/>
            </a:endParaRPr>
          </a:p>
        </p:txBody>
      </p:sp>
      <p:sp>
        <p:nvSpPr>
          <p:cNvPr id="6" name="Élőláb helye 1">
            <a:extLst>
              <a:ext uri="{FF2B5EF4-FFF2-40B4-BE49-F238E27FC236}">
                <a16:creationId xmlns:a16="http://schemas.microsoft.com/office/drawing/2014/main" id="{674C2105-A690-42EC-9097-CC07FA93D73B}"/>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a:endParaRPr>
          </a:p>
        </p:txBody>
      </p:sp>
      <p:sp>
        <p:nvSpPr>
          <p:cNvPr id="3" name="TextBox 2">
            <a:extLst>
              <a:ext uri="{FF2B5EF4-FFF2-40B4-BE49-F238E27FC236}">
                <a16:creationId xmlns:a16="http://schemas.microsoft.com/office/drawing/2014/main" id="{CED97D80-4EEA-899D-3F9E-45282000B5CD}"/>
              </a:ext>
            </a:extLst>
          </p:cNvPr>
          <p:cNvSpPr txBox="1"/>
          <p:nvPr/>
        </p:nvSpPr>
        <p:spPr>
          <a:xfrm>
            <a:off x="473540" y="1793938"/>
            <a:ext cx="50419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Segoe UI"/>
                <a:cs typeface="Segoe UI"/>
              </a:rPr>
              <a:t>interface Port-channel2</a:t>
            </a:r>
            <a:endParaRPr lang="en-US" dirty="0">
              <a:latin typeface="Bookman Old Style"/>
            </a:endParaRPr>
          </a:p>
          <a:p>
            <a:r>
              <a:rPr lang="en-US">
                <a:latin typeface="Bookman Old Style"/>
                <a:ea typeface="Segoe UI"/>
                <a:cs typeface="Segoe UI"/>
              </a:rPr>
              <a:t>switchport mode trunk</a:t>
            </a:r>
            <a:endParaRPr lang="en-US">
              <a:latin typeface="Bookman Old Style"/>
            </a:endParaRPr>
          </a:p>
          <a:p>
            <a:endParaRPr lang="en-US" dirty="0">
              <a:latin typeface="Bookman Old Style"/>
              <a:cs typeface="Segoe UI"/>
            </a:endParaRPr>
          </a:p>
          <a:p>
            <a:r>
              <a:rPr lang="en-US" dirty="0">
                <a:latin typeface="Bookman Old Style"/>
                <a:cs typeface="Segoe UI"/>
              </a:rPr>
              <a:t>interface Port-channel3</a:t>
            </a:r>
          </a:p>
          <a:p>
            <a:r>
              <a:rPr lang="en-US">
                <a:latin typeface="Bookman Old Style"/>
                <a:cs typeface="Segoe UI"/>
              </a:rPr>
              <a:t>switchport mode trunk</a:t>
            </a:r>
            <a:endParaRPr lang="en-US">
              <a:latin typeface="Bookman Old Style"/>
            </a:endParaRPr>
          </a:p>
        </p:txBody>
      </p:sp>
      <p:sp>
        <p:nvSpPr>
          <p:cNvPr id="4" name="TextBox 3">
            <a:extLst>
              <a:ext uri="{FF2B5EF4-FFF2-40B4-BE49-F238E27FC236}">
                <a16:creationId xmlns:a16="http://schemas.microsoft.com/office/drawing/2014/main" id="{2B75EDCB-4976-6E4C-3EBC-9C90CC210FA9}"/>
              </a:ext>
            </a:extLst>
          </p:cNvPr>
          <p:cNvSpPr txBox="1"/>
          <p:nvPr/>
        </p:nvSpPr>
        <p:spPr>
          <a:xfrm>
            <a:off x="5855304" y="1234081"/>
            <a:ext cx="50419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Segoe UI"/>
                <a:cs typeface="Segoe UI"/>
              </a:rPr>
              <a:t>interface GigabitEthernet1/0/13</a:t>
            </a:r>
            <a:endParaRPr lang="en-US" dirty="0">
              <a:latin typeface="Bookman Old Style"/>
            </a:endParaRPr>
          </a:p>
          <a:p>
            <a:r>
              <a:rPr lang="en-US" dirty="0">
                <a:latin typeface="Bookman Old Style"/>
                <a:ea typeface="Segoe UI"/>
                <a:cs typeface="Segoe UI"/>
              </a:rPr>
              <a:t>switchport </a:t>
            </a:r>
            <a:r>
              <a:rPr lang="en-US">
                <a:latin typeface="Bookman Old Style"/>
                <a:ea typeface="Segoe UI"/>
                <a:cs typeface="Segoe UI"/>
              </a:rPr>
              <a:t>mode trunk</a:t>
            </a:r>
          </a:p>
          <a:p>
            <a:r>
              <a:rPr lang="en-US" dirty="0">
                <a:latin typeface="Bookman Old Style"/>
                <a:ea typeface="Segoe UI"/>
                <a:cs typeface="Segoe UI"/>
              </a:rPr>
              <a:t>channel-group 2 mode </a:t>
            </a:r>
            <a:r>
              <a:rPr lang="en-US">
                <a:latin typeface="Bookman Old Style"/>
                <a:ea typeface="Segoe UI"/>
                <a:cs typeface="Segoe UI"/>
              </a:rPr>
              <a:t>passive</a:t>
            </a:r>
          </a:p>
          <a:p>
            <a:endParaRPr lang="en-US" dirty="0">
              <a:latin typeface="Bookman Old Style"/>
              <a:ea typeface="Segoe UI"/>
              <a:cs typeface="Segoe UI"/>
            </a:endParaRPr>
          </a:p>
          <a:p>
            <a:r>
              <a:rPr lang="en-US" dirty="0">
                <a:latin typeface="Bookman Old Style"/>
                <a:ea typeface="Segoe UI"/>
                <a:cs typeface="Segoe UI"/>
              </a:rPr>
              <a:t>interface GigabitEthernet1/0/14</a:t>
            </a:r>
          </a:p>
          <a:p>
            <a:r>
              <a:rPr lang="en-US" dirty="0">
                <a:latin typeface="Bookman Old Style"/>
                <a:ea typeface="Segoe UI"/>
                <a:cs typeface="Segoe UI"/>
              </a:rPr>
              <a:t>switchport </a:t>
            </a:r>
            <a:r>
              <a:rPr lang="en-US">
                <a:latin typeface="Bookman Old Style"/>
                <a:ea typeface="Segoe UI"/>
                <a:cs typeface="Segoe UI"/>
              </a:rPr>
              <a:t>mode trunk</a:t>
            </a:r>
          </a:p>
          <a:p>
            <a:r>
              <a:rPr lang="en-US">
                <a:latin typeface="Bookman Old Style"/>
                <a:ea typeface="Segoe UI"/>
                <a:cs typeface="Segoe UI"/>
              </a:rPr>
              <a:t>channel-group 2 mode passive</a:t>
            </a:r>
          </a:p>
          <a:p>
            <a:endParaRPr lang="en-US" dirty="0">
              <a:latin typeface="Bookman Old Style"/>
              <a:cs typeface="Segoe UI"/>
            </a:endParaRPr>
          </a:p>
          <a:p>
            <a:r>
              <a:rPr lang="en-US" dirty="0">
                <a:latin typeface="Bookman Old Style"/>
                <a:cs typeface="Segoe UI"/>
              </a:rPr>
              <a:t>interface GigabitEthernet1/0/15</a:t>
            </a:r>
          </a:p>
          <a:p>
            <a:r>
              <a:rPr lang="en-US" dirty="0">
                <a:latin typeface="Bookman Old Style"/>
                <a:cs typeface="Segoe UI"/>
              </a:rPr>
              <a:t>switchport </a:t>
            </a:r>
            <a:r>
              <a:rPr lang="en-US">
                <a:latin typeface="Bookman Old Style"/>
                <a:cs typeface="Segoe UI"/>
              </a:rPr>
              <a:t>mode trunk</a:t>
            </a:r>
          </a:p>
          <a:p>
            <a:r>
              <a:rPr lang="en-US">
                <a:latin typeface="Bookman Old Style"/>
                <a:cs typeface="Segoe UI"/>
              </a:rPr>
              <a:t>channel-group 3 mode active</a:t>
            </a:r>
          </a:p>
          <a:p>
            <a:endParaRPr lang="en-US" dirty="0">
              <a:latin typeface="Bookman Old Style"/>
              <a:cs typeface="Segoe UI"/>
            </a:endParaRPr>
          </a:p>
          <a:p>
            <a:r>
              <a:rPr lang="en-US" dirty="0">
                <a:latin typeface="Bookman Old Style"/>
                <a:cs typeface="Segoe UI"/>
              </a:rPr>
              <a:t>interface GigabitEthernet1/0/16</a:t>
            </a:r>
          </a:p>
          <a:p>
            <a:r>
              <a:rPr lang="en-US" dirty="0">
                <a:latin typeface="Bookman Old Style"/>
                <a:cs typeface="Segoe UI"/>
              </a:rPr>
              <a:t>switchport </a:t>
            </a:r>
            <a:r>
              <a:rPr lang="en-US">
                <a:latin typeface="Bookman Old Style"/>
                <a:cs typeface="Segoe UI"/>
              </a:rPr>
              <a:t>mode trunk</a:t>
            </a:r>
          </a:p>
          <a:p>
            <a:r>
              <a:rPr lang="en-US">
                <a:latin typeface="Bookman Old Style"/>
                <a:cs typeface="Segoe UI"/>
              </a:rPr>
              <a:t>channel-group 3 mode </a:t>
            </a:r>
            <a:r>
              <a:rPr lang="en-US" dirty="0">
                <a:latin typeface="Bookman Old Style"/>
                <a:cs typeface="Segoe UI"/>
              </a:rPr>
              <a:t>active</a:t>
            </a:r>
            <a:endParaRPr lang="en-US">
              <a:latin typeface="Bookman Old Style"/>
              <a:cs typeface="Segoe UI"/>
            </a:endParaRPr>
          </a:p>
          <a:p>
            <a:endParaRPr lang="en-US" dirty="0">
              <a:latin typeface="Bookman Old Style"/>
              <a:cs typeface="Segoe UI"/>
            </a:endParaRPr>
          </a:p>
        </p:txBody>
      </p:sp>
      <p:sp>
        <p:nvSpPr>
          <p:cNvPr id="5" name="TextBox 4">
            <a:extLst>
              <a:ext uri="{FF2B5EF4-FFF2-40B4-BE49-F238E27FC236}">
                <a16:creationId xmlns:a16="http://schemas.microsoft.com/office/drawing/2014/main" id="{404A3C72-3A54-2A75-FD06-1CB3AEFC5B26}"/>
              </a:ext>
            </a:extLst>
          </p:cNvPr>
          <p:cNvSpPr txBox="1"/>
          <p:nvPr/>
        </p:nvSpPr>
        <p:spPr>
          <a:xfrm>
            <a:off x="473540" y="3757620"/>
            <a:ext cx="50419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Segoe UI"/>
                <a:cs typeface="Segoe UI"/>
              </a:rPr>
              <a:t>spanning-tree mode </a:t>
            </a:r>
            <a:r>
              <a:rPr lang="en-US" dirty="0" err="1">
                <a:latin typeface="Bookman Old Style"/>
                <a:ea typeface="Segoe UI"/>
                <a:cs typeface="Segoe UI"/>
              </a:rPr>
              <a:t>pvst</a:t>
            </a:r>
            <a:endParaRPr lang="en-US" dirty="0" err="1">
              <a:latin typeface="Bookman Old Style"/>
            </a:endParaRPr>
          </a:p>
          <a:p>
            <a:r>
              <a:rPr lang="en-US" dirty="0">
                <a:latin typeface="Bookman Old Style"/>
                <a:ea typeface="Segoe UI"/>
                <a:cs typeface="Segoe UI"/>
              </a:rPr>
              <a:t>spanning-tree extend </a:t>
            </a:r>
            <a:r>
              <a:rPr lang="en-US">
                <a:latin typeface="Bookman Old Style"/>
                <a:ea typeface="Segoe UI"/>
                <a:cs typeface="Segoe UI"/>
              </a:rPr>
              <a:t>system-id</a:t>
            </a:r>
          </a:p>
          <a:p>
            <a:r>
              <a:rPr lang="en-US">
                <a:latin typeface="Bookman Old Style"/>
                <a:ea typeface="Segoe UI"/>
                <a:cs typeface="Segoe UI"/>
              </a:rPr>
              <a:t>spanning-tree </a:t>
            </a:r>
            <a:r>
              <a:rPr lang="en-US" err="1">
                <a:latin typeface="Bookman Old Style"/>
                <a:ea typeface="Segoe UI"/>
                <a:cs typeface="Segoe UI"/>
              </a:rPr>
              <a:t>vlan</a:t>
            </a:r>
            <a:r>
              <a:rPr lang="en-US" dirty="0">
                <a:latin typeface="Bookman Old Style"/>
                <a:ea typeface="Segoe UI"/>
                <a:cs typeface="Segoe UI"/>
              </a:rPr>
              <a:t> 10,20,30,99 priority 28672</a:t>
            </a:r>
            <a:endParaRPr lang="en-US">
              <a:latin typeface="Bookman Old Style"/>
            </a:endParaRPr>
          </a:p>
          <a:p>
            <a:pPr algn="ctr"/>
            <a:endParaRPr lang="en-US">
              <a:latin typeface="Bookman Old Style"/>
            </a:endParaRPr>
          </a:p>
        </p:txBody>
      </p:sp>
      <p:sp>
        <p:nvSpPr>
          <p:cNvPr id="8" name="Rectangle 7">
            <a:extLst>
              <a:ext uri="{FF2B5EF4-FFF2-40B4-BE49-F238E27FC236}">
                <a16:creationId xmlns:a16="http://schemas.microsoft.com/office/drawing/2014/main" id="{65225BEA-45CE-4942-1E14-AC6F4246B972}"/>
              </a:ext>
            </a:extLst>
          </p:cNvPr>
          <p:cNvSpPr/>
          <p:nvPr/>
        </p:nvSpPr>
        <p:spPr>
          <a:xfrm>
            <a:off x="469031" y="1835131"/>
            <a:ext cx="2847221" cy="1398923"/>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51ABBC44-6620-5BDF-1F05-1D6BF0651154}"/>
              </a:ext>
            </a:extLst>
          </p:cNvPr>
          <p:cNvSpPr/>
          <p:nvPr/>
        </p:nvSpPr>
        <p:spPr>
          <a:xfrm>
            <a:off x="477337" y="3754895"/>
            <a:ext cx="4569046" cy="1250616"/>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0F49DC83-90B7-5314-F26B-2CBD4B024CDF}"/>
              </a:ext>
            </a:extLst>
          </p:cNvPr>
          <p:cNvSpPr/>
          <p:nvPr/>
        </p:nvSpPr>
        <p:spPr>
          <a:xfrm>
            <a:off x="5857028" y="1159505"/>
            <a:ext cx="3885259" cy="421677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97661919"/>
      </p:ext>
    </p:extLst>
  </p:cSld>
  <p:clrMapOvr>
    <a:masterClrMapping/>
  </p:clrMapOvr>
  <p:transition spd="med">
    <p:pull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700" y="400050"/>
            <a:ext cx="8810625" cy="1121461"/>
          </a:xfrm>
          <a:prstGeom prst="rect">
            <a:avLst/>
          </a:prstGeom>
        </p:spPr>
        <p:txBody>
          <a:bodyPr vert="horz" wrap="square" lIns="0" tIns="13335" rIns="0" bIns="0" rtlCol="0">
            <a:spAutoFit/>
          </a:bodyPr>
          <a:lstStyle/>
          <a:p>
            <a:pPr marL="12700">
              <a:lnSpc>
                <a:spcPct val="100000"/>
              </a:lnSpc>
              <a:spcBef>
                <a:spcPts val="105"/>
              </a:spcBef>
            </a:pPr>
            <a:r>
              <a:rPr lang="hu-HU" sz="3600" b="1" u="sng" dirty="0">
                <a:solidFill>
                  <a:schemeClr val="tx1"/>
                </a:solidFill>
                <a:latin typeface="Bookman Old Style"/>
              </a:rPr>
              <a:t>Emelet1/2/3_SW</a:t>
            </a:r>
            <a:br>
              <a:rPr lang="hu-HU" sz="3600" u="sng" dirty="0">
                <a:solidFill>
                  <a:schemeClr val="tx1"/>
                </a:solidFill>
                <a:latin typeface="Bookman Old Style" panose="02050604050505020204" pitchFamily="18" charset="0"/>
              </a:rPr>
            </a:br>
            <a:r>
              <a:rPr sz="3600" u="sng" dirty="0" err="1">
                <a:solidFill>
                  <a:schemeClr val="tx1"/>
                </a:solidFill>
                <a:latin typeface="Bookman Old Style"/>
              </a:rPr>
              <a:t>Portbiztonság</a:t>
            </a:r>
            <a:endParaRPr lang="en-US" sz="3600" b="1" i="1" u="sng" spc="-20">
              <a:solidFill>
                <a:schemeClr val="tx1"/>
              </a:solidFill>
              <a:latin typeface="Bookman Old Style"/>
              <a:cs typeface="Arial"/>
            </a:endParaRPr>
          </a:p>
        </p:txBody>
      </p:sp>
      <p:sp>
        <p:nvSpPr>
          <p:cNvPr id="6" name="Élőláb helye 1">
            <a:extLst>
              <a:ext uri="{FF2B5EF4-FFF2-40B4-BE49-F238E27FC236}">
                <a16:creationId xmlns:a16="http://schemas.microsoft.com/office/drawing/2014/main" id="{A995273B-B432-4AC6-B7D7-64AFC7105A26}"/>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3" name="TextBox 2">
            <a:extLst>
              <a:ext uri="{FF2B5EF4-FFF2-40B4-BE49-F238E27FC236}">
                <a16:creationId xmlns:a16="http://schemas.microsoft.com/office/drawing/2014/main" id="{56CB8805-5239-F9B7-3FD0-E324671A149A}"/>
              </a:ext>
            </a:extLst>
          </p:cNvPr>
          <p:cNvSpPr txBox="1"/>
          <p:nvPr/>
        </p:nvSpPr>
        <p:spPr>
          <a:xfrm>
            <a:off x="389972" y="1961060"/>
            <a:ext cx="50419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Segoe UI"/>
                <a:ea typeface="Segoe UI"/>
                <a:cs typeface="Segoe UI"/>
              </a:rPr>
              <a:t>interface GigabitEthernet1/0/23</a:t>
            </a:r>
            <a:endParaRPr lang="en-US" dirty="0"/>
          </a:p>
          <a:p>
            <a:r>
              <a:rPr lang="en-US" dirty="0">
                <a:latin typeface="Segoe UI"/>
                <a:ea typeface="Segoe UI"/>
                <a:cs typeface="Segoe UI"/>
              </a:rPr>
              <a:t>switchport access </a:t>
            </a:r>
            <a:r>
              <a:rPr lang="en-US" dirty="0" err="1">
                <a:latin typeface="Segoe UI"/>
                <a:ea typeface="Segoe UI"/>
                <a:cs typeface="Segoe UI"/>
              </a:rPr>
              <a:t>vlan</a:t>
            </a:r>
            <a:r>
              <a:rPr lang="en-US" dirty="0">
                <a:latin typeface="Segoe UI"/>
                <a:ea typeface="Segoe UI"/>
                <a:cs typeface="Segoe UI"/>
              </a:rPr>
              <a:t> 10</a:t>
            </a:r>
            <a:endParaRPr lang="en-US" dirty="0">
              <a:latin typeface="Century Gothic" panose="020B0502020202020204"/>
              <a:ea typeface="Segoe UI"/>
              <a:cs typeface="Segoe UI"/>
            </a:endParaRPr>
          </a:p>
          <a:p>
            <a:r>
              <a:rPr lang="en-US" dirty="0">
                <a:latin typeface="Segoe UI"/>
                <a:ea typeface="Segoe UI"/>
                <a:cs typeface="Segoe UI"/>
              </a:rPr>
              <a:t>switchport mode </a:t>
            </a:r>
            <a:r>
              <a:rPr lang="en-US">
                <a:latin typeface="Segoe UI"/>
                <a:ea typeface="Segoe UI"/>
                <a:cs typeface="Segoe UI"/>
              </a:rPr>
              <a:t>access</a:t>
            </a:r>
            <a:endParaRPr lang="en-US">
              <a:latin typeface="Century Gothic" panose="020B0502020202020204"/>
              <a:ea typeface="Segoe UI"/>
              <a:cs typeface="Segoe UI"/>
            </a:endParaRPr>
          </a:p>
          <a:p>
            <a:r>
              <a:rPr lang="en-US" dirty="0">
                <a:latin typeface="Segoe UI"/>
                <a:ea typeface="Segoe UI"/>
                <a:cs typeface="Segoe UI"/>
              </a:rPr>
              <a:t>spanning-tree </a:t>
            </a:r>
            <a:r>
              <a:rPr lang="en-US" dirty="0" err="1">
                <a:latin typeface="Segoe UI"/>
                <a:ea typeface="Segoe UI"/>
                <a:cs typeface="Segoe UI"/>
              </a:rPr>
              <a:t>portfast</a:t>
            </a:r>
            <a:r>
              <a:rPr lang="en-US" dirty="0">
                <a:latin typeface="Segoe UI"/>
                <a:ea typeface="Segoe UI"/>
                <a:cs typeface="Segoe UI"/>
              </a:rPr>
              <a:t> edge</a:t>
            </a:r>
            <a:endParaRPr lang="en-US" dirty="0">
              <a:latin typeface="Century Gothic" panose="020B0502020202020204"/>
              <a:ea typeface="Segoe UI"/>
              <a:cs typeface="Segoe UI"/>
            </a:endParaRPr>
          </a:p>
          <a:p>
            <a:r>
              <a:rPr lang="en-US" dirty="0">
                <a:latin typeface="Segoe UI"/>
                <a:ea typeface="Segoe UI"/>
                <a:cs typeface="Segoe UI"/>
              </a:rPr>
              <a:t>spanning-tree </a:t>
            </a:r>
            <a:r>
              <a:rPr lang="en-US" dirty="0" err="1">
                <a:latin typeface="Segoe UI"/>
                <a:ea typeface="Segoe UI"/>
                <a:cs typeface="Segoe UI"/>
              </a:rPr>
              <a:t>bpduguard</a:t>
            </a:r>
            <a:r>
              <a:rPr lang="en-US" dirty="0">
                <a:latin typeface="Segoe UI"/>
                <a:ea typeface="Segoe UI"/>
                <a:cs typeface="Segoe UI"/>
              </a:rPr>
              <a:t> enable</a:t>
            </a:r>
            <a:endParaRPr lang="en-US"/>
          </a:p>
          <a:p>
            <a:pPr algn="ctr"/>
            <a:endParaRPr lang="en-US"/>
          </a:p>
        </p:txBody>
      </p:sp>
      <p:sp>
        <p:nvSpPr>
          <p:cNvPr id="4" name="TextBox 3">
            <a:extLst>
              <a:ext uri="{FF2B5EF4-FFF2-40B4-BE49-F238E27FC236}">
                <a16:creationId xmlns:a16="http://schemas.microsoft.com/office/drawing/2014/main" id="{FF4B7172-FEEE-170A-C203-3C2E8772F71C}"/>
              </a:ext>
            </a:extLst>
          </p:cNvPr>
          <p:cNvSpPr txBox="1"/>
          <p:nvPr/>
        </p:nvSpPr>
        <p:spPr>
          <a:xfrm>
            <a:off x="2913718" y="3707484"/>
            <a:ext cx="50419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Segoe UI"/>
                <a:ea typeface="Segoe UI"/>
                <a:cs typeface="Segoe UI"/>
              </a:rPr>
              <a:t>interface GigabitEthernet1/0/23</a:t>
            </a:r>
            <a:endParaRPr lang="en-US" dirty="0"/>
          </a:p>
          <a:p>
            <a:r>
              <a:rPr lang="en-US" dirty="0">
                <a:latin typeface="Segoe UI"/>
                <a:ea typeface="Segoe UI"/>
                <a:cs typeface="Segoe UI"/>
              </a:rPr>
              <a:t>switchport access </a:t>
            </a:r>
            <a:r>
              <a:rPr lang="en-US" dirty="0" err="1">
                <a:latin typeface="Segoe UI"/>
                <a:ea typeface="Segoe UI"/>
                <a:cs typeface="Segoe UI"/>
              </a:rPr>
              <a:t>vlan</a:t>
            </a:r>
            <a:r>
              <a:rPr lang="en-US" dirty="0">
                <a:latin typeface="Segoe UI"/>
                <a:ea typeface="Segoe UI"/>
                <a:cs typeface="Segoe UI"/>
              </a:rPr>
              <a:t> 20</a:t>
            </a:r>
            <a:endParaRPr lang="en-US" dirty="0">
              <a:latin typeface="Century Gothic" panose="020B0502020202020204"/>
              <a:ea typeface="Segoe UI"/>
              <a:cs typeface="Segoe UI"/>
            </a:endParaRPr>
          </a:p>
          <a:p>
            <a:r>
              <a:rPr lang="en-US" dirty="0">
                <a:latin typeface="Segoe UI"/>
                <a:ea typeface="Segoe UI"/>
                <a:cs typeface="Segoe UI"/>
              </a:rPr>
              <a:t>switchport mode </a:t>
            </a:r>
            <a:r>
              <a:rPr lang="en-US">
                <a:latin typeface="Segoe UI"/>
                <a:ea typeface="Segoe UI"/>
                <a:cs typeface="Segoe UI"/>
              </a:rPr>
              <a:t>access</a:t>
            </a:r>
            <a:endParaRPr lang="en-US">
              <a:latin typeface="Century Gothic" panose="020B0502020202020204"/>
              <a:ea typeface="Segoe UI"/>
              <a:cs typeface="Segoe UI"/>
            </a:endParaRPr>
          </a:p>
          <a:p>
            <a:r>
              <a:rPr lang="en-US" dirty="0">
                <a:latin typeface="Segoe UI"/>
                <a:ea typeface="Segoe UI"/>
                <a:cs typeface="Segoe UI"/>
              </a:rPr>
              <a:t>spanning-tree </a:t>
            </a:r>
            <a:r>
              <a:rPr lang="en-US" dirty="0" err="1">
                <a:latin typeface="Segoe UI"/>
                <a:ea typeface="Segoe UI"/>
                <a:cs typeface="Segoe UI"/>
              </a:rPr>
              <a:t>portfast</a:t>
            </a:r>
            <a:r>
              <a:rPr lang="en-US" dirty="0">
                <a:latin typeface="Segoe UI"/>
                <a:ea typeface="Segoe UI"/>
                <a:cs typeface="Segoe UI"/>
              </a:rPr>
              <a:t> edge</a:t>
            </a:r>
            <a:endParaRPr lang="en-US" dirty="0">
              <a:latin typeface="Century Gothic" panose="020B0502020202020204"/>
              <a:ea typeface="Segoe UI"/>
              <a:cs typeface="Segoe UI"/>
            </a:endParaRPr>
          </a:p>
          <a:p>
            <a:r>
              <a:rPr lang="en-US" dirty="0">
                <a:latin typeface="Segoe UI"/>
                <a:ea typeface="Segoe UI"/>
                <a:cs typeface="Segoe UI"/>
              </a:rPr>
              <a:t>spanning-tree </a:t>
            </a:r>
            <a:r>
              <a:rPr lang="en-US" dirty="0" err="1">
                <a:latin typeface="Segoe UI"/>
                <a:ea typeface="Segoe UI"/>
                <a:cs typeface="Segoe UI"/>
              </a:rPr>
              <a:t>bpduguard</a:t>
            </a:r>
            <a:r>
              <a:rPr lang="en-US" dirty="0">
                <a:latin typeface="Segoe UI"/>
                <a:ea typeface="Segoe UI"/>
                <a:cs typeface="Segoe UI"/>
              </a:rPr>
              <a:t> enable</a:t>
            </a:r>
            <a:endParaRPr lang="en-US"/>
          </a:p>
          <a:p>
            <a:pPr algn="ctr"/>
            <a:endParaRPr lang="en-US"/>
          </a:p>
        </p:txBody>
      </p:sp>
      <p:sp>
        <p:nvSpPr>
          <p:cNvPr id="5" name="TextBox 4">
            <a:extLst>
              <a:ext uri="{FF2B5EF4-FFF2-40B4-BE49-F238E27FC236}">
                <a16:creationId xmlns:a16="http://schemas.microsoft.com/office/drawing/2014/main" id="{9C210EEF-A67F-94A0-91D5-DC86FDB4B375}"/>
              </a:ext>
            </a:extLst>
          </p:cNvPr>
          <p:cNvSpPr txBox="1"/>
          <p:nvPr/>
        </p:nvSpPr>
        <p:spPr>
          <a:xfrm>
            <a:off x="5328827" y="1961061"/>
            <a:ext cx="50419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Segoe UI"/>
                <a:ea typeface="Segoe UI"/>
                <a:cs typeface="Segoe UI"/>
              </a:rPr>
              <a:t>interface GigabitEthernet1/0/23</a:t>
            </a:r>
            <a:endParaRPr lang="en-US" dirty="0"/>
          </a:p>
          <a:p>
            <a:r>
              <a:rPr lang="en-US" dirty="0">
                <a:latin typeface="Segoe UI"/>
                <a:ea typeface="Segoe UI"/>
                <a:cs typeface="Segoe UI"/>
              </a:rPr>
              <a:t>switchport access </a:t>
            </a:r>
            <a:r>
              <a:rPr lang="en-US" dirty="0" err="1">
                <a:latin typeface="Segoe UI"/>
                <a:ea typeface="Segoe UI"/>
                <a:cs typeface="Segoe UI"/>
              </a:rPr>
              <a:t>vlan</a:t>
            </a:r>
            <a:r>
              <a:rPr lang="en-US" dirty="0">
                <a:latin typeface="Segoe UI"/>
                <a:ea typeface="Segoe UI"/>
                <a:cs typeface="Segoe UI"/>
              </a:rPr>
              <a:t> 30</a:t>
            </a:r>
            <a:endParaRPr lang="en-US" dirty="0">
              <a:latin typeface="Century Gothic" panose="020B0502020202020204"/>
              <a:ea typeface="Segoe UI"/>
              <a:cs typeface="Segoe UI"/>
            </a:endParaRPr>
          </a:p>
          <a:p>
            <a:r>
              <a:rPr lang="en-US" dirty="0">
                <a:latin typeface="Segoe UI"/>
                <a:ea typeface="Segoe UI"/>
                <a:cs typeface="Segoe UI"/>
              </a:rPr>
              <a:t>switchport mode </a:t>
            </a:r>
            <a:r>
              <a:rPr lang="en-US">
                <a:latin typeface="Segoe UI"/>
                <a:ea typeface="Segoe UI"/>
                <a:cs typeface="Segoe UI"/>
              </a:rPr>
              <a:t>access</a:t>
            </a:r>
            <a:endParaRPr lang="en-US">
              <a:latin typeface="Century Gothic" panose="020B0502020202020204"/>
              <a:ea typeface="Segoe UI"/>
              <a:cs typeface="Segoe UI"/>
            </a:endParaRPr>
          </a:p>
          <a:p>
            <a:r>
              <a:rPr lang="en-US" dirty="0">
                <a:latin typeface="Segoe UI"/>
                <a:ea typeface="Segoe UI"/>
                <a:cs typeface="Segoe UI"/>
              </a:rPr>
              <a:t>spanning-tree </a:t>
            </a:r>
            <a:r>
              <a:rPr lang="en-US" dirty="0" err="1">
                <a:latin typeface="Segoe UI"/>
                <a:ea typeface="Segoe UI"/>
                <a:cs typeface="Segoe UI"/>
              </a:rPr>
              <a:t>portfast</a:t>
            </a:r>
            <a:r>
              <a:rPr lang="en-US" dirty="0">
                <a:latin typeface="Segoe UI"/>
                <a:ea typeface="Segoe UI"/>
                <a:cs typeface="Segoe UI"/>
              </a:rPr>
              <a:t> edge</a:t>
            </a:r>
            <a:endParaRPr lang="en-US" dirty="0">
              <a:latin typeface="Century Gothic" panose="020B0502020202020204"/>
              <a:ea typeface="Segoe UI"/>
              <a:cs typeface="Segoe UI"/>
            </a:endParaRPr>
          </a:p>
          <a:p>
            <a:r>
              <a:rPr lang="en-US" dirty="0">
                <a:latin typeface="Segoe UI"/>
                <a:ea typeface="Segoe UI"/>
                <a:cs typeface="Segoe UI"/>
              </a:rPr>
              <a:t>spanning-tree </a:t>
            </a:r>
            <a:r>
              <a:rPr lang="en-US" dirty="0" err="1">
                <a:latin typeface="Segoe UI"/>
                <a:ea typeface="Segoe UI"/>
                <a:cs typeface="Segoe UI"/>
              </a:rPr>
              <a:t>bpduguard</a:t>
            </a:r>
            <a:r>
              <a:rPr lang="en-US" dirty="0">
                <a:latin typeface="Segoe UI"/>
                <a:ea typeface="Segoe UI"/>
                <a:cs typeface="Segoe UI"/>
              </a:rPr>
              <a:t> enable</a:t>
            </a:r>
            <a:endParaRPr lang="en-US"/>
          </a:p>
          <a:p>
            <a:pPr algn="ctr"/>
            <a:endParaRPr lang="en-US"/>
          </a:p>
        </p:txBody>
      </p:sp>
      <p:sp>
        <p:nvSpPr>
          <p:cNvPr id="8" name="Rectangle 7">
            <a:extLst>
              <a:ext uri="{FF2B5EF4-FFF2-40B4-BE49-F238E27FC236}">
                <a16:creationId xmlns:a16="http://schemas.microsoft.com/office/drawing/2014/main" id="{309B735C-2A7E-488B-FDB3-FFDBFAEE45E9}"/>
              </a:ext>
            </a:extLst>
          </p:cNvPr>
          <p:cNvSpPr/>
          <p:nvPr/>
        </p:nvSpPr>
        <p:spPr>
          <a:xfrm>
            <a:off x="386647" y="1958721"/>
            <a:ext cx="3539246" cy="1464837"/>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D9D3B483-FA64-D87B-947C-D3BF39E63534}"/>
              </a:ext>
            </a:extLst>
          </p:cNvPr>
          <p:cNvSpPr/>
          <p:nvPr/>
        </p:nvSpPr>
        <p:spPr>
          <a:xfrm>
            <a:off x="5362699" y="1958720"/>
            <a:ext cx="3539246" cy="1464837"/>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69304F39-F84A-98FD-7B2C-F2D716DC498B}"/>
              </a:ext>
            </a:extLst>
          </p:cNvPr>
          <p:cNvSpPr/>
          <p:nvPr/>
        </p:nvSpPr>
        <p:spPr>
          <a:xfrm>
            <a:off x="2907672" y="3705459"/>
            <a:ext cx="3539246" cy="1464837"/>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Szövegdoboz 6">
            <a:extLst>
              <a:ext uri="{FF2B5EF4-FFF2-40B4-BE49-F238E27FC236}">
                <a16:creationId xmlns:a16="http://schemas.microsoft.com/office/drawing/2014/main" id="{67F4C68B-2C00-2F1F-B9D0-F77FE0668264}"/>
              </a:ext>
            </a:extLst>
          </p:cNvPr>
          <p:cNvSpPr txBox="1"/>
          <p:nvPr/>
        </p:nvSpPr>
        <p:spPr>
          <a:xfrm>
            <a:off x="1493978" y="1660559"/>
            <a:ext cx="394410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1600" b="1" u="sng" baseline="0">
                <a:solidFill>
                  <a:srgbClr val="FFFFFF"/>
                </a:solidFill>
                <a:latin typeface="Bookman Old Style"/>
              </a:rPr>
              <a:t>Emelet1</a:t>
            </a:r>
            <a:endParaRPr lang="hu-HU" sz="1600" dirty="0"/>
          </a:p>
          <a:p>
            <a:pPr algn="ctr"/>
            <a:endParaRPr lang="hu-HU" sz="1600" dirty="0"/>
          </a:p>
        </p:txBody>
      </p:sp>
      <p:sp>
        <p:nvSpPr>
          <p:cNvPr id="11" name="Szövegdoboz 10">
            <a:extLst>
              <a:ext uri="{FF2B5EF4-FFF2-40B4-BE49-F238E27FC236}">
                <a16:creationId xmlns:a16="http://schemas.microsoft.com/office/drawing/2014/main" id="{B2AFC3B7-114B-5DDB-20D2-6E5CC18A8D20}"/>
              </a:ext>
            </a:extLst>
          </p:cNvPr>
          <p:cNvSpPr txBox="1"/>
          <p:nvPr/>
        </p:nvSpPr>
        <p:spPr>
          <a:xfrm>
            <a:off x="4017716" y="3405254"/>
            <a:ext cx="394410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1600" b="1" u="sng">
                <a:solidFill>
                  <a:srgbClr val="FFFFFF"/>
                </a:solidFill>
                <a:latin typeface="Bookman Old Style"/>
              </a:rPr>
              <a:t>Emelet2</a:t>
            </a:r>
            <a:endParaRPr lang="hu-HU" sz="1600" dirty="0"/>
          </a:p>
          <a:p>
            <a:pPr algn="ctr"/>
            <a:endParaRPr lang="hu-HU" sz="1600" dirty="0"/>
          </a:p>
        </p:txBody>
      </p:sp>
      <p:sp>
        <p:nvSpPr>
          <p:cNvPr id="12" name="Szövegdoboz 11">
            <a:extLst>
              <a:ext uri="{FF2B5EF4-FFF2-40B4-BE49-F238E27FC236}">
                <a16:creationId xmlns:a16="http://schemas.microsoft.com/office/drawing/2014/main" id="{3BBD3F23-563F-6748-A7DE-B04AF2C040C7}"/>
              </a:ext>
            </a:extLst>
          </p:cNvPr>
          <p:cNvSpPr txBox="1"/>
          <p:nvPr/>
        </p:nvSpPr>
        <p:spPr>
          <a:xfrm>
            <a:off x="6647167" y="1660559"/>
            <a:ext cx="394410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1600" b="1" u="sng">
                <a:solidFill>
                  <a:srgbClr val="FFFFFF"/>
                </a:solidFill>
                <a:latin typeface="Bookman Old Style"/>
              </a:rPr>
              <a:t>Emelet3</a:t>
            </a:r>
            <a:endParaRPr lang="hu-HU" sz="1600" dirty="0"/>
          </a:p>
          <a:p>
            <a:pPr algn="ctr"/>
            <a:endParaRPr lang="hu-HU" sz="1600" dirty="0"/>
          </a:p>
        </p:txBody>
      </p:sp>
    </p:spTree>
  </p:cSld>
  <p:clrMapOvr>
    <a:masterClrMapping/>
  </p:clrMapOvr>
  <p:transition spd="med" advTm="3000">
    <p:pull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388" y="374750"/>
            <a:ext cx="7778490" cy="567463"/>
          </a:xfrm>
          <a:prstGeom prst="rect">
            <a:avLst/>
          </a:prstGeom>
        </p:spPr>
        <p:txBody>
          <a:bodyPr vert="horz" wrap="square" lIns="0" tIns="13335" rIns="0" bIns="0" rtlCol="0">
            <a:spAutoFit/>
          </a:bodyPr>
          <a:lstStyle/>
          <a:p>
            <a:pPr marL="12700">
              <a:lnSpc>
                <a:spcPct val="100000"/>
              </a:lnSpc>
              <a:spcBef>
                <a:spcPts val="105"/>
              </a:spcBef>
            </a:pPr>
            <a:r>
              <a:rPr sz="3600" u="sng" dirty="0">
                <a:solidFill>
                  <a:schemeClr val="tx1"/>
                </a:solidFill>
                <a:latin typeface="Bookman Old Style"/>
              </a:rPr>
              <a:t>SSH</a:t>
            </a:r>
            <a:r>
              <a:rPr sz="3600" u="sng" spc="-15" dirty="0">
                <a:solidFill>
                  <a:schemeClr val="tx1"/>
                </a:solidFill>
                <a:latin typeface="Bookman Old Style"/>
              </a:rPr>
              <a:t> </a:t>
            </a:r>
            <a:r>
              <a:rPr sz="3600" u="sng" dirty="0">
                <a:solidFill>
                  <a:schemeClr val="tx1"/>
                </a:solidFill>
                <a:latin typeface="Bookman Old Style"/>
              </a:rPr>
              <a:t>a</a:t>
            </a:r>
            <a:r>
              <a:rPr sz="3600" u="sng" spc="-25" dirty="0">
                <a:solidFill>
                  <a:schemeClr val="tx1"/>
                </a:solidFill>
                <a:latin typeface="Bookman Old Style"/>
              </a:rPr>
              <a:t> </a:t>
            </a:r>
            <a:r>
              <a:rPr sz="3600" u="sng" dirty="0" err="1">
                <a:solidFill>
                  <a:schemeClr val="tx1"/>
                </a:solidFill>
                <a:latin typeface="Bookman Old Style"/>
              </a:rPr>
              <a:t>távoli</a:t>
            </a:r>
            <a:r>
              <a:rPr sz="3600" u="sng" spc="-25" dirty="0">
                <a:solidFill>
                  <a:schemeClr val="tx1"/>
                </a:solidFill>
                <a:latin typeface="Bookman Old Style"/>
              </a:rPr>
              <a:t> </a:t>
            </a:r>
            <a:r>
              <a:rPr sz="3600" u="sng" spc="-10" dirty="0" err="1">
                <a:solidFill>
                  <a:schemeClr val="tx1"/>
                </a:solidFill>
                <a:latin typeface="Bookman Old Style"/>
              </a:rPr>
              <a:t>eléréshez</a:t>
            </a:r>
            <a:endParaRPr lang="en-US" sz="3600" u="sng" spc="-10" dirty="0" err="1">
              <a:solidFill>
                <a:schemeClr val="tx1"/>
              </a:solidFill>
              <a:latin typeface="Bookman Old Style"/>
            </a:endParaRPr>
          </a:p>
        </p:txBody>
      </p:sp>
      <p:sp>
        <p:nvSpPr>
          <p:cNvPr id="6" name="Élőláb helye 1">
            <a:extLst>
              <a:ext uri="{FF2B5EF4-FFF2-40B4-BE49-F238E27FC236}">
                <a16:creationId xmlns:a16="http://schemas.microsoft.com/office/drawing/2014/main" id="{7E38A1AD-04C6-4E9B-8D35-EB557B93D373}"/>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3" name="TextBox 2">
            <a:extLst>
              <a:ext uri="{FF2B5EF4-FFF2-40B4-BE49-F238E27FC236}">
                <a16:creationId xmlns:a16="http://schemas.microsoft.com/office/drawing/2014/main" id="{37A588E8-C11C-0D97-E1D5-C90ABAD54517}"/>
              </a:ext>
            </a:extLst>
          </p:cNvPr>
          <p:cNvSpPr txBox="1"/>
          <p:nvPr/>
        </p:nvSpPr>
        <p:spPr>
          <a:xfrm>
            <a:off x="532037" y="2111470"/>
            <a:ext cx="50419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latin typeface="Bookman Old Style"/>
                <a:cs typeface="Segoe UI"/>
              </a:rPr>
              <a:t>ip</a:t>
            </a:r>
            <a:r>
              <a:rPr lang="en-US" dirty="0">
                <a:latin typeface="Bookman Old Style"/>
                <a:cs typeface="Segoe UI"/>
              </a:rPr>
              <a:t> domain name projekt.info</a:t>
            </a:r>
            <a:endParaRPr lang="en-US" dirty="0"/>
          </a:p>
          <a:p>
            <a:endParaRPr lang="en-US" dirty="0">
              <a:latin typeface="Bookman Old Style"/>
              <a:cs typeface="Segoe UI"/>
            </a:endParaRPr>
          </a:p>
          <a:p>
            <a:r>
              <a:rPr lang="en-US" dirty="0">
                <a:latin typeface="Bookman Old Style"/>
                <a:cs typeface="Segoe UI"/>
              </a:rPr>
              <a:t>username </a:t>
            </a:r>
            <a:r>
              <a:rPr lang="en-US" dirty="0" err="1">
                <a:latin typeface="Bookman Old Style"/>
                <a:cs typeface="Segoe UI"/>
              </a:rPr>
              <a:t>Iroda_R</a:t>
            </a:r>
            <a:r>
              <a:rPr lang="en-US" dirty="0">
                <a:latin typeface="Bookman Old Style"/>
                <a:cs typeface="Segoe UI"/>
              </a:rPr>
              <a:t> secret Start123</a:t>
            </a:r>
          </a:p>
          <a:p>
            <a:endParaRPr lang="en-US" dirty="0">
              <a:latin typeface="Bookman Old Style"/>
              <a:cs typeface="Segoe UI"/>
            </a:endParaRPr>
          </a:p>
          <a:p>
            <a:r>
              <a:rPr lang="en-US" dirty="0" err="1">
                <a:latin typeface="Bookman Old Style"/>
                <a:cs typeface="Segoe UI"/>
              </a:rPr>
              <a:t>ip</a:t>
            </a:r>
            <a:r>
              <a:rPr lang="en-US" dirty="0">
                <a:latin typeface="Bookman Old Style"/>
                <a:cs typeface="Segoe UI"/>
              </a:rPr>
              <a:t> ssh version 2</a:t>
            </a:r>
            <a:endParaRPr lang="en-US">
              <a:latin typeface="Bookman Old Style"/>
            </a:endParaRPr>
          </a:p>
          <a:p>
            <a:r>
              <a:rPr lang="en-US" dirty="0" err="1">
                <a:latin typeface="Bookman Old Style"/>
                <a:cs typeface="Segoe UI"/>
              </a:rPr>
              <a:t>ip</a:t>
            </a:r>
            <a:r>
              <a:rPr lang="en-US" dirty="0">
                <a:latin typeface="Bookman Old Style"/>
                <a:cs typeface="Segoe UI"/>
              </a:rPr>
              <a:t> ssh time-out 60</a:t>
            </a:r>
          </a:p>
          <a:p>
            <a:r>
              <a:rPr lang="en-US" dirty="0" err="1">
                <a:latin typeface="Bookman Old Style"/>
                <a:cs typeface="Segoe UI"/>
              </a:rPr>
              <a:t>ip</a:t>
            </a:r>
            <a:r>
              <a:rPr lang="en-US" dirty="0">
                <a:latin typeface="Bookman Old Style"/>
                <a:cs typeface="Segoe UI"/>
              </a:rPr>
              <a:t> ssh authentication-retries 2</a:t>
            </a:r>
            <a:endParaRPr lang="en-US">
              <a:latin typeface="Bookman Old Style"/>
            </a:endParaRPr>
          </a:p>
          <a:p>
            <a:endParaRPr lang="en-US" dirty="0">
              <a:latin typeface="Bookman Old Style"/>
              <a:cs typeface="Segoe UI"/>
            </a:endParaRPr>
          </a:p>
        </p:txBody>
      </p:sp>
      <p:sp>
        <p:nvSpPr>
          <p:cNvPr id="4" name="TextBox 3">
            <a:extLst>
              <a:ext uri="{FF2B5EF4-FFF2-40B4-BE49-F238E27FC236}">
                <a16:creationId xmlns:a16="http://schemas.microsoft.com/office/drawing/2014/main" id="{84792F13-97ED-E5E7-D145-ECF075157F77}"/>
              </a:ext>
            </a:extLst>
          </p:cNvPr>
          <p:cNvSpPr txBox="1"/>
          <p:nvPr/>
        </p:nvSpPr>
        <p:spPr>
          <a:xfrm>
            <a:off x="6390138" y="1977772"/>
            <a:ext cx="50419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800" baseline="0">
                <a:solidFill>
                  <a:srgbClr val="FFFFFF"/>
                </a:solidFill>
                <a:latin typeface="Bookman Old Style"/>
                <a:ea typeface="Segoe UI"/>
                <a:cs typeface="Segoe UI"/>
              </a:rPr>
              <a:t>line vty 0 4</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logging synchronous</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login local</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transport input ssh</a:t>
            </a:r>
            <a:r>
              <a:rPr lang="en-US" sz="1800">
                <a:solidFill>
                  <a:srgbClr val="FFFFFF"/>
                </a:solidFill>
                <a:latin typeface="Bookman Old Style"/>
                <a:ea typeface="Segoe UI"/>
                <a:cs typeface="Segoe UI"/>
              </a:rPr>
              <a:t>​</a:t>
            </a:r>
          </a:p>
          <a:p>
            <a:pPr rtl="0"/>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line vty 5 15</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logging synchronous</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login local</a:t>
            </a:r>
            <a:r>
              <a:rPr lang="en-US" sz="1800">
                <a:solidFill>
                  <a:srgbClr val="FFFFFF"/>
                </a:solidFill>
                <a:latin typeface="Bookman Old Style"/>
                <a:ea typeface="Segoe UI"/>
                <a:cs typeface="Segoe UI"/>
              </a:rPr>
              <a:t>​</a:t>
            </a:r>
          </a:p>
          <a:p>
            <a:pPr rtl="0"/>
            <a:r>
              <a:rPr lang="en-US" sz="1800" baseline="0">
                <a:solidFill>
                  <a:srgbClr val="FFFFFF"/>
                </a:solidFill>
                <a:latin typeface="Bookman Old Style"/>
                <a:ea typeface="Segoe UI"/>
                <a:cs typeface="Segoe UI"/>
              </a:rPr>
              <a:t>transport input ssh</a:t>
            </a:r>
          </a:p>
          <a:p>
            <a:pPr algn="ctr"/>
            <a:endParaRPr lang="en-US"/>
          </a:p>
        </p:txBody>
      </p:sp>
      <p:sp>
        <p:nvSpPr>
          <p:cNvPr id="7" name="Rectangle 6">
            <a:extLst>
              <a:ext uri="{FF2B5EF4-FFF2-40B4-BE49-F238E27FC236}">
                <a16:creationId xmlns:a16="http://schemas.microsoft.com/office/drawing/2014/main" id="{389A33B7-E707-C3B4-9976-080BCD7FD804}"/>
              </a:ext>
            </a:extLst>
          </p:cNvPr>
          <p:cNvSpPr/>
          <p:nvPr/>
        </p:nvSpPr>
        <p:spPr>
          <a:xfrm>
            <a:off x="534938" y="2032875"/>
            <a:ext cx="5038634" cy="239588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837D94C8-4F62-E32D-23C9-7B8EB04339B4}"/>
              </a:ext>
            </a:extLst>
          </p:cNvPr>
          <p:cNvSpPr/>
          <p:nvPr/>
        </p:nvSpPr>
        <p:spPr>
          <a:xfrm>
            <a:off x="6392440" y="1975200"/>
            <a:ext cx="2509447" cy="2783130"/>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transition spd="med">
    <p:pull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893A6-C0DB-AEBD-E781-616721AA94B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FAB5741-DA71-D9C3-E8F1-34A2B36FA19E}"/>
              </a:ext>
            </a:extLst>
          </p:cNvPr>
          <p:cNvSpPr txBox="1">
            <a:spLocks noGrp="1"/>
          </p:cNvSpPr>
          <p:nvPr>
            <p:ph type="title"/>
          </p:nvPr>
        </p:nvSpPr>
        <p:spPr>
          <a:xfrm>
            <a:off x="393700" y="400050"/>
            <a:ext cx="8810625" cy="1121461"/>
          </a:xfrm>
          <a:prstGeom prst="rect">
            <a:avLst/>
          </a:prstGeom>
        </p:spPr>
        <p:txBody>
          <a:bodyPr vert="horz" wrap="square" lIns="0" tIns="13335" rIns="0" bIns="0" rtlCol="0">
            <a:spAutoFit/>
          </a:bodyPr>
          <a:lstStyle/>
          <a:p>
            <a:pPr marL="12700">
              <a:spcBef>
                <a:spcPts val="105"/>
              </a:spcBef>
            </a:pPr>
            <a:r>
              <a:rPr lang="hu-HU" sz="3600" b="1" u="sng">
                <a:solidFill>
                  <a:schemeClr val="tx1"/>
                </a:solidFill>
                <a:latin typeface="Bookman Old Style"/>
              </a:rPr>
              <a:t>Iroda_R</a:t>
            </a:r>
            <a:br>
              <a:rPr lang="hu-HU" sz="3600" u="sng" dirty="0">
                <a:latin typeface="Bookman Old Style" panose="02050604050505020204" pitchFamily="18" charset="0"/>
              </a:rPr>
            </a:br>
            <a:r>
              <a:rPr lang="hu-HU" sz="3600" u="sng">
                <a:solidFill>
                  <a:schemeClr val="tx1"/>
                </a:solidFill>
                <a:latin typeface="Bookman Old Style"/>
                <a:cs typeface="Segoe UI"/>
              </a:rPr>
              <a:t>GRE TUNNEL</a:t>
            </a:r>
            <a:endParaRPr lang="en-US" sz="3600" b="1" i="1" u="sng" spc="-20">
              <a:solidFill>
                <a:schemeClr val="tx1"/>
              </a:solidFill>
              <a:latin typeface="Bookman Old Style"/>
              <a:cs typeface="Arial"/>
            </a:endParaRPr>
          </a:p>
        </p:txBody>
      </p:sp>
      <p:sp>
        <p:nvSpPr>
          <p:cNvPr id="6" name="Élőláb helye 1">
            <a:extLst>
              <a:ext uri="{FF2B5EF4-FFF2-40B4-BE49-F238E27FC236}">
                <a16:creationId xmlns:a16="http://schemas.microsoft.com/office/drawing/2014/main" id="{61AD107F-D7C0-BBD4-A670-FCD410C77C65}"/>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3" name="TextBox 2">
            <a:extLst>
              <a:ext uri="{FF2B5EF4-FFF2-40B4-BE49-F238E27FC236}">
                <a16:creationId xmlns:a16="http://schemas.microsoft.com/office/drawing/2014/main" id="{91C7AB7E-4C52-2639-FD42-55B19C700027}"/>
              </a:ext>
            </a:extLst>
          </p:cNvPr>
          <p:cNvSpPr txBox="1"/>
          <p:nvPr/>
        </p:nvSpPr>
        <p:spPr>
          <a:xfrm>
            <a:off x="548751" y="2119826"/>
            <a:ext cx="578606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Segoe UI"/>
                <a:cs typeface="Segoe UI"/>
              </a:rPr>
              <a:t>interface Tunnel0
 </a:t>
            </a:r>
            <a:r>
              <a:rPr lang="en-US" dirty="0" err="1">
                <a:latin typeface="Bookman Old Style"/>
                <a:ea typeface="Segoe UI"/>
                <a:cs typeface="Segoe UI"/>
              </a:rPr>
              <a:t>ip</a:t>
            </a:r>
            <a:r>
              <a:rPr lang="en-US" dirty="0">
                <a:latin typeface="Bookman Old Style"/>
                <a:ea typeface="Segoe UI"/>
                <a:cs typeface="Segoe UI"/>
              </a:rPr>
              <a:t> address 10.10.10.2 255.255.255.252
 tunnel source GigabitEthernet0/0/1
 tunnel destination 192.168.0.33</a:t>
            </a:r>
          </a:p>
          <a:p>
            <a:endParaRPr lang="en-US" dirty="0">
              <a:latin typeface="Bookman Old Style"/>
              <a:ea typeface="Segoe UI"/>
              <a:cs typeface="Segoe UI"/>
            </a:endParaRPr>
          </a:p>
          <a:p>
            <a:r>
              <a:rPr lang="en-US" dirty="0" err="1">
                <a:latin typeface="Bookman Old Style"/>
                <a:ea typeface="Segoe UI"/>
                <a:cs typeface="Segoe UI"/>
              </a:rPr>
              <a:t>ip</a:t>
            </a:r>
            <a:r>
              <a:rPr lang="en-US" dirty="0">
                <a:latin typeface="Bookman Old Style"/>
                <a:ea typeface="Segoe UI"/>
                <a:cs typeface="Segoe UI"/>
              </a:rPr>
              <a:t> route 172.16.0.0 255.255.0.0 10.10.10.1</a:t>
            </a:r>
          </a:p>
          <a:p>
            <a:r>
              <a:rPr lang="en-US" dirty="0" err="1">
                <a:latin typeface="Bookman Old Style"/>
                <a:ea typeface="Segoe UI"/>
                <a:cs typeface="Segoe UI"/>
              </a:rPr>
              <a:t>ip</a:t>
            </a:r>
            <a:r>
              <a:rPr lang="en-US" dirty="0">
                <a:latin typeface="Bookman Old Style"/>
                <a:ea typeface="Segoe UI"/>
                <a:cs typeface="Segoe UI"/>
              </a:rPr>
              <a:t> route 192.168.0.0 255.255.255.0 10.10.10.1</a:t>
            </a:r>
            <a:endParaRPr lang="en-US">
              <a:latin typeface="Bookman Old Style"/>
            </a:endParaRPr>
          </a:p>
          <a:p>
            <a:r>
              <a:rPr lang="en-US" dirty="0">
                <a:latin typeface="Bookman Old Style"/>
                <a:ea typeface="Segoe UI"/>
                <a:cs typeface="Segoe UI"/>
              </a:rPr>
              <a:t>
 </a:t>
            </a:r>
            <a:endParaRPr lang="en-US">
              <a:latin typeface="Bookman Old Style"/>
            </a:endParaRPr>
          </a:p>
          <a:p>
            <a:endParaRPr lang="en-US" dirty="0">
              <a:latin typeface="Bookman Old Style"/>
              <a:cs typeface="Segoe UI"/>
            </a:endParaRPr>
          </a:p>
        </p:txBody>
      </p:sp>
      <p:sp>
        <p:nvSpPr>
          <p:cNvPr id="8" name="Rectangle 7">
            <a:extLst>
              <a:ext uri="{FF2B5EF4-FFF2-40B4-BE49-F238E27FC236}">
                <a16:creationId xmlns:a16="http://schemas.microsoft.com/office/drawing/2014/main" id="{22F1F5E3-C1B8-2139-B324-5A1E3F55755A}"/>
              </a:ext>
            </a:extLst>
          </p:cNvPr>
          <p:cNvSpPr/>
          <p:nvPr/>
        </p:nvSpPr>
        <p:spPr>
          <a:xfrm>
            <a:off x="395090" y="2059080"/>
            <a:ext cx="5930596" cy="234270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84077642"/>
      </p:ext>
    </p:extLst>
  </p:cSld>
  <p:clrMapOvr>
    <a:masterClrMapping/>
  </p:clrMapOvr>
  <p:transition spd="med" advTm="3000">
    <p:pull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85850"/>
            <a:ext cx="9072880" cy="2225609"/>
          </a:xfrm>
          <a:prstGeom prst="rect">
            <a:avLst/>
          </a:prstGeom>
          <a:solidFill>
            <a:srgbClr val="C62339"/>
          </a:solidFill>
        </p:spPr>
        <p:txBody>
          <a:bodyPr vert="horz" wrap="square" lIns="0" tIns="375285" rIns="0" bIns="0" rtlCol="0" anchor="ctr">
            <a:spAutoFit/>
          </a:bodyPr>
          <a:lstStyle/>
          <a:p>
            <a:pPr marL="72390" algn="ctr">
              <a:lnSpc>
                <a:spcPct val="100000"/>
              </a:lnSpc>
            </a:pPr>
            <a:br>
              <a:rPr lang="hu-HU" sz="6000">
                <a:solidFill>
                  <a:srgbClr val="FFFFFF"/>
                </a:solidFill>
                <a:latin typeface="Bookman Old Style" panose="02050604050505020204" pitchFamily="18" charset="0"/>
              </a:rPr>
            </a:br>
            <a:r>
              <a:rPr lang="hu-HU" sz="6000">
                <a:solidFill>
                  <a:srgbClr val="FFFFFF"/>
                </a:solidFill>
                <a:latin typeface="Bookman Old Style" panose="02050604050505020204" pitchFamily="18" charset="0"/>
              </a:rPr>
              <a:t>A Telephely</a:t>
            </a:r>
            <a:endParaRPr sz="6000" spc="-10">
              <a:solidFill>
                <a:srgbClr val="FFFFFF"/>
              </a:solidFill>
              <a:latin typeface="Bookman Old Style" panose="02050604050505020204" pitchFamily="18" charset="0"/>
            </a:endParaRPr>
          </a:p>
        </p:txBody>
      </p:sp>
      <p:sp>
        <p:nvSpPr>
          <p:cNvPr id="3" name="Élőláb helye 1">
            <a:extLst>
              <a:ext uri="{FF2B5EF4-FFF2-40B4-BE49-F238E27FC236}">
                <a16:creationId xmlns:a16="http://schemas.microsoft.com/office/drawing/2014/main" id="{6335D37B-6CD7-4A1A-B5D2-52E06004E32D}"/>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Tree>
    <p:extLst>
      <p:ext uri="{BB962C8B-B14F-4D97-AF65-F5344CB8AC3E}">
        <p14:creationId xmlns:p14="http://schemas.microsoft.com/office/powerpoint/2010/main" val="3595005789"/>
      </p:ext>
    </p:extLst>
  </p:cSld>
  <p:clrMapOvr>
    <a:masterClrMapping/>
  </p:clrMapOvr>
  <p:transition spd="med">
    <p:pull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1300" y="526004"/>
            <a:ext cx="8469912" cy="567463"/>
          </a:xfrm>
          <a:prstGeom prst="rect">
            <a:avLst/>
          </a:prstGeom>
        </p:spPr>
        <p:txBody>
          <a:bodyPr vert="horz" wrap="square" lIns="0" tIns="13335" rIns="0" bIns="0" rtlCol="0">
            <a:spAutoFit/>
          </a:bodyPr>
          <a:lstStyle/>
          <a:p>
            <a:pPr marL="12700">
              <a:lnSpc>
                <a:spcPct val="100000"/>
              </a:lnSpc>
              <a:spcBef>
                <a:spcPts val="105"/>
              </a:spcBef>
            </a:pPr>
            <a:r>
              <a:rPr lang="hu-HU" sz="3600" u="sng" spc="-10">
                <a:solidFill>
                  <a:schemeClr val="tx1"/>
                </a:solidFill>
                <a:latin typeface="Bookman Old Style"/>
              </a:rPr>
              <a:t>HSRP IPv4 kapcsolat a Telephelyen</a:t>
            </a:r>
            <a:endParaRPr lang="en-US" sz="3600" u="sng" spc="-10">
              <a:solidFill>
                <a:schemeClr val="tx1"/>
              </a:solidFill>
              <a:latin typeface="Bookman Old Style"/>
            </a:endParaRPr>
          </a:p>
        </p:txBody>
      </p:sp>
      <p:sp>
        <p:nvSpPr>
          <p:cNvPr id="10" name="Élőláb helye 1">
            <a:extLst>
              <a:ext uri="{FF2B5EF4-FFF2-40B4-BE49-F238E27FC236}">
                <a16:creationId xmlns:a16="http://schemas.microsoft.com/office/drawing/2014/main" id="{35DE3BC8-B764-4202-8BE5-97E6EDBBB402}"/>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3" name="TextBox 2">
            <a:extLst>
              <a:ext uri="{FF2B5EF4-FFF2-40B4-BE49-F238E27FC236}">
                <a16:creationId xmlns:a16="http://schemas.microsoft.com/office/drawing/2014/main" id="{E261B891-499A-955D-FA04-B41279EF5578}"/>
              </a:ext>
            </a:extLst>
          </p:cNvPr>
          <p:cNvSpPr txBox="1"/>
          <p:nvPr/>
        </p:nvSpPr>
        <p:spPr>
          <a:xfrm>
            <a:off x="423399" y="1576680"/>
            <a:ext cx="50419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Segoe UI"/>
                <a:cs typeface="Segoe UI"/>
              </a:rPr>
              <a:t>interface GigabitEthernet0/0/1</a:t>
            </a:r>
            <a:endParaRPr lang="en-US" dirty="0"/>
          </a:p>
          <a:p>
            <a:r>
              <a:rPr lang="en-US" dirty="0" err="1">
                <a:latin typeface="Bookman Old Style"/>
                <a:ea typeface="Segoe UI"/>
                <a:cs typeface="Segoe UI"/>
              </a:rPr>
              <a:t>ip</a:t>
            </a:r>
            <a:r>
              <a:rPr lang="en-US" dirty="0">
                <a:latin typeface="Bookman Old Style"/>
                <a:ea typeface="Segoe UI"/>
                <a:cs typeface="Segoe UI"/>
              </a:rPr>
              <a:t> address 172.16.0.1 255.255.0.0</a:t>
            </a:r>
            <a:endParaRPr lang="en-US" dirty="0">
              <a:latin typeface="Century Gothic" panose="020B0502020202020204"/>
              <a:ea typeface="Segoe UI"/>
              <a:cs typeface="Segoe UI"/>
            </a:endParaRPr>
          </a:p>
          <a:p>
            <a:r>
              <a:rPr lang="en-US" dirty="0">
                <a:latin typeface="Bookman Old Style"/>
                <a:ea typeface="Segoe UI"/>
                <a:cs typeface="Segoe UI"/>
              </a:rPr>
              <a:t>standby </a:t>
            </a:r>
            <a:r>
              <a:rPr lang="en-US">
                <a:latin typeface="Bookman Old Style"/>
                <a:ea typeface="Segoe UI"/>
                <a:cs typeface="Segoe UI"/>
              </a:rPr>
              <a:t>version 2</a:t>
            </a:r>
            <a:endParaRPr lang="en-US">
              <a:latin typeface="Century Gothic" panose="020B0502020202020204"/>
              <a:ea typeface="Segoe UI"/>
              <a:cs typeface="Segoe UI"/>
            </a:endParaRPr>
          </a:p>
          <a:p>
            <a:r>
              <a:rPr lang="en-US" dirty="0">
                <a:latin typeface="Bookman Old Style"/>
                <a:ea typeface="Segoe UI"/>
                <a:cs typeface="Segoe UI"/>
              </a:rPr>
              <a:t>standby 1 </a:t>
            </a:r>
            <a:r>
              <a:rPr lang="en-US" dirty="0" err="1">
                <a:latin typeface="Bookman Old Style"/>
                <a:ea typeface="Segoe UI"/>
                <a:cs typeface="Segoe UI"/>
              </a:rPr>
              <a:t>ip</a:t>
            </a:r>
            <a:r>
              <a:rPr lang="en-US" dirty="0">
                <a:latin typeface="Bookman Old Style"/>
                <a:ea typeface="Segoe UI"/>
                <a:cs typeface="Segoe UI"/>
              </a:rPr>
              <a:t> 172.16.0.3</a:t>
            </a:r>
            <a:endParaRPr lang="en-US" dirty="0">
              <a:latin typeface="Century Gothic" panose="020B0502020202020204"/>
              <a:ea typeface="Segoe UI"/>
              <a:cs typeface="Segoe UI"/>
            </a:endParaRPr>
          </a:p>
          <a:p>
            <a:r>
              <a:rPr lang="en-US" dirty="0">
                <a:latin typeface="Bookman Old Style"/>
                <a:ea typeface="Segoe UI"/>
                <a:cs typeface="Segoe UI"/>
              </a:rPr>
              <a:t>standby 1 priority </a:t>
            </a:r>
            <a:r>
              <a:rPr lang="en-US">
                <a:latin typeface="Bookman Old Style"/>
                <a:ea typeface="Segoe UI"/>
                <a:cs typeface="Segoe UI"/>
              </a:rPr>
              <a:t>150</a:t>
            </a:r>
            <a:endParaRPr lang="en-US">
              <a:latin typeface="Century Gothic" panose="020B0502020202020204"/>
              <a:ea typeface="Segoe UI"/>
              <a:cs typeface="Segoe UI"/>
            </a:endParaRPr>
          </a:p>
          <a:p>
            <a:r>
              <a:rPr lang="en-US">
                <a:latin typeface="Bookman Old Style"/>
                <a:ea typeface="Segoe UI"/>
                <a:cs typeface="Segoe UI"/>
              </a:rPr>
              <a:t>standby 1 preempt</a:t>
            </a:r>
            <a:endParaRPr lang="en-US"/>
          </a:p>
          <a:p>
            <a:pPr algn="ctr"/>
            <a:endParaRPr lang="en-US" dirty="0">
              <a:latin typeface="Bookman Old Style"/>
            </a:endParaRPr>
          </a:p>
        </p:txBody>
      </p:sp>
      <p:sp>
        <p:nvSpPr>
          <p:cNvPr id="4" name="TextBox 3">
            <a:extLst>
              <a:ext uri="{FF2B5EF4-FFF2-40B4-BE49-F238E27FC236}">
                <a16:creationId xmlns:a16="http://schemas.microsoft.com/office/drawing/2014/main" id="{22B79117-E7CA-9432-2B47-E0C48CB679B8}"/>
              </a:ext>
            </a:extLst>
          </p:cNvPr>
          <p:cNvSpPr txBox="1"/>
          <p:nvPr/>
        </p:nvSpPr>
        <p:spPr>
          <a:xfrm>
            <a:off x="423400" y="4016659"/>
            <a:ext cx="50419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Segoe UI"/>
                <a:cs typeface="Segoe UI"/>
              </a:rPr>
              <a:t>interface GigabitEthernet0/0/1</a:t>
            </a:r>
            <a:endParaRPr lang="en-US" dirty="0"/>
          </a:p>
          <a:p>
            <a:r>
              <a:rPr lang="en-US" dirty="0" err="1">
                <a:latin typeface="Bookman Old Style"/>
                <a:ea typeface="Segoe UI"/>
                <a:cs typeface="Segoe UI"/>
              </a:rPr>
              <a:t>ip</a:t>
            </a:r>
            <a:r>
              <a:rPr lang="en-US" dirty="0">
                <a:latin typeface="Bookman Old Style"/>
                <a:ea typeface="Segoe UI"/>
                <a:cs typeface="Segoe UI"/>
              </a:rPr>
              <a:t> address 172.16.0.2 255.255.0.0</a:t>
            </a:r>
            <a:endParaRPr lang="en-US" dirty="0">
              <a:latin typeface="Century Gothic" panose="020B0502020202020204"/>
              <a:ea typeface="Segoe UI"/>
              <a:cs typeface="Segoe UI"/>
            </a:endParaRPr>
          </a:p>
          <a:p>
            <a:r>
              <a:rPr lang="en-US" dirty="0">
                <a:latin typeface="Bookman Old Style"/>
                <a:ea typeface="Segoe UI"/>
                <a:cs typeface="Segoe UI"/>
              </a:rPr>
              <a:t>standby </a:t>
            </a:r>
            <a:r>
              <a:rPr lang="en-US">
                <a:latin typeface="Bookman Old Style"/>
                <a:ea typeface="Segoe UI"/>
                <a:cs typeface="Segoe UI"/>
              </a:rPr>
              <a:t>version 2</a:t>
            </a:r>
            <a:endParaRPr lang="en-US">
              <a:latin typeface="Century Gothic" panose="020B0502020202020204"/>
              <a:ea typeface="Segoe UI"/>
              <a:cs typeface="Segoe UI"/>
            </a:endParaRPr>
          </a:p>
          <a:p>
            <a:r>
              <a:rPr lang="en-US" dirty="0">
                <a:latin typeface="Bookman Old Style"/>
                <a:ea typeface="Segoe UI"/>
                <a:cs typeface="Segoe UI"/>
              </a:rPr>
              <a:t>standby 1 </a:t>
            </a:r>
            <a:r>
              <a:rPr lang="en-US" dirty="0" err="1">
                <a:latin typeface="Bookman Old Style"/>
                <a:ea typeface="Segoe UI"/>
                <a:cs typeface="Segoe UI"/>
              </a:rPr>
              <a:t>ip</a:t>
            </a:r>
            <a:r>
              <a:rPr lang="en-US" dirty="0">
                <a:latin typeface="Bookman Old Style"/>
                <a:ea typeface="Segoe UI"/>
                <a:cs typeface="Segoe UI"/>
              </a:rPr>
              <a:t> 172.16.0.3</a:t>
            </a:r>
            <a:endParaRPr lang="en-US"/>
          </a:p>
          <a:p>
            <a:pPr algn="ctr"/>
            <a:endParaRPr lang="en-US" dirty="0">
              <a:latin typeface="Bookman Old Style"/>
            </a:endParaRPr>
          </a:p>
        </p:txBody>
      </p:sp>
      <p:sp>
        <p:nvSpPr>
          <p:cNvPr id="6" name="Rectangle 5">
            <a:extLst>
              <a:ext uri="{FF2B5EF4-FFF2-40B4-BE49-F238E27FC236}">
                <a16:creationId xmlns:a16="http://schemas.microsoft.com/office/drawing/2014/main" id="{EFCE180B-3A0C-8770-1061-CF604D118F2D}"/>
              </a:ext>
            </a:extLst>
          </p:cNvPr>
          <p:cNvSpPr/>
          <p:nvPr/>
        </p:nvSpPr>
        <p:spPr>
          <a:xfrm>
            <a:off x="353306" y="1574444"/>
            <a:ext cx="4275047" cy="1774183"/>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2A8F9727-0BE7-9778-5559-BE0F0C609773}"/>
              </a:ext>
            </a:extLst>
          </p:cNvPr>
          <p:cNvSpPr/>
          <p:nvPr/>
        </p:nvSpPr>
        <p:spPr>
          <a:xfrm>
            <a:off x="353306" y="3939202"/>
            <a:ext cx="4216518" cy="1364509"/>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TextBox 8">
            <a:extLst>
              <a:ext uri="{FF2B5EF4-FFF2-40B4-BE49-F238E27FC236}">
                <a16:creationId xmlns:a16="http://schemas.microsoft.com/office/drawing/2014/main" id="{FDFB4059-474B-5E39-793F-16D369E1CD28}"/>
              </a:ext>
            </a:extLst>
          </p:cNvPr>
          <p:cNvSpPr txBox="1"/>
          <p:nvPr/>
        </p:nvSpPr>
        <p:spPr>
          <a:xfrm>
            <a:off x="4735496" y="2195031"/>
            <a:ext cx="5652495"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latin typeface="Bookman Old Style"/>
                <a:ea typeface="Segoe UI"/>
                <a:cs typeface="Segoe UI"/>
              </a:rPr>
              <a:t>Telep_R1 – </a:t>
            </a:r>
            <a:r>
              <a:rPr lang="en-US" sz="2200" dirty="0" err="1">
                <a:latin typeface="Bookman Old Style"/>
                <a:ea typeface="Segoe UI"/>
                <a:cs typeface="Segoe UI"/>
              </a:rPr>
              <a:t>elsődleges</a:t>
            </a:r>
            <a:r>
              <a:rPr lang="en-US" sz="2200" dirty="0">
                <a:latin typeface="Bookman Old Style"/>
                <a:ea typeface="Segoe UI"/>
                <a:cs typeface="Segoe UI"/>
              </a:rPr>
              <a:t> HSRP router</a:t>
            </a:r>
          </a:p>
          <a:p>
            <a:pPr algn="ctr"/>
            <a:endParaRPr lang="en-US" sz="2200" dirty="0">
              <a:latin typeface="Bookman Old Style"/>
            </a:endParaRPr>
          </a:p>
        </p:txBody>
      </p:sp>
      <p:sp>
        <p:nvSpPr>
          <p:cNvPr id="11" name="TextBox 10">
            <a:extLst>
              <a:ext uri="{FF2B5EF4-FFF2-40B4-BE49-F238E27FC236}">
                <a16:creationId xmlns:a16="http://schemas.microsoft.com/office/drawing/2014/main" id="{147CFE7D-48A6-2700-F0D9-4AD75F8F5ACF}"/>
              </a:ext>
            </a:extLst>
          </p:cNvPr>
          <p:cNvSpPr txBox="1"/>
          <p:nvPr/>
        </p:nvSpPr>
        <p:spPr>
          <a:xfrm>
            <a:off x="4626234" y="4367401"/>
            <a:ext cx="5652495"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aseline="0" dirty="0">
                <a:solidFill>
                  <a:srgbClr val="FFFFFF"/>
                </a:solidFill>
                <a:latin typeface="Bookman Old Style"/>
              </a:rPr>
              <a:t>Telep_</a:t>
            </a:r>
            <a:r>
              <a:rPr lang="en-US" sz="2200" dirty="0">
                <a:solidFill>
                  <a:srgbClr val="FFFFFF"/>
                </a:solidFill>
                <a:latin typeface="Bookman Old Style"/>
              </a:rPr>
              <a:t>R2</a:t>
            </a:r>
            <a:r>
              <a:rPr lang="en-US" sz="2200" baseline="0" dirty="0">
                <a:solidFill>
                  <a:srgbClr val="FFFFFF"/>
                </a:solidFill>
                <a:latin typeface="Bookman Old Style"/>
              </a:rPr>
              <a:t> –</a:t>
            </a:r>
            <a:r>
              <a:rPr lang="en-US" sz="2200" dirty="0">
                <a:solidFill>
                  <a:srgbClr val="FFFFFF"/>
                </a:solidFill>
                <a:latin typeface="Bookman Old Style"/>
              </a:rPr>
              <a:t> </a:t>
            </a:r>
            <a:r>
              <a:rPr lang="en-US" sz="2200" dirty="0" err="1">
                <a:solidFill>
                  <a:srgbClr val="FFFFFF"/>
                </a:solidFill>
                <a:latin typeface="Bookman Old Style"/>
              </a:rPr>
              <a:t>másodlagos</a:t>
            </a:r>
            <a:r>
              <a:rPr lang="en-US" sz="2200" dirty="0">
                <a:solidFill>
                  <a:srgbClr val="FFFFFF"/>
                </a:solidFill>
                <a:latin typeface="Bookman Old Style"/>
              </a:rPr>
              <a:t> </a:t>
            </a:r>
            <a:r>
              <a:rPr lang="en-US" sz="2200" baseline="0" dirty="0">
                <a:solidFill>
                  <a:srgbClr val="FFFFFF"/>
                </a:solidFill>
                <a:latin typeface="Bookman Old Style"/>
              </a:rPr>
              <a:t>HSRP router</a:t>
            </a:r>
            <a:r>
              <a:rPr sz="2200" dirty="0">
                <a:latin typeface="Bookman Old Style"/>
                <a:ea typeface="Segoe UI"/>
                <a:cs typeface="Segoe UI"/>
              </a:rPr>
              <a:t>​</a:t>
            </a:r>
            <a:endParaRPr lang="en-US" sz="2200" dirty="0">
              <a:latin typeface="Bookman Old Style"/>
            </a:endParaRPr>
          </a:p>
          <a:p>
            <a:pPr algn="ctr"/>
            <a:endParaRPr lang="en-US" sz="2200" dirty="0">
              <a:latin typeface="Bookman Old Style"/>
            </a:endParaRPr>
          </a:p>
        </p:txBody>
      </p:sp>
    </p:spTree>
  </p:cSld>
  <p:clrMapOvr>
    <a:masterClrMapping/>
  </p:clrMapOvr>
  <p:transition spd="med">
    <p:pull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1300" y="526004"/>
            <a:ext cx="8469912" cy="567463"/>
          </a:xfrm>
          <a:prstGeom prst="rect">
            <a:avLst/>
          </a:prstGeom>
        </p:spPr>
        <p:txBody>
          <a:bodyPr vert="horz" wrap="square" lIns="0" tIns="13335" rIns="0" bIns="0" rtlCol="0">
            <a:spAutoFit/>
          </a:bodyPr>
          <a:lstStyle/>
          <a:p>
            <a:pPr marL="12700">
              <a:lnSpc>
                <a:spcPct val="100000"/>
              </a:lnSpc>
              <a:spcBef>
                <a:spcPts val="105"/>
              </a:spcBef>
            </a:pPr>
            <a:r>
              <a:rPr lang="hu-HU" sz="3600" u="sng" spc="-10">
                <a:solidFill>
                  <a:schemeClr val="tx1"/>
                </a:solidFill>
                <a:latin typeface="Bookman Old Style"/>
              </a:rPr>
              <a:t>HSRP IPv6 kapcsolat a Telephelyen</a:t>
            </a:r>
          </a:p>
        </p:txBody>
      </p:sp>
      <p:sp>
        <p:nvSpPr>
          <p:cNvPr id="10" name="Élőláb helye 1">
            <a:extLst>
              <a:ext uri="{FF2B5EF4-FFF2-40B4-BE49-F238E27FC236}">
                <a16:creationId xmlns:a16="http://schemas.microsoft.com/office/drawing/2014/main" id="{431E41F5-91D9-4A66-B4D6-390BF41F6B41}"/>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dirty="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3" name="TextBox 2">
            <a:extLst>
              <a:ext uri="{FF2B5EF4-FFF2-40B4-BE49-F238E27FC236}">
                <a16:creationId xmlns:a16="http://schemas.microsoft.com/office/drawing/2014/main" id="{56F2AD61-8DD5-D423-5562-3E82F5F04B69}"/>
              </a:ext>
            </a:extLst>
          </p:cNvPr>
          <p:cNvSpPr txBox="1"/>
          <p:nvPr/>
        </p:nvSpPr>
        <p:spPr>
          <a:xfrm>
            <a:off x="448469" y="1417914"/>
            <a:ext cx="50419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Segoe UI"/>
                <a:cs typeface="Segoe UI"/>
              </a:rPr>
              <a:t>interface GigabitEthernet0/0/</a:t>
            </a:r>
            <a:endParaRPr lang="en-US"/>
          </a:p>
          <a:p>
            <a:r>
              <a:rPr lang="en-US" dirty="0">
                <a:latin typeface="Bookman Old Style"/>
                <a:ea typeface="Segoe UI"/>
                <a:cs typeface="Segoe UI"/>
              </a:rPr>
              <a:t> ipv6 address 2001:DB8:ABCD::1/64 </a:t>
            </a:r>
            <a:r>
              <a:rPr lang="en-US">
                <a:latin typeface="Bookman Old Style"/>
                <a:ea typeface="Segoe UI"/>
                <a:cs typeface="Segoe UI"/>
              </a:rPr>
              <a:t>standby version 2</a:t>
            </a:r>
            <a:endParaRPr lang="en-US">
              <a:latin typeface="Century Gothic" panose="020B0502020202020204"/>
              <a:ea typeface="Segoe UI"/>
              <a:cs typeface="Segoe UI"/>
            </a:endParaRPr>
          </a:p>
          <a:p>
            <a:r>
              <a:rPr lang="en-US" dirty="0">
                <a:latin typeface="Bookman Old Style"/>
                <a:ea typeface="Segoe UI"/>
                <a:cs typeface="Segoe UI"/>
              </a:rPr>
              <a:t>standby 2 ipv6 </a:t>
            </a:r>
            <a:r>
              <a:rPr lang="en-US" dirty="0" err="1">
                <a:latin typeface="Bookman Old Style"/>
                <a:ea typeface="Segoe UI"/>
                <a:cs typeface="Segoe UI"/>
              </a:rPr>
              <a:t>autoconfig</a:t>
            </a:r>
            <a:endParaRPr lang="en-US" dirty="0" err="1">
              <a:latin typeface="Century Gothic" panose="020B0502020202020204"/>
              <a:ea typeface="Segoe UI"/>
              <a:cs typeface="Segoe UI"/>
            </a:endParaRPr>
          </a:p>
          <a:p>
            <a:r>
              <a:rPr lang="en-US" dirty="0">
                <a:latin typeface="Bookman Old Style"/>
                <a:ea typeface="Segoe UI"/>
                <a:cs typeface="Segoe UI"/>
              </a:rPr>
              <a:t>standby 2 </a:t>
            </a:r>
            <a:r>
              <a:rPr lang="en-US">
                <a:latin typeface="Bookman Old Style"/>
                <a:ea typeface="Segoe UI"/>
                <a:cs typeface="Segoe UI"/>
              </a:rPr>
              <a:t>priority 150</a:t>
            </a:r>
            <a:endParaRPr lang="en-US">
              <a:latin typeface="Century Gothic" panose="020B0502020202020204"/>
              <a:ea typeface="Segoe UI"/>
              <a:cs typeface="Segoe UI"/>
            </a:endParaRPr>
          </a:p>
          <a:p>
            <a:r>
              <a:rPr lang="en-US">
                <a:latin typeface="Bookman Old Style"/>
                <a:ea typeface="Segoe UI"/>
                <a:cs typeface="Segoe UI"/>
              </a:rPr>
              <a:t>standby 2 preempt</a:t>
            </a:r>
            <a:endParaRPr lang="en-US"/>
          </a:p>
          <a:p>
            <a:pPr algn="ctr"/>
            <a:endParaRPr lang="en-US" dirty="0">
              <a:latin typeface="Bookman Old Style"/>
            </a:endParaRPr>
          </a:p>
        </p:txBody>
      </p:sp>
      <p:sp>
        <p:nvSpPr>
          <p:cNvPr id="5" name="Rectangle 4">
            <a:extLst>
              <a:ext uri="{FF2B5EF4-FFF2-40B4-BE49-F238E27FC236}">
                <a16:creationId xmlns:a16="http://schemas.microsoft.com/office/drawing/2014/main" id="{1B92C902-3C0E-7CED-9693-566FC231EF9D}"/>
              </a:ext>
            </a:extLst>
          </p:cNvPr>
          <p:cNvSpPr/>
          <p:nvPr/>
        </p:nvSpPr>
        <p:spPr>
          <a:xfrm>
            <a:off x="445231" y="1415678"/>
            <a:ext cx="4275047" cy="1774183"/>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0648DAD9-9247-B085-77D9-83C293C99F69}"/>
              </a:ext>
            </a:extLst>
          </p:cNvPr>
          <p:cNvSpPr txBox="1"/>
          <p:nvPr/>
        </p:nvSpPr>
        <p:spPr>
          <a:xfrm>
            <a:off x="448469" y="3774333"/>
            <a:ext cx="50419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Segoe UI"/>
                <a:cs typeface="Segoe UI"/>
              </a:rPr>
              <a:t>interface GigabitEthernet0/0/1</a:t>
            </a:r>
          </a:p>
          <a:p>
            <a:r>
              <a:rPr lang="en-US" dirty="0">
                <a:latin typeface="Bookman Old Style"/>
                <a:ea typeface="Segoe UI"/>
                <a:cs typeface="Segoe UI"/>
              </a:rPr>
              <a:t>ipv6 address 2001:DB8:ABCD::2/64 </a:t>
            </a:r>
            <a:r>
              <a:rPr lang="en-US">
                <a:latin typeface="Bookman Old Style"/>
                <a:ea typeface="Segoe UI"/>
                <a:cs typeface="Segoe UI"/>
              </a:rPr>
              <a:t>standby version 2</a:t>
            </a:r>
            <a:endParaRPr lang="en-US" dirty="0">
              <a:latin typeface="Bookman Old Style"/>
              <a:ea typeface="Segoe UI"/>
              <a:cs typeface="Segoe UI"/>
            </a:endParaRPr>
          </a:p>
          <a:p>
            <a:r>
              <a:rPr lang="en-US" dirty="0">
                <a:latin typeface="Bookman Old Style"/>
                <a:ea typeface="Segoe UI"/>
                <a:cs typeface="Segoe UI"/>
              </a:rPr>
              <a:t>standby 2 ipv6 </a:t>
            </a:r>
            <a:r>
              <a:rPr lang="en-US" dirty="0" err="1">
                <a:latin typeface="Bookman Old Style"/>
                <a:ea typeface="Segoe UI"/>
                <a:cs typeface="Segoe UI"/>
              </a:rPr>
              <a:t>autoconfig</a:t>
            </a:r>
            <a:endParaRPr lang="en-US" dirty="0">
              <a:latin typeface="Bookman Old Style"/>
              <a:ea typeface="Segoe UI"/>
              <a:cs typeface="Segoe UI"/>
            </a:endParaRPr>
          </a:p>
          <a:p>
            <a:pPr algn="ctr"/>
            <a:endParaRPr lang="en-US" dirty="0">
              <a:latin typeface="Bookman Old Style"/>
            </a:endParaRPr>
          </a:p>
        </p:txBody>
      </p:sp>
      <p:sp>
        <p:nvSpPr>
          <p:cNvPr id="8" name="Rectangle 7">
            <a:extLst>
              <a:ext uri="{FF2B5EF4-FFF2-40B4-BE49-F238E27FC236}">
                <a16:creationId xmlns:a16="http://schemas.microsoft.com/office/drawing/2014/main" id="{BF1F5C10-C969-BC6B-2C54-02016E6B0387}"/>
              </a:ext>
            </a:extLst>
          </p:cNvPr>
          <p:cNvSpPr/>
          <p:nvPr/>
        </p:nvSpPr>
        <p:spPr>
          <a:xfrm>
            <a:off x="445231" y="3772080"/>
            <a:ext cx="4216518" cy="1364509"/>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TextBox 8">
            <a:extLst>
              <a:ext uri="{FF2B5EF4-FFF2-40B4-BE49-F238E27FC236}">
                <a16:creationId xmlns:a16="http://schemas.microsoft.com/office/drawing/2014/main" id="{16BFD90B-E277-F78C-356A-9D6284A031F6}"/>
              </a:ext>
            </a:extLst>
          </p:cNvPr>
          <p:cNvSpPr txBox="1"/>
          <p:nvPr/>
        </p:nvSpPr>
        <p:spPr>
          <a:xfrm>
            <a:off x="4723686" y="2064678"/>
            <a:ext cx="678106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latin typeface="Bookman Old Style"/>
                <a:ea typeface="Segoe UI"/>
                <a:cs typeface="Segoe UI"/>
              </a:rPr>
              <a:t>Telep_R1 – </a:t>
            </a:r>
            <a:r>
              <a:rPr lang="en-US" sz="2200" dirty="0" err="1">
                <a:latin typeface="Bookman Old Style"/>
                <a:ea typeface="Segoe UI"/>
                <a:cs typeface="Segoe UI"/>
              </a:rPr>
              <a:t>elsődleges</a:t>
            </a:r>
            <a:r>
              <a:rPr lang="en-US" sz="2200" dirty="0">
                <a:latin typeface="Bookman Old Style"/>
                <a:ea typeface="Segoe UI"/>
                <a:cs typeface="Segoe UI"/>
              </a:rPr>
              <a:t> HSRPv6 router</a:t>
            </a:r>
          </a:p>
          <a:p>
            <a:pPr algn="ctr"/>
            <a:endParaRPr lang="en-US" sz="2200" dirty="0">
              <a:latin typeface="Bookman Old Style"/>
            </a:endParaRPr>
          </a:p>
        </p:txBody>
      </p:sp>
      <p:sp>
        <p:nvSpPr>
          <p:cNvPr id="4" name="Szövegdoboz 3">
            <a:extLst>
              <a:ext uri="{FF2B5EF4-FFF2-40B4-BE49-F238E27FC236}">
                <a16:creationId xmlns:a16="http://schemas.microsoft.com/office/drawing/2014/main" id="{19A7C36E-6A1B-6230-A4BB-E9DFE80A7B57}"/>
              </a:ext>
            </a:extLst>
          </p:cNvPr>
          <p:cNvSpPr txBox="1"/>
          <p:nvPr/>
        </p:nvSpPr>
        <p:spPr>
          <a:xfrm>
            <a:off x="4667013" y="4230728"/>
            <a:ext cx="6101462"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solidFill>
                  <a:srgbClr val="FFFFFF"/>
                </a:solidFill>
                <a:latin typeface="Bookman Old Style"/>
              </a:rPr>
              <a:t>Telep</a:t>
            </a:r>
            <a:r>
              <a:rPr lang="en-US" sz="2200" baseline="0" dirty="0">
                <a:solidFill>
                  <a:srgbClr val="FFFFFF"/>
                </a:solidFill>
                <a:latin typeface="Bookman Old Style"/>
              </a:rPr>
              <a:t>_R2 – </a:t>
            </a:r>
            <a:r>
              <a:rPr lang="en-US" sz="2200" baseline="0" dirty="0" err="1">
                <a:solidFill>
                  <a:srgbClr val="FFFFFF"/>
                </a:solidFill>
                <a:latin typeface="Bookman Old Style"/>
              </a:rPr>
              <a:t>másodlagos</a:t>
            </a:r>
            <a:r>
              <a:rPr lang="en-US" sz="2200" baseline="0" dirty="0">
                <a:solidFill>
                  <a:srgbClr val="FFFFFF"/>
                </a:solidFill>
                <a:latin typeface="Bookman Old Style"/>
              </a:rPr>
              <a:t> HSRP router​</a:t>
            </a:r>
            <a:r>
              <a:rPr sz="2200" dirty="0">
                <a:latin typeface="Bookman Old Style"/>
                <a:ea typeface="Segoe UI"/>
                <a:cs typeface="Segoe UI"/>
              </a:rPr>
              <a:t>​</a:t>
            </a:r>
            <a:endParaRPr lang="hu-HU" sz="2200" dirty="0">
              <a:latin typeface="Bookman Old Style"/>
            </a:endParaRPr>
          </a:p>
          <a:p>
            <a:pPr algn="ctr"/>
            <a:endParaRPr lang="hu-HU" sz="2200" dirty="0">
              <a:latin typeface="Bookman Old Style"/>
            </a:endParaRPr>
          </a:p>
        </p:txBody>
      </p:sp>
    </p:spTree>
    <p:extLst>
      <p:ext uri="{BB962C8B-B14F-4D97-AF65-F5344CB8AC3E}">
        <p14:creationId xmlns:p14="http://schemas.microsoft.com/office/powerpoint/2010/main" val="2924703499"/>
      </p:ext>
    </p:extLst>
  </p:cSld>
  <p:clrMapOvr>
    <a:masterClrMapping/>
  </p:clrMapOvr>
  <p:transition spd="med">
    <p:pull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85850"/>
            <a:ext cx="9072880" cy="2225609"/>
          </a:xfrm>
          <a:prstGeom prst="rect">
            <a:avLst/>
          </a:prstGeom>
          <a:solidFill>
            <a:srgbClr val="C62339"/>
          </a:solidFill>
        </p:spPr>
        <p:txBody>
          <a:bodyPr vert="horz" wrap="square" lIns="0" tIns="375285" rIns="0" bIns="0" rtlCol="0" anchor="ctr">
            <a:spAutoFit/>
          </a:bodyPr>
          <a:lstStyle/>
          <a:p>
            <a:pPr marL="72390" algn="ctr">
              <a:lnSpc>
                <a:spcPct val="100000"/>
              </a:lnSpc>
            </a:pPr>
            <a:br>
              <a:rPr lang="hu-HU" sz="6000">
                <a:solidFill>
                  <a:srgbClr val="FFFFFF"/>
                </a:solidFill>
                <a:latin typeface="Bookman Old Style" panose="02050604050505020204" pitchFamily="18" charset="0"/>
              </a:rPr>
            </a:br>
            <a:r>
              <a:rPr lang="hu-HU" sz="6000" dirty="0">
                <a:solidFill>
                  <a:srgbClr val="FFFFFF"/>
                </a:solidFill>
                <a:latin typeface="Bookman Old Style" panose="02050604050505020204" pitchFamily="18" charset="0"/>
              </a:rPr>
              <a:t>A Szolgáltató</a:t>
            </a:r>
            <a:endParaRPr sz="6000" spc="-10" dirty="0">
              <a:solidFill>
                <a:srgbClr val="FFFFFF"/>
              </a:solidFill>
              <a:latin typeface="Bookman Old Style" panose="02050604050505020204" pitchFamily="18" charset="0"/>
            </a:endParaRPr>
          </a:p>
        </p:txBody>
      </p:sp>
      <p:sp>
        <p:nvSpPr>
          <p:cNvPr id="3" name="Élőláb helye 1">
            <a:extLst>
              <a:ext uri="{FF2B5EF4-FFF2-40B4-BE49-F238E27FC236}">
                <a16:creationId xmlns:a16="http://schemas.microsoft.com/office/drawing/2014/main" id="{99BFFA60-5C2C-4FE6-AFC3-F2448898142F}"/>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dirty="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Tree>
    <p:extLst>
      <p:ext uri="{BB962C8B-B14F-4D97-AF65-F5344CB8AC3E}">
        <p14:creationId xmlns:p14="http://schemas.microsoft.com/office/powerpoint/2010/main" val="1782096121"/>
      </p:ext>
    </p:extLst>
  </p:cSld>
  <p:clrMapOvr>
    <a:masterClrMapping/>
  </p:clrMapOvr>
  <p:transition spd="med">
    <p:pull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E5C7F869-B1C6-4A50-BA11-BC58CF796C61}"/>
              </a:ext>
            </a:extLst>
          </p:cNvPr>
          <p:cNvSpPr txBox="1">
            <a:spLocks/>
          </p:cNvSpPr>
          <p:nvPr/>
        </p:nvSpPr>
        <p:spPr>
          <a:xfrm>
            <a:off x="5576288" y="1204386"/>
            <a:ext cx="3971809" cy="2738603"/>
          </a:xfrm>
          <a:prstGeom prst="rect">
            <a:avLst/>
          </a:prstGeom>
        </p:spPr>
        <p:txBody>
          <a:bodyPr vert="horz" lIns="91440" tIns="45720" rIns="91440" bIns="45720" rtlCol="0" anchor="b">
            <a:normAutofit/>
          </a:bodyPr>
          <a:lstStyle>
            <a:lvl1pPr algn="l" defTabSz="378150" rtl="0" eaLnBrk="1" latinLnBrk="0" hangingPunct="1">
              <a:spcBef>
                <a:spcPct val="0"/>
              </a:spcBef>
              <a:buNone/>
              <a:defRPr sz="3474"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defTabSz="457200">
              <a:lnSpc>
                <a:spcPct val="90000"/>
              </a:lnSpc>
              <a:spcAft>
                <a:spcPts val="600"/>
              </a:spcAft>
            </a:pPr>
            <a:r>
              <a:rPr lang="en-US" sz="4500" b="1" spc="-10" dirty="0">
                <a:solidFill>
                  <a:schemeClr val="tx1"/>
                </a:solidFill>
              </a:rPr>
              <a:t>A </a:t>
            </a:r>
            <a:r>
              <a:rPr lang="en-US" sz="4500" b="1" spc="-10" dirty="0" err="1">
                <a:solidFill>
                  <a:schemeClr val="tx1"/>
                </a:solidFill>
              </a:rPr>
              <a:t>Szolgáltató</a:t>
            </a:r>
            <a:r>
              <a:rPr lang="en-US" sz="4500" b="1" spc="-10" dirty="0">
                <a:solidFill>
                  <a:schemeClr val="tx1"/>
                </a:solidFill>
              </a:rPr>
              <a:t> </a:t>
            </a:r>
            <a:r>
              <a:rPr lang="en-US" sz="4500" b="1" spc="-10" dirty="0" err="1">
                <a:solidFill>
                  <a:schemeClr val="tx1"/>
                </a:solidFill>
              </a:rPr>
              <a:t>hálózatának</a:t>
            </a:r>
            <a:r>
              <a:rPr lang="en-US" sz="4500" b="1" spc="-10" dirty="0">
                <a:solidFill>
                  <a:schemeClr val="tx1"/>
                </a:solidFill>
              </a:rPr>
              <a:t> </a:t>
            </a:r>
            <a:r>
              <a:rPr lang="en-US" sz="4500" b="1" spc="-10" dirty="0" err="1">
                <a:solidFill>
                  <a:schemeClr val="tx1"/>
                </a:solidFill>
              </a:rPr>
              <a:t>topológiája</a:t>
            </a:r>
            <a:endParaRPr lang="en-US" sz="4500" b="1" spc="-10" dirty="0">
              <a:solidFill>
                <a:schemeClr val="tx1"/>
              </a:solidFill>
            </a:endParaRPr>
          </a:p>
        </p:txBody>
      </p:sp>
      <p:sp>
        <p:nvSpPr>
          <p:cNvPr id="6" name="TextBox 5">
            <a:extLst>
              <a:ext uri="{FF2B5EF4-FFF2-40B4-BE49-F238E27FC236}">
                <a16:creationId xmlns:a16="http://schemas.microsoft.com/office/drawing/2014/main" id="{8B56767A-55BF-B3F1-B2A8-4CBF8F9EEDED}"/>
              </a:ext>
            </a:extLst>
          </p:cNvPr>
          <p:cNvSpPr txBox="1"/>
          <p:nvPr/>
        </p:nvSpPr>
        <p:spPr>
          <a:xfrm rot="5400000">
            <a:off x="6269421" y="2245218"/>
            <a:ext cx="50419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1200" baseline="0">
                <a:solidFill>
                  <a:srgbClr val="FFFFFF"/>
                </a:solidFill>
                <a:latin typeface="Bookman Old Style"/>
              </a:rPr>
              <a:t>2025-2026</a:t>
            </a:r>
            <a:r>
              <a:rPr sz="1200">
                <a:latin typeface="Bookman Old Style"/>
                <a:ea typeface="Bookman Old Style"/>
                <a:cs typeface="Bookman Old Style"/>
              </a:rPr>
              <a:t>​</a:t>
            </a:r>
            <a:endParaRPr lang="en-US"/>
          </a:p>
          <a:p>
            <a:pPr algn="ctr"/>
            <a:endParaRPr lang="en-US"/>
          </a:p>
        </p:txBody>
      </p:sp>
      <p:pic>
        <p:nvPicPr>
          <p:cNvPr id="2" name="Kép 1" descr="A képen szöveg, képernyőkép, diagram, sor látható&#10;&#10;Lehet, hogy az AI által létrehozott tartalom helytelen.">
            <a:extLst>
              <a:ext uri="{FF2B5EF4-FFF2-40B4-BE49-F238E27FC236}">
                <a16:creationId xmlns:a16="http://schemas.microsoft.com/office/drawing/2014/main" id="{E0037C35-080E-CA81-F984-1F1FB3BD278A}"/>
              </a:ext>
            </a:extLst>
          </p:cNvPr>
          <p:cNvPicPr>
            <a:picLocks noChangeAspect="1"/>
          </p:cNvPicPr>
          <p:nvPr/>
        </p:nvPicPr>
        <p:blipFill>
          <a:blip r:embed="rId3"/>
          <a:stretch>
            <a:fillRect/>
          </a:stretch>
        </p:blipFill>
        <p:spPr>
          <a:xfrm>
            <a:off x="433445" y="1417791"/>
            <a:ext cx="5015988" cy="3448050"/>
          </a:xfrm>
          <a:prstGeom prst="rect">
            <a:avLst/>
          </a:prstGeom>
        </p:spPr>
      </p:pic>
    </p:spTree>
  </p:cSld>
  <p:clrMapOvr>
    <a:masterClrMapping/>
  </p:clrMapOvr>
  <p:transition spd="med">
    <p:pull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2611" y="2555039"/>
            <a:ext cx="4598578" cy="566822"/>
          </a:xfrm>
          <a:prstGeom prst="rect">
            <a:avLst/>
          </a:prstGeom>
        </p:spPr>
        <p:txBody>
          <a:bodyPr vert="horz" wrap="square" lIns="0" tIns="12700" rIns="0" bIns="0" rtlCol="0">
            <a:spAutoFit/>
          </a:bodyPr>
          <a:lstStyle/>
          <a:p>
            <a:pPr marL="12700">
              <a:lnSpc>
                <a:spcPct val="100000"/>
              </a:lnSpc>
              <a:spcBef>
                <a:spcPts val="100"/>
              </a:spcBef>
            </a:pPr>
            <a:r>
              <a:rPr sz="3600" u="sng" dirty="0">
                <a:solidFill>
                  <a:schemeClr val="tx1"/>
                </a:solidFill>
                <a:latin typeface="Bookman Old Style"/>
              </a:rPr>
              <a:t>OSPF</a:t>
            </a:r>
            <a:r>
              <a:rPr sz="3600" u="sng" spc="-35" dirty="0">
                <a:solidFill>
                  <a:schemeClr val="tx1"/>
                </a:solidFill>
                <a:latin typeface="Bookman Old Style"/>
              </a:rPr>
              <a:t> </a:t>
            </a:r>
            <a:r>
              <a:rPr sz="3600" u="sng" dirty="0" err="1">
                <a:solidFill>
                  <a:schemeClr val="tx1"/>
                </a:solidFill>
                <a:latin typeface="Bookman Old Style"/>
              </a:rPr>
              <a:t>terület</a:t>
            </a:r>
            <a:r>
              <a:rPr sz="3600" u="sng" spc="-45" dirty="0">
                <a:solidFill>
                  <a:schemeClr val="tx1"/>
                </a:solidFill>
                <a:latin typeface="Bookman Old Style"/>
              </a:rPr>
              <a:t> </a:t>
            </a:r>
            <a:r>
              <a:rPr sz="3600" u="sng" dirty="0">
                <a:solidFill>
                  <a:schemeClr val="tx1"/>
                </a:solidFill>
                <a:latin typeface="Bookman Old Style"/>
              </a:rPr>
              <a:t>-</a:t>
            </a:r>
            <a:r>
              <a:rPr sz="3600" u="sng" spc="-10" dirty="0">
                <a:solidFill>
                  <a:schemeClr val="tx1"/>
                </a:solidFill>
                <a:latin typeface="Bookman Old Style"/>
              </a:rPr>
              <a:t> </a:t>
            </a:r>
            <a:r>
              <a:rPr sz="3600" u="sng" spc="-20" dirty="0">
                <a:solidFill>
                  <a:schemeClr val="tx1"/>
                </a:solidFill>
                <a:latin typeface="Bookman Old Style"/>
              </a:rPr>
              <a:t>IPv4</a:t>
            </a:r>
            <a:endParaRPr lang="en-US" sz="3600" u="sng">
              <a:solidFill>
                <a:schemeClr val="tx1"/>
              </a:solidFill>
              <a:latin typeface="Bookman Old Style"/>
            </a:endParaRPr>
          </a:p>
        </p:txBody>
      </p:sp>
      <p:sp>
        <p:nvSpPr>
          <p:cNvPr id="3" name="Élőláb helye 1">
            <a:extLst>
              <a:ext uri="{FF2B5EF4-FFF2-40B4-BE49-F238E27FC236}">
                <a16:creationId xmlns:a16="http://schemas.microsoft.com/office/drawing/2014/main" id="{A56C0B7D-43DF-4603-ADFD-B92445231E06}"/>
              </a:ext>
            </a:extLst>
          </p:cNvPr>
          <p:cNvSpPr txBox="1">
            <a:spLocks/>
          </p:cNvSpPr>
          <p:nvPr/>
        </p:nvSpPr>
        <p:spPr>
          <a:xfrm rot="5400000">
            <a:off x="8401455"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dirty="0">
                <a:latin typeface="Bookman Old Style"/>
              </a:rPr>
              <a:t>2025-2026</a:t>
            </a:r>
            <a:endParaRPr lang="hu-HU" sz="1600" spc="-20" dirty="0">
              <a:latin typeface="Bookman Old Style" panose="02050604050505020204" pitchFamily="18" charset="0"/>
            </a:endParaRPr>
          </a:p>
        </p:txBody>
      </p:sp>
    </p:spTree>
  </p:cSld>
  <p:clrMapOvr>
    <a:masterClrMapping/>
  </p:clrMapOvr>
  <p:transition spd="med">
    <p:pull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388" y="374750"/>
            <a:ext cx="7778490" cy="567463"/>
          </a:xfrm>
          <a:prstGeom prst="rect">
            <a:avLst/>
          </a:prstGeom>
        </p:spPr>
        <p:txBody>
          <a:bodyPr vert="horz" wrap="square" lIns="0" tIns="13335" rIns="0" bIns="0" rtlCol="0">
            <a:spAutoFit/>
          </a:bodyPr>
          <a:lstStyle/>
          <a:p>
            <a:pPr marL="12700">
              <a:lnSpc>
                <a:spcPct val="100000"/>
              </a:lnSpc>
              <a:spcBef>
                <a:spcPts val="105"/>
              </a:spcBef>
            </a:pPr>
            <a:r>
              <a:rPr lang="hu-HU" sz="3600" b="1" i="1" u="sng" dirty="0">
                <a:solidFill>
                  <a:schemeClr val="tx1"/>
                </a:solidFill>
                <a:latin typeface="Bookman Old Style"/>
                <a:cs typeface="Arial"/>
              </a:rPr>
              <a:t>Telep_R1</a:t>
            </a:r>
            <a:r>
              <a:rPr sz="3600" b="1" i="1" u="sng" spc="-25" dirty="0">
                <a:solidFill>
                  <a:schemeClr val="tx1"/>
                </a:solidFill>
                <a:latin typeface="Bookman Old Style"/>
                <a:cs typeface="Arial"/>
              </a:rPr>
              <a:t> </a:t>
            </a:r>
            <a:r>
              <a:rPr sz="3600" u="sng" spc="-10" dirty="0" err="1">
                <a:solidFill>
                  <a:schemeClr val="tx1"/>
                </a:solidFill>
                <a:latin typeface="Bookman Old Style"/>
              </a:rPr>
              <a:t>forgalomirányító</a:t>
            </a:r>
            <a:endParaRPr lang="en-US" sz="3600" u="sng" spc="-10" dirty="0">
              <a:solidFill>
                <a:schemeClr val="tx1"/>
              </a:solidFill>
              <a:latin typeface="Bookman Old Style"/>
            </a:endParaRPr>
          </a:p>
        </p:txBody>
      </p:sp>
      <p:sp>
        <p:nvSpPr>
          <p:cNvPr id="5" name="Élőláb helye 1">
            <a:extLst>
              <a:ext uri="{FF2B5EF4-FFF2-40B4-BE49-F238E27FC236}">
                <a16:creationId xmlns:a16="http://schemas.microsoft.com/office/drawing/2014/main" id="{23C8BDC5-0107-4EFE-9683-1EFCF813AFE3}"/>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dirty="0">
                <a:latin typeface="Bookman Old Style"/>
              </a:rPr>
              <a:t>2025-2026</a:t>
            </a:r>
            <a:endParaRPr lang="hu-HU" sz="1600" spc="-20" dirty="0">
              <a:latin typeface="Bookman Old Style" panose="02050604050505020204" pitchFamily="18" charset="0"/>
            </a:endParaRPr>
          </a:p>
        </p:txBody>
      </p:sp>
      <p:sp>
        <p:nvSpPr>
          <p:cNvPr id="3" name="Szövegdoboz 2">
            <a:extLst>
              <a:ext uri="{FF2B5EF4-FFF2-40B4-BE49-F238E27FC236}">
                <a16:creationId xmlns:a16="http://schemas.microsoft.com/office/drawing/2014/main" id="{C79A81EA-E90A-31D4-7B7B-07BAA9A38CB8}"/>
              </a:ext>
            </a:extLst>
          </p:cNvPr>
          <p:cNvSpPr txBox="1"/>
          <p:nvPr/>
        </p:nvSpPr>
        <p:spPr>
          <a:xfrm>
            <a:off x="536515" y="1383295"/>
            <a:ext cx="50419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rPr>
              <a:t>router </a:t>
            </a:r>
            <a:r>
              <a:rPr lang="en-US" dirty="0" err="1">
                <a:latin typeface="Bookman Old Style"/>
              </a:rPr>
              <a:t>ospf</a:t>
            </a:r>
            <a:r>
              <a:rPr lang="en-US" dirty="0">
                <a:latin typeface="Bookman Old Style"/>
              </a:rPr>
              <a:t> 4</a:t>
            </a:r>
            <a:endParaRPr lang="hu-HU" dirty="0">
              <a:latin typeface="Bookman Old Style"/>
            </a:endParaRPr>
          </a:p>
          <a:p>
            <a:r>
              <a:rPr lang="en-US">
                <a:latin typeface="Bookman Old Style"/>
              </a:rPr>
              <a:t>router-id 1.1.1.1</a:t>
            </a:r>
            <a:endParaRPr lang="en-US" dirty="0">
              <a:latin typeface="Bookman Old Style"/>
            </a:endParaRPr>
          </a:p>
          <a:p>
            <a:r>
              <a:rPr lang="en-US" dirty="0">
                <a:latin typeface="Bookman Old Style"/>
              </a:rPr>
              <a:t>network 172.16.0.0 0.0.255.255 area 0 </a:t>
            </a:r>
            <a:r>
              <a:rPr lang="en-US">
                <a:latin typeface="Bookman Old Style"/>
              </a:rPr>
              <a:t>network 192.168.0.0 0.0.0.31 area 0</a:t>
            </a:r>
            <a:endParaRPr lang="en-US" dirty="0">
              <a:latin typeface="Bookman Old Style"/>
            </a:endParaRPr>
          </a:p>
          <a:p>
            <a:r>
              <a:rPr lang="en-US">
                <a:latin typeface="Bookman Old Style"/>
              </a:rPr>
              <a:t>passive-interface GigabitEthernet0/0/1</a:t>
            </a:r>
            <a:endParaRPr lang="en-US" dirty="0">
              <a:latin typeface="Bookman Old Style"/>
            </a:endParaRPr>
          </a:p>
          <a:p>
            <a:pPr algn="ctr"/>
            <a:endParaRPr lang="hu-HU" dirty="0">
              <a:latin typeface="Bookman Old Style"/>
            </a:endParaRPr>
          </a:p>
        </p:txBody>
      </p:sp>
      <p:sp>
        <p:nvSpPr>
          <p:cNvPr id="4" name="Szövegdoboz 3">
            <a:extLst>
              <a:ext uri="{FF2B5EF4-FFF2-40B4-BE49-F238E27FC236}">
                <a16:creationId xmlns:a16="http://schemas.microsoft.com/office/drawing/2014/main" id="{FA6D23C9-0A9C-CB8B-8DD3-53303E3733CB}"/>
              </a:ext>
            </a:extLst>
          </p:cNvPr>
          <p:cNvSpPr txBox="1"/>
          <p:nvPr/>
        </p:nvSpPr>
        <p:spPr>
          <a:xfrm>
            <a:off x="4801702" y="3134870"/>
            <a:ext cx="50419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rPr>
              <a:t>interface GigabitEthernet0/0/0</a:t>
            </a:r>
            <a:endParaRPr lang="hu-HU">
              <a:latin typeface="Bookman Old Style"/>
            </a:endParaRPr>
          </a:p>
          <a:p>
            <a:r>
              <a:rPr lang="en-US" dirty="0" err="1">
                <a:latin typeface="Bookman Old Style"/>
              </a:rPr>
              <a:t>ip</a:t>
            </a:r>
            <a:r>
              <a:rPr lang="en-US" dirty="0">
                <a:latin typeface="Bookman Old Style"/>
              </a:rPr>
              <a:t> address 192.168.0.1 255.255.255.224</a:t>
            </a:r>
          </a:p>
          <a:p>
            <a:r>
              <a:rPr lang="en-US" dirty="0">
                <a:latin typeface="Bookman Old Style"/>
              </a:rPr>
              <a:t>ipv6 </a:t>
            </a:r>
            <a:r>
              <a:rPr lang="en-US" dirty="0" err="1">
                <a:latin typeface="Bookman Old Style"/>
              </a:rPr>
              <a:t>ospf</a:t>
            </a:r>
            <a:r>
              <a:rPr lang="en-US" dirty="0">
                <a:latin typeface="Bookman Old Style"/>
              </a:rPr>
              <a:t> 6 area 0</a:t>
            </a:r>
          </a:p>
          <a:p>
            <a:endParaRPr lang="en-US" dirty="0">
              <a:latin typeface="Bookman Old Style"/>
            </a:endParaRPr>
          </a:p>
          <a:p>
            <a:r>
              <a:rPr lang="en-US" dirty="0">
                <a:latin typeface="Bookman Old Style"/>
                <a:ea typeface="+mn-lt"/>
                <a:cs typeface="+mn-lt"/>
              </a:rPr>
              <a:t>interface GigabitEthernet0/0/1</a:t>
            </a:r>
            <a:endParaRPr lang="en-US" dirty="0">
              <a:latin typeface="Bookman Old Style"/>
            </a:endParaRPr>
          </a:p>
          <a:p>
            <a:r>
              <a:rPr lang="en-US" dirty="0" err="1">
                <a:latin typeface="Bookman Old Style"/>
                <a:ea typeface="+mn-lt"/>
                <a:cs typeface="+mn-lt"/>
              </a:rPr>
              <a:t>ip</a:t>
            </a:r>
            <a:r>
              <a:rPr lang="en-US" dirty="0">
                <a:latin typeface="Bookman Old Style"/>
                <a:ea typeface="+mn-lt"/>
                <a:cs typeface="+mn-lt"/>
              </a:rPr>
              <a:t> address 172.16.0.1 255.255.0.0</a:t>
            </a:r>
            <a:endParaRPr lang="en-US" dirty="0">
              <a:latin typeface="Bookman Old Style"/>
            </a:endParaRPr>
          </a:p>
          <a:p>
            <a:r>
              <a:rPr lang="en-US" dirty="0">
                <a:latin typeface="Bookman Old Style"/>
                <a:ea typeface="+mn-lt"/>
                <a:cs typeface="+mn-lt"/>
              </a:rPr>
              <a:t>ipv6 </a:t>
            </a:r>
            <a:r>
              <a:rPr lang="en-US" dirty="0" err="1">
                <a:latin typeface="Bookman Old Style"/>
                <a:ea typeface="+mn-lt"/>
                <a:cs typeface="+mn-lt"/>
              </a:rPr>
              <a:t>ospf</a:t>
            </a:r>
            <a:r>
              <a:rPr lang="en-US" dirty="0">
                <a:latin typeface="Bookman Old Style"/>
                <a:ea typeface="+mn-lt"/>
                <a:cs typeface="+mn-lt"/>
              </a:rPr>
              <a:t> 6 area 0</a:t>
            </a:r>
            <a:endParaRPr lang="en-US" dirty="0">
              <a:latin typeface="Bookman Old Style"/>
            </a:endParaRPr>
          </a:p>
          <a:p>
            <a:pPr algn="ctr"/>
            <a:endParaRPr lang="hu-HU" dirty="0">
              <a:latin typeface="Bookman Old Style"/>
            </a:endParaRPr>
          </a:p>
        </p:txBody>
      </p:sp>
      <p:sp>
        <p:nvSpPr>
          <p:cNvPr id="7" name="Rectangle 7">
            <a:extLst>
              <a:ext uri="{FF2B5EF4-FFF2-40B4-BE49-F238E27FC236}">
                <a16:creationId xmlns:a16="http://schemas.microsoft.com/office/drawing/2014/main" id="{C959FDAA-2207-BF67-3FF1-DC545D2D0460}"/>
              </a:ext>
            </a:extLst>
          </p:cNvPr>
          <p:cNvSpPr/>
          <p:nvPr/>
        </p:nvSpPr>
        <p:spPr>
          <a:xfrm>
            <a:off x="535024" y="1391735"/>
            <a:ext cx="4656505" cy="1580087"/>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7">
            <a:extLst>
              <a:ext uri="{FF2B5EF4-FFF2-40B4-BE49-F238E27FC236}">
                <a16:creationId xmlns:a16="http://schemas.microsoft.com/office/drawing/2014/main" id="{4E3240F7-FCE8-6133-F787-5A62F893426C}"/>
              </a:ext>
            </a:extLst>
          </p:cNvPr>
          <p:cNvSpPr/>
          <p:nvPr/>
        </p:nvSpPr>
        <p:spPr>
          <a:xfrm>
            <a:off x="4692459" y="3134327"/>
            <a:ext cx="5042617" cy="2083103"/>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transition spd="med">
    <p:pull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A81BA-6255-20B9-FE7E-3800BEA32C2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9B6F7E8-8C41-7ADC-AAE1-CCA1CE68CA51}"/>
              </a:ext>
            </a:extLst>
          </p:cNvPr>
          <p:cNvSpPr txBox="1">
            <a:spLocks noGrp="1"/>
          </p:cNvSpPr>
          <p:nvPr>
            <p:ph type="title"/>
          </p:nvPr>
        </p:nvSpPr>
        <p:spPr>
          <a:xfrm>
            <a:off x="534388" y="374750"/>
            <a:ext cx="7778490" cy="567463"/>
          </a:xfrm>
          <a:prstGeom prst="rect">
            <a:avLst/>
          </a:prstGeom>
        </p:spPr>
        <p:txBody>
          <a:bodyPr vert="horz" wrap="square" lIns="0" tIns="13335" rIns="0" bIns="0" rtlCol="0">
            <a:spAutoFit/>
          </a:bodyPr>
          <a:lstStyle/>
          <a:p>
            <a:pPr marL="12700">
              <a:spcBef>
                <a:spcPts val="105"/>
              </a:spcBef>
            </a:pPr>
            <a:r>
              <a:rPr lang="hu-HU" sz="3600" b="1" i="1" u="sng">
                <a:solidFill>
                  <a:schemeClr val="tx1"/>
                </a:solidFill>
                <a:latin typeface="Bookman Old Style"/>
                <a:cs typeface="Arial"/>
              </a:rPr>
              <a:t>Telep_R2 </a:t>
            </a:r>
            <a:r>
              <a:rPr sz="3600" u="sng" spc="-10">
                <a:solidFill>
                  <a:schemeClr val="tx1"/>
                </a:solidFill>
                <a:latin typeface="Bookman Old Style"/>
              </a:rPr>
              <a:t>forgalomirányító</a:t>
            </a:r>
            <a:endParaRPr lang="hu-HU" sz="3600" u="sng" spc="-10">
              <a:solidFill>
                <a:schemeClr val="tx1"/>
              </a:solidFill>
              <a:latin typeface="Bookman Old Style"/>
            </a:endParaRPr>
          </a:p>
        </p:txBody>
      </p:sp>
      <p:sp>
        <p:nvSpPr>
          <p:cNvPr id="5" name="Élőláb helye 1">
            <a:extLst>
              <a:ext uri="{FF2B5EF4-FFF2-40B4-BE49-F238E27FC236}">
                <a16:creationId xmlns:a16="http://schemas.microsoft.com/office/drawing/2014/main" id="{B490C1B4-5175-D7DE-D6D9-B1411D2A7776}"/>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dirty="0">
                <a:latin typeface="Bookman Old Style"/>
              </a:rPr>
              <a:t>2025-2026</a:t>
            </a:r>
            <a:endParaRPr lang="hu-HU" sz="1600" spc="-20" dirty="0">
              <a:latin typeface="Bookman Old Style" panose="02050604050505020204" pitchFamily="18" charset="0"/>
            </a:endParaRPr>
          </a:p>
        </p:txBody>
      </p:sp>
      <p:sp>
        <p:nvSpPr>
          <p:cNvPr id="3" name="Szövegdoboz 2">
            <a:extLst>
              <a:ext uri="{FF2B5EF4-FFF2-40B4-BE49-F238E27FC236}">
                <a16:creationId xmlns:a16="http://schemas.microsoft.com/office/drawing/2014/main" id="{A2A4846A-2F2E-8A1D-74DD-0CE566928B26}"/>
              </a:ext>
            </a:extLst>
          </p:cNvPr>
          <p:cNvSpPr txBox="1"/>
          <p:nvPr/>
        </p:nvSpPr>
        <p:spPr>
          <a:xfrm>
            <a:off x="536515" y="1383295"/>
            <a:ext cx="50419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rPr>
              <a:t>router </a:t>
            </a:r>
            <a:r>
              <a:rPr lang="en-US" dirty="0" err="1">
                <a:latin typeface="Bookman Old Style"/>
              </a:rPr>
              <a:t>ospf</a:t>
            </a:r>
            <a:r>
              <a:rPr lang="en-US" dirty="0">
                <a:latin typeface="Bookman Old Style"/>
              </a:rPr>
              <a:t> 4</a:t>
            </a:r>
            <a:endParaRPr lang="hu-HU">
              <a:latin typeface="Bookman Old Style"/>
            </a:endParaRPr>
          </a:p>
          <a:p>
            <a:r>
              <a:rPr lang="en-US">
                <a:latin typeface="Bookman Old Style"/>
                <a:ea typeface="+mn-lt"/>
                <a:cs typeface="+mn-lt"/>
              </a:rPr>
              <a:t>router-id 2.2.2.2</a:t>
            </a:r>
            <a:endParaRPr lang="en-US">
              <a:latin typeface="Bookman Old Style"/>
            </a:endParaRPr>
          </a:p>
          <a:p>
            <a:r>
              <a:rPr lang="en-US">
                <a:latin typeface="Bookman Old Style"/>
                <a:ea typeface="+mn-lt"/>
                <a:cs typeface="+mn-lt"/>
              </a:rPr>
              <a:t>network 172.16.0.0 0.0.255.255 area 0</a:t>
            </a:r>
          </a:p>
          <a:p>
            <a:r>
              <a:rPr lang="en-US">
                <a:latin typeface="Bookman Old Style"/>
                <a:ea typeface="+mn-lt"/>
                <a:cs typeface="+mn-lt"/>
              </a:rPr>
              <a:t>network 192.168.0.32 0.0.0.31 area 0</a:t>
            </a:r>
          </a:p>
          <a:p>
            <a:r>
              <a:rPr lang="en-US">
                <a:latin typeface="Bookman Old Style"/>
              </a:rPr>
              <a:t>passive-interface GigabitEthernet0/0/1</a:t>
            </a:r>
          </a:p>
          <a:p>
            <a:pPr algn="ctr"/>
            <a:endParaRPr lang="hu-HU" dirty="0">
              <a:latin typeface="Bookman Old Style"/>
            </a:endParaRPr>
          </a:p>
        </p:txBody>
      </p:sp>
      <p:sp>
        <p:nvSpPr>
          <p:cNvPr id="4" name="Szövegdoboz 3">
            <a:extLst>
              <a:ext uri="{FF2B5EF4-FFF2-40B4-BE49-F238E27FC236}">
                <a16:creationId xmlns:a16="http://schemas.microsoft.com/office/drawing/2014/main" id="{667B2001-9552-ABC7-2DD2-66F7C9D2A9BF}"/>
              </a:ext>
            </a:extLst>
          </p:cNvPr>
          <p:cNvSpPr txBox="1"/>
          <p:nvPr/>
        </p:nvSpPr>
        <p:spPr>
          <a:xfrm>
            <a:off x="4801702" y="3134870"/>
            <a:ext cx="50419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mn-lt"/>
                <a:cs typeface="+mn-lt"/>
              </a:rPr>
              <a:t>interface GigabitEthernet0/0/0</a:t>
            </a:r>
            <a:endParaRPr lang="hu-HU" dirty="0">
              <a:latin typeface="Bookman Old Style"/>
              <a:ea typeface="+mn-lt"/>
              <a:cs typeface="+mn-lt"/>
            </a:endParaRPr>
          </a:p>
          <a:p>
            <a:r>
              <a:rPr lang="en-US" dirty="0" err="1">
                <a:latin typeface="Bookman Old Style"/>
                <a:ea typeface="+mn-lt"/>
                <a:cs typeface="+mn-lt"/>
              </a:rPr>
              <a:t>ip</a:t>
            </a:r>
            <a:r>
              <a:rPr lang="en-US" dirty="0">
                <a:latin typeface="Bookman Old Style"/>
                <a:ea typeface="+mn-lt"/>
                <a:cs typeface="+mn-lt"/>
              </a:rPr>
              <a:t> address 192.168.0.33 255.255.255.224</a:t>
            </a:r>
          </a:p>
          <a:p>
            <a:r>
              <a:rPr lang="en-US" dirty="0">
                <a:latin typeface="Bookman Old Style"/>
                <a:ea typeface="+mn-lt"/>
                <a:cs typeface="+mn-lt"/>
              </a:rPr>
              <a:t>ipv6 </a:t>
            </a:r>
            <a:r>
              <a:rPr lang="en-US" dirty="0" err="1">
                <a:latin typeface="Bookman Old Style"/>
                <a:ea typeface="+mn-lt"/>
                <a:cs typeface="+mn-lt"/>
              </a:rPr>
              <a:t>ospf</a:t>
            </a:r>
            <a:r>
              <a:rPr lang="en-US" dirty="0">
                <a:latin typeface="Bookman Old Style"/>
                <a:ea typeface="+mn-lt"/>
                <a:cs typeface="+mn-lt"/>
              </a:rPr>
              <a:t> 6 area 0</a:t>
            </a:r>
          </a:p>
          <a:p>
            <a:endParaRPr lang="en-US" dirty="0">
              <a:latin typeface="Bookman Old Style"/>
            </a:endParaRPr>
          </a:p>
          <a:p>
            <a:r>
              <a:rPr lang="en-US" dirty="0">
                <a:latin typeface="Bookman Old Style"/>
                <a:ea typeface="+mn-lt"/>
                <a:cs typeface="+mn-lt"/>
              </a:rPr>
              <a:t>interface GigabitEthernet0/0/1</a:t>
            </a:r>
          </a:p>
          <a:p>
            <a:r>
              <a:rPr lang="en-US" dirty="0" err="1">
                <a:latin typeface="Bookman Old Style"/>
                <a:ea typeface="+mn-lt"/>
                <a:cs typeface="+mn-lt"/>
              </a:rPr>
              <a:t>ip</a:t>
            </a:r>
            <a:r>
              <a:rPr lang="en-US" dirty="0">
                <a:latin typeface="Bookman Old Style"/>
                <a:ea typeface="+mn-lt"/>
                <a:cs typeface="+mn-lt"/>
              </a:rPr>
              <a:t> address 172.16.0.2 255.255.0.0</a:t>
            </a:r>
          </a:p>
          <a:p>
            <a:r>
              <a:rPr lang="en-US" dirty="0">
                <a:latin typeface="Bookman Old Style"/>
                <a:ea typeface="+mn-lt"/>
                <a:cs typeface="+mn-lt"/>
              </a:rPr>
              <a:t>ipv6 </a:t>
            </a:r>
            <a:r>
              <a:rPr lang="en-US" dirty="0" err="1">
                <a:latin typeface="Bookman Old Style"/>
                <a:ea typeface="+mn-lt"/>
                <a:cs typeface="+mn-lt"/>
              </a:rPr>
              <a:t>ospf</a:t>
            </a:r>
            <a:r>
              <a:rPr lang="en-US" dirty="0">
                <a:latin typeface="Bookman Old Style"/>
                <a:ea typeface="+mn-lt"/>
                <a:cs typeface="+mn-lt"/>
              </a:rPr>
              <a:t> 6 area 0</a:t>
            </a:r>
          </a:p>
          <a:p>
            <a:pPr algn="ctr"/>
            <a:endParaRPr lang="hu-HU" dirty="0">
              <a:latin typeface="Bookman Old Style"/>
            </a:endParaRPr>
          </a:p>
        </p:txBody>
      </p:sp>
      <p:sp>
        <p:nvSpPr>
          <p:cNvPr id="7" name="Rectangle 7">
            <a:extLst>
              <a:ext uri="{FF2B5EF4-FFF2-40B4-BE49-F238E27FC236}">
                <a16:creationId xmlns:a16="http://schemas.microsoft.com/office/drawing/2014/main" id="{4FC7FC83-CD8E-2B2B-638B-38004B9F199C}"/>
              </a:ext>
            </a:extLst>
          </p:cNvPr>
          <p:cNvSpPr/>
          <p:nvPr/>
        </p:nvSpPr>
        <p:spPr>
          <a:xfrm>
            <a:off x="535024" y="1391735"/>
            <a:ext cx="4656505" cy="1580087"/>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7">
            <a:extLst>
              <a:ext uri="{FF2B5EF4-FFF2-40B4-BE49-F238E27FC236}">
                <a16:creationId xmlns:a16="http://schemas.microsoft.com/office/drawing/2014/main" id="{5FF73ABC-F5F8-C5CC-A95B-DCFA64C174E1}"/>
              </a:ext>
            </a:extLst>
          </p:cNvPr>
          <p:cNvSpPr/>
          <p:nvPr/>
        </p:nvSpPr>
        <p:spPr>
          <a:xfrm>
            <a:off x="4692459" y="3134327"/>
            <a:ext cx="5042617" cy="2083103"/>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66385949"/>
      </p:ext>
    </p:extLst>
  </p:cSld>
  <p:clrMapOvr>
    <a:masterClrMapping/>
  </p:clrMapOvr>
  <p:transition spd="med">
    <p:pull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388" y="374750"/>
            <a:ext cx="7778490" cy="567463"/>
          </a:xfrm>
          <a:prstGeom prst="rect">
            <a:avLst/>
          </a:prstGeom>
        </p:spPr>
        <p:txBody>
          <a:bodyPr vert="horz" wrap="square" lIns="0" tIns="13335" rIns="0" bIns="0" rtlCol="0">
            <a:spAutoFit/>
          </a:bodyPr>
          <a:lstStyle/>
          <a:p>
            <a:pPr marL="12700">
              <a:lnSpc>
                <a:spcPct val="100000"/>
              </a:lnSpc>
              <a:spcBef>
                <a:spcPts val="105"/>
              </a:spcBef>
            </a:pPr>
            <a:r>
              <a:rPr lang="hu-HU" sz="3600" b="1" i="1" u="sng" dirty="0" err="1">
                <a:solidFill>
                  <a:schemeClr val="tx1"/>
                </a:solidFill>
                <a:latin typeface="Bookman Old Style"/>
                <a:cs typeface="Arial"/>
              </a:rPr>
              <a:t>Iroda_R</a:t>
            </a:r>
            <a:r>
              <a:rPr lang="hu-HU" sz="3600" b="1" i="1" u="sng" dirty="0">
                <a:solidFill>
                  <a:schemeClr val="tx1"/>
                </a:solidFill>
                <a:latin typeface="Bookman Old Style"/>
                <a:cs typeface="Arial"/>
              </a:rPr>
              <a:t> </a:t>
            </a:r>
            <a:r>
              <a:rPr sz="3600" u="sng" spc="-10" dirty="0" err="1">
                <a:solidFill>
                  <a:schemeClr val="tx1"/>
                </a:solidFill>
                <a:latin typeface="Bookman Old Style"/>
              </a:rPr>
              <a:t>forgalomirányító</a:t>
            </a:r>
            <a:endParaRPr lang="en-US" sz="3600" u="sng" spc="-10">
              <a:solidFill>
                <a:schemeClr val="tx1"/>
              </a:solidFill>
              <a:latin typeface="Bookman Old Style"/>
            </a:endParaRPr>
          </a:p>
        </p:txBody>
      </p:sp>
      <p:sp>
        <p:nvSpPr>
          <p:cNvPr id="5" name="Élőláb helye 1">
            <a:extLst>
              <a:ext uri="{FF2B5EF4-FFF2-40B4-BE49-F238E27FC236}">
                <a16:creationId xmlns:a16="http://schemas.microsoft.com/office/drawing/2014/main" id="{1F7C4F66-4229-450C-B7D9-2B9FE071F9B4}"/>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dirty="0">
                <a:latin typeface="Bookman Old Style"/>
              </a:rPr>
              <a:t>2025-2026</a:t>
            </a:r>
            <a:endParaRPr lang="hu-HU" sz="1600" spc="-20" dirty="0">
              <a:latin typeface="Bookman Old Style" panose="02050604050505020204" pitchFamily="18" charset="0"/>
            </a:endParaRPr>
          </a:p>
        </p:txBody>
      </p:sp>
      <p:sp>
        <p:nvSpPr>
          <p:cNvPr id="4" name="Szövegdoboz 3">
            <a:extLst>
              <a:ext uri="{FF2B5EF4-FFF2-40B4-BE49-F238E27FC236}">
                <a16:creationId xmlns:a16="http://schemas.microsoft.com/office/drawing/2014/main" id="{7FDB3268-E932-4489-C22D-68845355BA6C}"/>
              </a:ext>
            </a:extLst>
          </p:cNvPr>
          <p:cNvSpPr txBox="1"/>
          <p:nvPr/>
        </p:nvSpPr>
        <p:spPr>
          <a:xfrm>
            <a:off x="536515" y="1383295"/>
            <a:ext cx="50419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mn-lt"/>
                <a:cs typeface="+mn-lt"/>
              </a:rPr>
              <a:t>router </a:t>
            </a:r>
            <a:r>
              <a:rPr lang="en-US" dirty="0" err="1">
                <a:latin typeface="Bookman Old Style"/>
                <a:ea typeface="+mn-lt"/>
                <a:cs typeface="+mn-lt"/>
              </a:rPr>
              <a:t>ospf</a:t>
            </a:r>
            <a:r>
              <a:rPr lang="en-US" dirty="0">
                <a:latin typeface="Bookman Old Style"/>
                <a:ea typeface="+mn-lt"/>
                <a:cs typeface="+mn-lt"/>
              </a:rPr>
              <a:t> 4</a:t>
            </a:r>
            <a:endParaRPr lang="hu-HU" dirty="0">
              <a:latin typeface="Bookman Old Style"/>
              <a:ea typeface="+mn-lt"/>
              <a:cs typeface="+mn-lt"/>
            </a:endParaRPr>
          </a:p>
          <a:p>
            <a:r>
              <a:rPr lang="en-US">
                <a:latin typeface="Bookman Old Style"/>
                <a:ea typeface="+mn-lt"/>
                <a:cs typeface="+mn-lt"/>
              </a:rPr>
              <a:t>router-id 6.6.6.6</a:t>
            </a:r>
            <a:endParaRPr lang="en-US">
              <a:latin typeface="Bookman Old Style"/>
            </a:endParaRPr>
          </a:p>
          <a:p>
            <a:r>
              <a:rPr lang="en-US">
                <a:latin typeface="Bookman Old Style"/>
                <a:ea typeface="+mn-lt"/>
                <a:cs typeface="+mn-lt"/>
              </a:rPr>
              <a:t>network 192.168.0.224 0.0.0.31 area 0</a:t>
            </a:r>
            <a:endParaRPr lang="en-US">
              <a:latin typeface="Bookman Old Style"/>
            </a:endParaRPr>
          </a:p>
          <a:p>
            <a:r>
              <a:rPr lang="en-US">
                <a:latin typeface="Bookman Old Style"/>
                <a:ea typeface="+mn-lt"/>
                <a:cs typeface="+mn-lt"/>
              </a:rPr>
              <a:t>network 192.168.1.0 0.0.0.255 area 0</a:t>
            </a:r>
            <a:endParaRPr lang="en-US">
              <a:latin typeface="Bookman Old Style"/>
            </a:endParaRPr>
          </a:p>
          <a:p>
            <a:r>
              <a:rPr lang="en-US">
                <a:latin typeface="Bookman Old Style"/>
                <a:ea typeface="+mn-lt"/>
                <a:cs typeface="+mn-lt"/>
              </a:rPr>
              <a:t>network 192.168.2.0 0.0.0.255 area 0</a:t>
            </a:r>
            <a:endParaRPr lang="en-US">
              <a:latin typeface="Bookman Old Style"/>
            </a:endParaRPr>
          </a:p>
          <a:p>
            <a:r>
              <a:rPr lang="en-US">
                <a:latin typeface="Bookman Old Style"/>
                <a:ea typeface="+mn-lt"/>
                <a:cs typeface="+mn-lt"/>
              </a:rPr>
              <a:t>network 192.168.3.0 0.0.0.255 area 0</a:t>
            </a:r>
            <a:endParaRPr lang="en-US">
              <a:latin typeface="Bookman Old Style"/>
            </a:endParaRPr>
          </a:p>
          <a:p>
            <a:r>
              <a:rPr lang="en-US">
                <a:latin typeface="Bookman Old Style"/>
                <a:ea typeface="+mn-lt"/>
                <a:cs typeface="+mn-lt"/>
              </a:rPr>
              <a:t>network 192.168.99.0 0.0.0.255 area 0</a:t>
            </a:r>
            <a:endParaRPr lang="en-US" dirty="0">
              <a:latin typeface="Bookman Old Style"/>
              <a:ea typeface="+mn-lt"/>
              <a:cs typeface="+mn-lt"/>
            </a:endParaRPr>
          </a:p>
          <a:p>
            <a:r>
              <a:rPr lang="en-US">
                <a:latin typeface="Bookman Old Style"/>
                <a:ea typeface="+mn-lt"/>
                <a:cs typeface="+mn-lt"/>
              </a:rPr>
              <a:t>network 192.168.100.0 0.0.0.255 area 0</a:t>
            </a:r>
            <a:endParaRPr lang="en-US" dirty="0">
              <a:latin typeface="Bookman Old Style"/>
              <a:ea typeface="+mn-lt"/>
              <a:cs typeface="+mn-lt"/>
            </a:endParaRPr>
          </a:p>
          <a:p>
            <a:r>
              <a:rPr lang="en-US">
                <a:latin typeface="Bookman Old Style"/>
                <a:ea typeface="+mn-lt"/>
                <a:cs typeface="+mn-lt"/>
              </a:rPr>
              <a:t>passive-interface GigabitEthernet0/0/0</a:t>
            </a:r>
            <a:endParaRPr lang="hu-HU">
              <a:latin typeface="Bookman Old Style"/>
            </a:endParaRPr>
          </a:p>
        </p:txBody>
      </p:sp>
      <p:sp>
        <p:nvSpPr>
          <p:cNvPr id="7" name="Rectangle 7">
            <a:extLst>
              <a:ext uri="{FF2B5EF4-FFF2-40B4-BE49-F238E27FC236}">
                <a16:creationId xmlns:a16="http://schemas.microsoft.com/office/drawing/2014/main" id="{B0DB1205-5159-87F3-9DC9-D47D30CEA3A0}"/>
              </a:ext>
            </a:extLst>
          </p:cNvPr>
          <p:cNvSpPr/>
          <p:nvPr/>
        </p:nvSpPr>
        <p:spPr>
          <a:xfrm>
            <a:off x="535024" y="1382753"/>
            <a:ext cx="4818133" cy="2675943"/>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Szövegdoboz 7">
            <a:extLst>
              <a:ext uri="{FF2B5EF4-FFF2-40B4-BE49-F238E27FC236}">
                <a16:creationId xmlns:a16="http://schemas.microsoft.com/office/drawing/2014/main" id="{DF801D1A-26AF-4CD6-E63F-A5B0CEFB82EC}"/>
              </a:ext>
            </a:extLst>
          </p:cNvPr>
          <p:cNvSpPr txBox="1"/>
          <p:nvPr/>
        </p:nvSpPr>
        <p:spPr>
          <a:xfrm>
            <a:off x="4729868" y="4410376"/>
            <a:ext cx="50419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rPr>
              <a:t>interface GigabitEthernet0/0/1</a:t>
            </a:r>
            <a:br>
              <a:rPr lang="en-US" dirty="0">
                <a:latin typeface="Bookman Old Style"/>
              </a:rPr>
            </a:br>
            <a:r>
              <a:rPr lang="en-US" dirty="0" err="1">
                <a:latin typeface="Bookman Old Style"/>
              </a:rPr>
              <a:t>ip</a:t>
            </a:r>
            <a:r>
              <a:rPr lang="en-US" dirty="0">
                <a:latin typeface="Bookman Old Style"/>
              </a:rPr>
              <a:t> address 192.168.0.227 255.255.255.224</a:t>
            </a:r>
          </a:p>
          <a:p>
            <a:pPr algn="ctr"/>
            <a:endParaRPr lang="hu-HU" dirty="0">
              <a:latin typeface="Bookman Old Style"/>
            </a:endParaRPr>
          </a:p>
        </p:txBody>
      </p:sp>
      <p:sp>
        <p:nvSpPr>
          <p:cNvPr id="9" name="Rectangle 7">
            <a:extLst>
              <a:ext uri="{FF2B5EF4-FFF2-40B4-BE49-F238E27FC236}">
                <a16:creationId xmlns:a16="http://schemas.microsoft.com/office/drawing/2014/main" id="{89D8176C-6041-B77C-3F55-77FD3A8959EA}"/>
              </a:ext>
            </a:extLst>
          </p:cNvPr>
          <p:cNvSpPr/>
          <p:nvPr/>
        </p:nvSpPr>
        <p:spPr>
          <a:xfrm>
            <a:off x="4728377" y="4320009"/>
            <a:ext cx="5042616" cy="83454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35478130"/>
      </p:ext>
    </p:extLst>
  </p:cSld>
  <p:clrMapOvr>
    <a:masterClrMapping/>
  </p:clrMapOvr>
  <p:transition spd="med">
    <p:pull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5944" y="369457"/>
            <a:ext cx="9231912" cy="567463"/>
          </a:xfrm>
          <a:prstGeom prst="rect">
            <a:avLst/>
          </a:prstGeom>
        </p:spPr>
        <p:txBody>
          <a:bodyPr vert="horz" wrap="square" lIns="0" tIns="13335" rIns="0" bIns="0" rtlCol="0">
            <a:spAutoFit/>
          </a:bodyPr>
          <a:lstStyle/>
          <a:p>
            <a:pPr marL="12700">
              <a:lnSpc>
                <a:spcPct val="100000"/>
              </a:lnSpc>
              <a:spcBef>
                <a:spcPts val="105"/>
              </a:spcBef>
            </a:pPr>
            <a:r>
              <a:rPr lang="hu-HU" sz="3600" b="1" i="1" u="sng" dirty="0" err="1">
                <a:solidFill>
                  <a:schemeClr val="tx1"/>
                </a:solidFill>
                <a:latin typeface="Bookman Old Style"/>
                <a:cs typeface="Arial"/>
              </a:rPr>
              <a:t>Szerverpark_R</a:t>
            </a:r>
            <a:r>
              <a:rPr lang="hu-HU" sz="3600" b="1" i="1" u="sng" dirty="0">
                <a:solidFill>
                  <a:schemeClr val="tx1"/>
                </a:solidFill>
                <a:latin typeface="Bookman Old Style"/>
                <a:cs typeface="Arial"/>
              </a:rPr>
              <a:t> </a:t>
            </a:r>
            <a:r>
              <a:rPr sz="3600" u="sng" spc="-10" dirty="0" err="1">
                <a:solidFill>
                  <a:schemeClr val="tx1"/>
                </a:solidFill>
                <a:latin typeface="Bookman Old Style"/>
              </a:rPr>
              <a:t>forgalomirányító</a:t>
            </a:r>
            <a:endParaRPr lang="en-US" sz="3600" u="sng" spc="-10">
              <a:solidFill>
                <a:schemeClr val="tx1"/>
              </a:solidFill>
              <a:latin typeface="Bookman Old Style"/>
            </a:endParaRPr>
          </a:p>
        </p:txBody>
      </p:sp>
      <p:sp>
        <p:nvSpPr>
          <p:cNvPr id="6" name="Élőláb helye 1">
            <a:extLst>
              <a:ext uri="{FF2B5EF4-FFF2-40B4-BE49-F238E27FC236}">
                <a16:creationId xmlns:a16="http://schemas.microsoft.com/office/drawing/2014/main" id="{E8E55E48-0020-4E71-9724-7F1764D990A2}"/>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dirty="0">
                <a:latin typeface="Bookman Old Style"/>
              </a:rPr>
              <a:t>2025-2026</a:t>
            </a:r>
            <a:endParaRPr lang="hu-HU" sz="1600" spc="-20" dirty="0">
              <a:latin typeface="Bookman Old Style" panose="02050604050505020204" pitchFamily="18" charset="0"/>
            </a:endParaRPr>
          </a:p>
        </p:txBody>
      </p:sp>
      <p:sp>
        <p:nvSpPr>
          <p:cNvPr id="4" name="Szövegdoboz 3">
            <a:extLst>
              <a:ext uri="{FF2B5EF4-FFF2-40B4-BE49-F238E27FC236}">
                <a16:creationId xmlns:a16="http://schemas.microsoft.com/office/drawing/2014/main" id="{4F9373AD-03DF-EF55-EC22-C455EABBFC95}"/>
              </a:ext>
            </a:extLst>
          </p:cNvPr>
          <p:cNvSpPr txBox="1"/>
          <p:nvPr/>
        </p:nvSpPr>
        <p:spPr>
          <a:xfrm>
            <a:off x="168362" y="1158734"/>
            <a:ext cx="50419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mn-lt"/>
                <a:cs typeface="+mn-lt"/>
              </a:rPr>
              <a:t>router </a:t>
            </a:r>
            <a:r>
              <a:rPr lang="en-US" dirty="0" err="1">
                <a:latin typeface="Bookman Old Style"/>
                <a:ea typeface="+mn-lt"/>
                <a:cs typeface="+mn-lt"/>
              </a:rPr>
              <a:t>ospf</a:t>
            </a:r>
            <a:r>
              <a:rPr lang="en-US" dirty="0">
                <a:latin typeface="Bookman Old Style"/>
                <a:ea typeface="+mn-lt"/>
                <a:cs typeface="+mn-lt"/>
              </a:rPr>
              <a:t> 4</a:t>
            </a:r>
            <a:endParaRPr lang="hu-HU" dirty="0">
              <a:latin typeface="Bookman Old Style"/>
              <a:ea typeface="+mn-lt"/>
              <a:cs typeface="+mn-lt"/>
            </a:endParaRPr>
          </a:p>
          <a:p>
            <a:r>
              <a:rPr lang="en-US">
                <a:latin typeface="Bookman Old Style"/>
                <a:ea typeface="+mn-lt"/>
                <a:cs typeface="+mn-lt"/>
              </a:rPr>
              <a:t>router-id 5.5.5.5</a:t>
            </a:r>
            <a:endParaRPr lang="en-US">
              <a:latin typeface="Bookman Old Style"/>
            </a:endParaRPr>
          </a:p>
          <a:p>
            <a:r>
              <a:rPr lang="en-US">
                <a:latin typeface="Bookman Old Style"/>
                <a:ea typeface="+mn-lt"/>
                <a:cs typeface="+mn-lt"/>
              </a:rPr>
              <a:t>network 192.168.0.160 0.0.0.31 area 0</a:t>
            </a:r>
            <a:endParaRPr lang="en-US" dirty="0">
              <a:latin typeface="Bookman Old Style"/>
              <a:ea typeface="+mn-lt"/>
              <a:cs typeface="+mn-lt"/>
            </a:endParaRPr>
          </a:p>
          <a:p>
            <a:r>
              <a:rPr lang="en-US">
                <a:latin typeface="Bookman Old Style"/>
                <a:ea typeface="+mn-lt"/>
                <a:cs typeface="+mn-lt"/>
              </a:rPr>
              <a:t>network 192.168.0.192 0.0.0.31 area 0</a:t>
            </a:r>
            <a:endParaRPr lang="en-US" dirty="0">
              <a:latin typeface="Bookman Old Style"/>
              <a:ea typeface="+mn-lt"/>
              <a:cs typeface="+mn-lt"/>
            </a:endParaRPr>
          </a:p>
          <a:p>
            <a:r>
              <a:rPr lang="en-US">
                <a:latin typeface="Bookman Old Style"/>
                <a:ea typeface="+mn-lt"/>
                <a:cs typeface="+mn-lt"/>
              </a:rPr>
              <a:t>network 192.168.0.224 0.0.0.31 area 0</a:t>
            </a:r>
            <a:endParaRPr lang="en-US" dirty="0">
              <a:latin typeface="Bookman Old Style"/>
              <a:ea typeface="+mn-lt"/>
              <a:cs typeface="+mn-lt"/>
            </a:endParaRPr>
          </a:p>
          <a:p>
            <a:r>
              <a:rPr lang="en-US">
                <a:latin typeface="Bookman Old Style"/>
                <a:ea typeface="+mn-lt"/>
                <a:cs typeface="+mn-lt"/>
              </a:rPr>
              <a:t>network 200.100.50.0 0.0.0.255 area 0</a:t>
            </a:r>
            <a:endParaRPr lang="en-US" dirty="0">
              <a:latin typeface="Bookman Old Style"/>
              <a:ea typeface="+mn-lt"/>
              <a:cs typeface="+mn-lt"/>
            </a:endParaRPr>
          </a:p>
          <a:p>
            <a:r>
              <a:rPr lang="en-US">
                <a:latin typeface="Bookman Old Style"/>
                <a:ea typeface="+mn-lt"/>
                <a:cs typeface="+mn-lt"/>
              </a:rPr>
              <a:t>passive-interface GigabitEthernet0/0/0</a:t>
            </a:r>
            <a:endParaRPr lang="hu-HU">
              <a:latin typeface="Bookman Old Style"/>
              <a:ea typeface="+mn-lt"/>
              <a:cs typeface="+mn-lt"/>
            </a:endParaRPr>
          </a:p>
        </p:txBody>
      </p:sp>
      <p:sp>
        <p:nvSpPr>
          <p:cNvPr id="7" name="Rectangle 7">
            <a:extLst>
              <a:ext uri="{FF2B5EF4-FFF2-40B4-BE49-F238E27FC236}">
                <a16:creationId xmlns:a16="http://schemas.microsoft.com/office/drawing/2014/main" id="{C8B0DD39-DD78-A8D4-AD80-1711D964E51D}"/>
              </a:ext>
            </a:extLst>
          </p:cNvPr>
          <p:cNvSpPr/>
          <p:nvPr/>
        </p:nvSpPr>
        <p:spPr>
          <a:xfrm>
            <a:off x="166870" y="1158192"/>
            <a:ext cx="4719361" cy="202920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Szövegdoboz 7">
            <a:extLst>
              <a:ext uri="{FF2B5EF4-FFF2-40B4-BE49-F238E27FC236}">
                <a16:creationId xmlns:a16="http://schemas.microsoft.com/office/drawing/2014/main" id="{D2FC22AB-504B-A3E1-E52E-4B76D5EDE7F7}"/>
              </a:ext>
            </a:extLst>
          </p:cNvPr>
          <p:cNvSpPr txBox="1"/>
          <p:nvPr/>
        </p:nvSpPr>
        <p:spPr>
          <a:xfrm>
            <a:off x="5044144" y="1158734"/>
            <a:ext cx="50419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interface GigabitEthernet0/0/0</a:t>
            </a:r>
            <a:br>
              <a:rPr lang="en-US" dirty="0"/>
            </a:br>
            <a:r>
              <a:rPr lang="en-US" dirty="0" err="1"/>
              <a:t>ip</a:t>
            </a:r>
            <a:r>
              <a:rPr lang="en-US" dirty="0"/>
              <a:t> address 200.100.50.254 255.255.255.0</a:t>
            </a:r>
          </a:p>
          <a:p>
            <a:endParaRPr lang="en-US" dirty="0"/>
          </a:p>
          <a:p>
            <a:r>
              <a:rPr lang="en-US" dirty="0">
                <a:ea typeface="+mn-lt"/>
                <a:cs typeface="+mn-lt"/>
              </a:rPr>
              <a:t>interface GigabitEthernet0/0/1</a:t>
            </a:r>
            <a:endParaRPr lang="en-US" dirty="0"/>
          </a:p>
          <a:p>
            <a:r>
              <a:rPr lang="en-US" dirty="0" err="1">
                <a:ea typeface="+mn-lt"/>
                <a:cs typeface="+mn-lt"/>
              </a:rPr>
              <a:t>ip</a:t>
            </a:r>
            <a:r>
              <a:rPr lang="en-US" dirty="0">
                <a:ea typeface="+mn-lt"/>
                <a:cs typeface="+mn-lt"/>
              </a:rPr>
              <a:t> address 192.168.0.226 255.255.255.224</a:t>
            </a:r>
            <a:endParaRPr lang="en-US" dirty="0"/>
          </a:p>
          <a:p>
            <a:endParaRPr lang="en-US" dirty="0"/>
          </a:p>
          <a:p>
            <a:r>
              <a:rPr lang="en-US" dirty="0">
                <a:ea typeface="+mn-lt"/>
                <a:cs typeface="+mn-lt"/>
              </a:rPr>
              <a:t>interface Serial0/1/0</a:t>
            </a:r>
            <a:endParaRPr lang="en-US" dirty="0"/>
          </a:p>
          <a:p>
            <a:r>
              <a:rPr lang="en-US" dirty="0" err="1">
                <a:ea typeface="+mn-lt"/>
                <a:cs typeface="+mn-lt"/>
              </a:rPr>
              <a:t>ip</a:t>
            </a:r>
            <a:r>
              <a:rPr lang="en-US" dirty="0">
                <a:ea typeface="+mn-lt"/>
                <a:cs typeface="+mn-lt"/>
              </a:rPr>
              <a:t> address 192.168.0.162 255.255.255.224</a:t>
            </a:r>
            <a:endParaRPr lang="en-US" dirty="0"/>
          </a:p>
          <a:p>
            <a:endParaRPr lang="en-US" dirty="0"/>
          </a:p>
          <a:p>
            <a:r>
              <a:rPr lang="en-US" dirty="0">
                <a:ea typeface="+mn-lt"/>
                <a:cs typeface="+mn-lt"/>
              </a:rPr>
              <a:t>interface Serial0/1/1</a:t>
            </a:r>
            <a:endParaRPr lang="en-US" dirty="0"/>
          </a:p>
          <a:p>
            <a:r>
              <a:rPr lang="en-US" dirty="0" err="1">
                <a:ea typeface="+mn-lt"/>
                <a:cs typeface="+mn-lt"/>
              </a:rPr>
              <a:t>ip</a:t>
            </a:r>
            <a:r>
              <a:rPr lang="en-US" dirty="0">
                <a:ea typeface="+mn-lt"/>
                <a:cs typeface="+mn-lt"/>
              </a:rPr>
              <a:t> address 192.168.0.194 255.255.255.224</a:t>
            </a:r>
            <a:endParaRPr lang="en-US" dirty="0"/>
          </a:p>
          <a:p>
            <a:endParaRPr lang="en-US" dirty="0"/>
          </a:p>
          <a:p>
            <a:r>
              <a:rPr lang="en-US" dirty="0">
                <a:ea typeface="+mn-lt"/>
                <a:cs typeface="+mn-lt"/>
              </a:rPr>
              <a:t>interface Serial0/1/1</a:t>
            </a:r>
            <a:endParaRPr lang="en-US" dirty="0"/>
          </a:p>
          <a:p>
            <a:r>
              <a:rPr lang="en-US" dirty="0" err="1">
                <a:ea typeface="+mn-lt"/>
                <a:cs typeface="+mn-lt"/>
              </a:rPr>
              <a:t>ip</a:t>
            </a:r>
            <a:r>
              <a:rPr lang="en-US" dirty="0">
                <a:ea typeface="+mn-lt"/>
                <a:cs typeface="+mn-lt"/>
              </a:rPr>
              <a:t> address 192.168.0.194 255.255.255.224</a:t>
            </a:r>
            <a:endParaRPr lang="en-US" dirty="0"/>
          </a:p>
          <a:p>
            <a:endParaRPr lang="en-US" dirty="0"/>
          </a:p>
          <a:p>
            <a:pPr algn="ctr"/>
            <a:endParaRPr lang="hu-HU"/>
          </a:p>
        </p:txBody>
      </p:sp>
      <p:sp>
        <p:nvSpPr>
          <p:cNvPr id="9" name="Rectangle 7">
            <a:extLst>
              <a:ext uri="{FF2B5EF4-FFF2-40B4-BE49-F238E27FC236}">
                <a16:creationId xmlns:a16="http://schemas.microsoft.com/office/drawing/2014/main" id="{BDDC8FAA-3EAF-3ED6-ECBB-E8A7244FE01B}"/>
              </a:ext>
            </a:extLst>
          </p:cNvPr>
          <p:cNvSpPr/>
          <p:nvPr/>
        </p:nvSpPr>
        <p:spPr>
          <a:xfrm>
            <a:off x="5042759" y="1158191"/>
            <a:ext cx="4638547" cy="4041273"/>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700151282"/>
      </p:ext>
    </p:extLst>
  </p:cSld>
  <p:clrMapOvr>
    <a:masterClrMapping/>
  </p:clrMapOvr>
  <p:transition spd="med">
    <p:pull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388" y="374750"/>
            <a:ext cx="7778490" cy="567463"/>
          </a:xfrm>
          <a:prstGeom prst="rect">
            <a:avLst/>
          </a:prstGeom>
        </p:spPr>
        <p:txBody>
          <a:bodyPr vert="horz" wrap="square" lIns="0" tIns="13335" rIns="0" bIns="0" rtlCol="0">
            <a:spAutoFit/>
          </a:bodyPr>
          <a:lstStyle/>
          <a:p>
            <a:pPr marL="12700">
              <a:lnSpc>
                <a:spcPct val="100000"/>
              </a:lnSpc>
              <a:spcBef>
                <a:spcPts val="105"/>
              </a:spcBef>
            </a:pPr>
            <a:r>
              <a:rPr lang="hu-HU" sz="3600" b="1" i="1" u="sng" dirty="0">
                <a:solidFill>
                  <a:schemeClr val="tx1"/>
                </a:solidFill>
                <a:latin typeface="Bookman Old Style"/>
                <a:cs typeface="Arial"/>
              </a:rPr>
              <a:t>ISP_R1</a:t>
            </a:r>
            <a:r>
              <a:rPr sz="3600" b="1" i="1" u="sng" spc="-30" dirty="0">
                <a:solidFill>
                  <a:schemeClr val="tx1"/>
                </a:solidFill>
                <a:latin typeface="Bookman Old Style"/>
                <a:cs typeface="Arial"/>
              </a:rPr>
              <a:t> </a:t>
            </a:r>
            <a:r>
              <a:rPr sz="3600" u="sng" spc="-10" err="1">
                <a:solidFill>
                  <a:schemeClr val="tx1"/>
                </a:solidFill>
                <a:latin typeface="Bookman Old Style"/>
              </a:rPr>
              <a:t>forgalomirányító</a:t>
            </a:r>
            <a:endParaRPr lang="en-US" sz="3600" u="sng" spc="-10">
              <a:solidFill>
                <a:schemeClr val="tx1"/>
              </a:solidFill>
              <a:latin typeface="Bookman Old Style"/>
            </a:endParaRPr>
          </a:p>
        </p:txBody>
      </p:sp>
      <p:sp>
        <p:nvSpPr>
          <p:cNvPr id="6" name="Élőláb helye 1">
            <a:extLst>
              <a:ext uri="{FF2B5EF4-FFF2-40B4-BE49-F238E27FC236}">
                <a16:creationId xmlns:a16="http://schemas.microsoft.com/office/drawing/2014/main" id="{CEFDF4C6-0FCB-48D0-A307-3C9B3D84D84E}"/>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dirty="0">
                <a:latin typeface="Bookman Old Style"/>
              </a:rPr>
              <a:t>2025-2026</a:t>
            </a:r>
            <a:endParaRPr lang="hu-HU" sz="1600" spc="-20" dirty="0">
              <a:latin typeface="Bookman Old Style" panose="02050604050505020204" pitchFamily="18" charset="0"/>
            </a:endParaRPr>
          </a:p>
        </p:txBody>
      </p:sp>
      <p:sp>
        <p:nvSpPr>
          <p:cNvPr id="4" name="Szövegdoboz 3">
            <a:extLst>
              <a:ext uri="{FF2B5EF4-FFF2-40B4-BE49-F238E27FC236}">
                <a16:creationId xmlns:a16="http://schemas.microsoft.com/office/drawing/2014/main" id="{D107674A-BF12-EE64-DBC7-22C71AA67D3C}"/>
              </a:ext>
            </a:extLst>
          </p:cNvPr>
          <p:cNvSpPr txBox="1"/>
          <p:nvPr/>
        </p:nvSpPr>
        <p:spPr>
          <a:xfrm>
            <a:off x="168362" y="1158734"/>
            <a:ext cx="50419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mn-lt"/>
                <a:cs typeface="+mn-lt"/>
              </a:rPr>
              <a:t>router </a:t>
            </a:r>
            <a:r>
              <a:rPr lang="en-US" dirty="0" err="1">
                <a:latin typeface="Bookman Old Style"/>
                <a:ea typeface="+mn-lt"/>
                <a:cs typeface="+mn-lt"/>
              </a:rPr>
              <a:t>ospf</a:t>
            </a:r>
            <a:r>
              <a:rPr lang="en-US" dirty="0">
                <a:latin typeface="Bookman Old Style"/>
                <a:ea typeface="+mn-lt"/>
                <a:cs typeface="+mn-lt"/>
              </a:rPr>
              <a:t> 4</a:t>
            </a:r>
            <a:endParaRPr lang="hu-HU">
              <a:latin typeface="Bookman Old Style"/>
              <a:ea typeface="+mn-lt"/>
              <a:cs typeface="+mn-lt"/>
            </a:endParaRPr>
          </a:p>
          <a:p>
            <a:r>
              <a:rPr lang="en-US">
                <a:latin typeface="Bookman Old Style"/>
                <a:ea typeface="+mn-lt"/>
                <a:cs typeface="+mn-lt"/>
              </a:rPr>
              <a:t>router-id 3.3.3.3</a:t>
            </a:r>
            <a:endParaRPr lang="en-US">
              <a:latin typeface="Bookman Old Style"/>
            </a:endParaRPr>
          </a:p>
          <a:p>
            <a:r>
              <a:rPr lang="en-US">
                <a:latin typeface="Bookman Old Style"/>
                <a:ea typeface="+mn-lt"/>
                <a:cs typeface="+mn-lt"/>
              </a:rPr>
              <a:t>network 192.168.0.0 0.0.0.31 area 0</a:t>
            </a:r>
            <a:endParaRPr lang="en-US" dirty="0">
              <a:latin typeface="Bookman Old Style"/>
              <a:ea typeface="+mn-lt"/>
              <a:cs typeface="+mn-lt"/>
            </a:endParaRPr>
          </a:p>
          <a:p>
            <a:r>
              <a:rPr lang="en-US">
                <a:latin typeface="Bookman Old Style"/>
                <a:ea typeface="+mn-lt"/>
                <a:cs typeface="+mn-lt"/>
              </a:rPr>
              <a:t>network 192.168.0.64 0.0.0.31 area 0</a:t>
            </a:r>
            <a:endParaRPr lang="en-US" dirty="0">
              <a:latin typeface="Bookman Old Style"/>
              <a:ea typeface="+mn-lt"/>
              <a:cs typeface="+mn-lt"/>
            </a:endParaRPr>
          </a:p>
          <a:p>
            <a:r>
              <a:rPr lang="en-US">
                <a:latin typeface="Bookman Old Style"/>
                <a:ea typeface="+mn-lt"/>
                <a:cs typeface="+mn-lt"/>
              </a:rPr>
              <a:t>network 192.168.0.96 0.0.0.31 area 0</a:t>
            </a:r>
            <a:endParaRPr lang="en-US" dirty="0">
              <a:latin typeface="Bookman Old Style"/>
              <a:ea typeface="+mn-lt"/>
              <a:cs typeface="+mn-lt"/>
            </a:endParaRPr>
          </a:p>
          <a:p>
            <a:r>
              <a:rPr lang="en-US">
                <a:latin typeface="Bookman Old Style"/>
                <a:ea typeface="+mn-lt"/>
                <a:cs typeface="+mn-lt"/>
              </a:rPr>
              <a:t>network 192.168.0.128 0.0.0.31 area 0</a:t>
            </a:r>
            <a:endParaRPr lang="en-US" dirty="0">
              <a:latin typeface="Bookman Old Style"/>
              <a:ea typeface="+mn-lt"/>
              <a:cs typeface="+mn-lt"/>
            </a:endParaRPr>
          </a:p>
          <a:p>
            <a:endParaRPr lang="en-US" dirty="0">
              <a:latin typeface="Bookman Old Style"/>
              <a:ea typeface="+mn-lt"/>
              <a:cs typeface="+mn-lt"/>
            </a:endParaRPr>
          </a:p>
        </p:txBody>
      </p:sp>
      <p:sp>
        <p:nvSpPr>
          <p:cNvPr id="7" name="Rectangle 7">
            <a:extLst>
              <a:ext uri="{FF2B5EF4-FFF2-40B4-BE49-F238E27FC236}">
                <a16:creationId xmlns:a16="http://schemas.microsoft.com/office/drawing/2014/main" id="{F4801FB9-2694-8725-A1DB-92BF07825110}"/>
              </a:ext>
            </a:extLst>
          </p:cNvPr>
          <p:cNvSpPr/>
          <p:nvPr/>
        </p:nvSpPr>
        <p:spPr>
          <a:xfrm>
            <a:off x="166870" y="1158192"/>
            <a:ext cx="4593651" cy="180464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Szövegdoboz 7">
            <a:extLst>
              <a:ext uri="{FF2B5EF4-FFF2-40B4-BE49-F238E27FC236}">
                <a16:creationId xmlns:a16="http://schemas.microsoft.com/office/drawing/2014/main" id="{20ECF713-07C3-90D0-05BB-C90AA4F3A111}"/>
              </a:ext>
            </a:extLst>
          </p:cNvPr>
          <p:cNvSpPr txBox="1"/>
          <p:nvPr/>
        </p:nvSpPr>
        <p:spPr>
          <a:xfrm>
            <a:off x="4990270" y="2056978"/>
            <a:ext cx="5329238"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rPr>
              <a:t>interface GigabitEthernet0/0/0</a:t>
            </a:r>
            <a:br>
              <a:rPr lang="en-US" dirty="0">
                <a:latin typeface="Bookman Old Style"/>
              </a:rPr>
            </a:br>
            <a:r>
              <a:rPr lang="en-US" dirty="0" err="1">
                <a:latin typeface="Bookman Old Style"/>
              </a:rPr>
              <a:t>ip</a:t>
            </a:r>
            <a:r>
              <a:rPr lang="en-US" dirty="0">
                <a:latin typeface="Bookman Old Style"/>
              </a:rPr>
              <a:t> address 192.168.0.2 255.255.255.224</a:t>
            </a:r>
          </a:p>
          <a:p>
            <a:endParaRPr lang="en-US" dirty="0">
              <a:latin typeface="Bookman Old Style"/>
            </a:endParaRPr>
          </a:p>
          <a:p>
            <a:r>
              <a:rPr lang="en-US" dirty="0">
                <a:latin typeface="Bookman Old Style"/>
                <a:ea typeface="+mn-lt"/>
                <a:cs typeface="+mn-lt"/>
              </a:rPr>
              <a:t>interface GigabitEthernet0/0/1</a:t>
            </a:r>
            <a:endParaRPr lang="en-US">
              <a:latin typeface="Bookman Old Style"/>
            </a:endParaRPr>
          </a:p>
          <a:p>
            <a:r>
              <a:rPr lang="en-US" dirty="0" err="1">
                <a:latin typeface="Bookman Old Style"/>
                <a:ea typeface="+mn-lt"/>
                <a:cs typeface="+mn-lt"/>
              </a:rPr>
              <a:t>ip</a:t>
            </a:r>
            <a:r>
              <a:rPr lang="en-US" dirty="0">
                <a:latin typeface="Bookman Old Style"/>
                <a:ea typeface="+mn-lt"/>
                <a:cs typeface="+mn-lt"/>
              </a:rPr>
              <a:t> address 192.168.0.65 255.255.255.224</a:t>
            </a:r>
            <a:endParaRPr lang="en-US">
              <a:latin typeface="Bookman Old Style"/>
            </a:endParaRPr>
          </a:p>
          <a:p>
            <a:endParaRPr lang="en-US" dirty="0">
              <a:latin typeface="Bookman Old Style"/>
            </a:endParaRPr>
          </a:p>
          <a:p>
            <a:r>
              <a:rPr lang="en-US" dirty="0">
                <a:latin typeface="Bookman Old Style"/>
                <a:ea typeface="+mn-lt"/>
                <a:cs typeface="+mn-lt"/>
              </a:rPr>
              <a:t>interface Serial0/1/0</a:t>
            </a:r>
          </a:p>
          <a:p>
            <a:r>
              <a:rPr lang="en-US" dirty="0" err="1">
                <a:latin typeface="Bookman Old Style"/>
                <a:ea typeface="+mn-lt"/>
                <a:cs typeface="+mn-lt"/>
              </a:rPr>
              <a:t>ip</a:t>
            </a:r>
            <a:r>
              <a:rPr lang="en-US" dirty="0">
                <a:latin typeface="Bookman Old Style"/>
                <a:ea typeface="+mn-lt"/>
                <a:cs typeface="+mn-lt"/>
              </a:rPr>
              <a:t> address 192.168.0.97 255.255.255.224</a:t>
            </a:r>
          </a:p>
          <a:p>
            <a:endParaRPr lang="en-US" dirty="0">
              <a:latin typeface="Bookman Old Style"/>
            </a:endParaRPr>
          </a:p>
          <a:p>
            <a:r>
              <a:rPr lang="en-US" dirty="0">
                <a:latin typeface="Bookman Old Style"/>
                <a:ea typeface="+mn-lt"/>
                <a:cs typeface="+mn-lt"/>
              </a:rPr>
              <a:t>interface Serial0/1/1</a:t>
            </a:r>
            <a:endParaRPr lang="en-US">
              <a:latin typeface="Bookman Old Style"/>
            </a:endParaRPr>
          </a:p>
          <a:p>
            <a:r>
              <a:rPr lang="en-US" dirty="0" err="1">
                <a:latin typeface="Bookman Old Style"/>
                <a:ea typeface="+mn-lt"/>
                <a:cs typeface="+mn-lt"/>
              </a:rPr>
              <a:t>ip</a:t>
            </a:r>
            <a:r>
              <a:rPr lang="en-US" dirty="0">
                <a:latin typeface="Bookman Old Style"/>
                <a:ea typeface="+mn-lt"/>
                <a:cs typeface="+mn-lt"/>
              </a:rPr>
              <a:t> address 192.168.0.129 255.255.255.224</a:t>
            </a:r>
            <a:endParaRPr lang="en-US">
              <a:latin typeface="Bookman Old Style"/>
            </a:endParaRPr>
          </a:p>
          <a:p>
            <a:pPr algn="ctr"/>
            <a:endParaRPr lang="hu-HU" dirty="0">
              <a:latin typeface="Bookman Old Style"/>
            </a:endParaRPr>
          </a:p>
        </p:txBody>
      </p:sp>
      <p:sp>
        <p:nvSpPr>
          <p:cNvPr id="9" name="Rectangle 7">
            <a:extLst>
              <a:ext uri="{FF2B5EF4-FFF2-40B4-BE49-F238E27FC236}">
                <a16:creationId xmlns:a16="http://schemas.microsoft.com/office/drawing/2014/main" id="{16327226-C82D-FA4B-5F5D-919442C9C968}"/>
              </a:ext>
            </a:extLst>
          </p:cNvPr>
          <p:cNvSpPr/>
          <p:nvPr/>
        </p:nvSpPr>
        <p:spPr>
          <a:xfrm>
            <a:off x="4863171" y="1966609"/>
            <a:ext cx="5141390" cy="341250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transition spd="med">
    <p:pull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500" y="113883"/>
            <a:ext cx="7778490" cy="505908"/>
          </a:xfrm>
          <a:prstGeom prst="rect">
            <a:avLst/>
          </a:prstGeom>
        </p:spPr>
        <p:txBody>
          <a:bodyPr vert="horz" wrap="square" lIns="0" tIns="13335" rIns="0" bIns="0" rtlCol="0">
            <a:spAutoFit/>
          </a:bodyPr>
          <a:lstStyle/>
          <a:p>
            <a:pPr marL="12700">
              <a:lnSpc>
                <a:spcPct val="100000"/>
              </a:lnSpc>
              <a:spcBef>
                <a:spcPts val="105"/>
              </a:spcBef>
            </a:pPr>
            <a:r>
              <a:rPr lang="hu-HU" sz="3200" b="1" i="1" u="sng" dirty="0">
                <a:solidFill>
                  <a:schemeClr val="tx1"/>
                </a:solidFill>
                <a:latin typeface="Bookman Old Style"/>
                <a:cs typeface="Arial"/>
              </a:rPr>
              <a:t>ISP_R2</a:t>
            </a:r>
            <a:r>
              <a:rPr sz="3200" b="1" i="1" u="sng" spc="-30" dirty="0">
                <a:solidFill>
                  <a:schemeClr val="tx1"/>
                </a:solidFill>
                <a:latin typeface="Bookman Old Style"/>
                <a:cs typeface="Arial"/>
              </a:rPr>
              <a:t> </a:t>
            </a:r>
            <a:r>
              <a:rPr sz="3200" u="sng" spc="-10" dirty="0" err="1">
                <a:solidFill>
                  <a:schemeClr val="tx1"/>
                </a:solidFill>
                <a:latin typeface="Bookman Old Style"/>
              </a:rPr>
              <a:t>forgalomirányító</a:t>
            </a:r>
            <a:endParaRPr lang="en-US" sz="3200" u="sng" spc="-10">
              <a:solidFill>
                <a:schemeClr val="tx1"/>
              </a:solidFill>
              <a:latin typeface="Bookman Old Style"/>
            </a:endParaRPr>
          </a:p>
        </p:txBody>
      </p:sp>
      <p:sp>
        <p:nvSpPr>
          <p:cNvPr id="6" name="Élőláb helye 1">
            <a:extLst>
              <a:ext uri="{FF2B5EF4-FFF2-40B4-BE49-F238E27FC236}">
                <a16:creationId xmlns:a16="http://schemas.microsoft.com/office/drawing/2014/main" id="{A5943FD4-4DE8-4625-A1D4-718B785A9A29}"/>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dirty="0">
                <a:latin typeface="Bookman Old Style"/>
              </a:rPr>
              <a:t>2025-2026</a:t>
            </a:r>
            <a:endParaRPr lang="hu-HU" sz="1600" spc="-20" dirty="0">
              <a:latin typeface="Bookman Old Style" panose="02050604050505020204" pitchFamily="18" charset="0"/>
            </a:endParaRPr>
          </a:p>
        </p:txBody>
      </p:sp>
      <p:sp>
        <p:nvSpPr>
          <p:cNvPr id="7" name="Szövegdoboz 6">
            <a:extLst>
              <a:ext uri="{FF2B5EF4-FFF2-40B4-BE49-F238E27FC236}">
                <a16:creationId xmlns:a16="http://schemas.microsoft.com/office/drawing/2014/main" id="{DD57300D-BB4E-056B-042E-35B6CC64C33A}"/>
              </a:ext>
            </a:extLst>
          </p:cNvPr>
          <p:cNvSpPr txBox="1"/>
          <p:nvPr/>
        </p:nvSpPr>
        <p:spPr>
          <a:xfrm>
            <a:off x="168362" y="1158734"/>
            <a:ext cx="50419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mn-lt"/>
                <a:cs typeface="+mn-lt"/>
              </a:rPr>
              <a:t>router </a:t>
            </a:r>
            <a:r>
              <a:rPr lang="en-US" dirty="0" err="1">
                <a:latin typeface="Bookman Old Style"/>
                <a:ea typeface="+mn-lt"/>
                <a:cs typeface="+mn-lt"/>
              </a:rPr>
              <a:t>ospf</a:t>
            </a:r>
            <a:r>
              <a:rPr lang="en-US" dirty="0">
                <a:latin typeface="Bookman Old Style"/>
                <a:ea typeface="+mn-lt"/>
                <a:cs typeface="+mn-lt"/>
              </a:rPr>
              <a:t> 4</a:t>
            </a:r>
            <a:endParaRPr lang="hu-HU">
              <a:latin typeface="Bookman Old Style"/>
              <a:ea typeface="+mn-lt"/>
              <a:cs typeface="+mn-lt"/>
            </a:endParaRPr>
          </a:p>
          <a:p>
            <a:r>
              <a:rPr lang="en-US">
                <a:latin typeface="Bookman Old Style"/>
                <a:ea typeface="+mn-lt"/>
                <a:cs typeface="+mn-lt"/>
              </a:rPr>
              <a:t>router-id 4.4.4.4</a:t>
            </a:r>
            <a:endParaRPr lang="en-US">
              <a:latin typeface="Bookman Old Style"/>
            </a:endParaRPr>
          </a:p>
          <a:p>
            <a:r>
              <a:rPr lang="en-US">
                <a:latin typeface="Bookman Old Style"/>
                <a:ea typeface="+mn-lt"/>
                <a:cs typeface="+mn-lt"/>
              </a:rPr>
              <a:t>network 192.168.0.32 0.0.0.31 area 0</a:t>
            </a:r>
          </a:p>
          <a:p>
            <a:r>
              <a:rPr lang="en-US">
                <a:latin typeface="Bookman Old Style"/>
                <a:ea typeface="+mn-lt"/>
                <a:cs typeface="+mn-lt"/>
              </a:rPr>
              <a:t>network 192.168.0.96 0.0.0.31 area 0</a:t>
            </a:r>
          </a:p>
          <a:p>
            <a:r>
              <a:rPr lang="en-US">
                <a:latin typeface="Bookman Old Style"/>
                <a:ea typeface="+mn-lt"/>
                <a:cs typeface="+mn-lt"/>
              </a:rPr>
              <a:t>network 192.168.0.192 0.0.0.31 area 0</a:t>
            </a:r>
          </a:p>
          <a:p>
            <a:r>
              <a:rPr lang="en-US">
                <a:latin typeface="Bookman Old Style"/>
                <a:ea typeface="+mn-lt"/>
                <a:cs typeface="+mn-lt"/>
              </a:rPr>
              <a:t>network 192.168.0.224 0.0.0.31 area 0</a:t>
            </a:r>
          </a:p>
          <a:p>
            <a:endParaRPr lang="en-US" dirty="0">
              <a:latin typeface="Bookman Old Style"/>
              <a:ea typeface="+mn-lt"/>
              <a:cs typeface="+mn-lt"/>
            </a:endParaRPr>
          </a:p>
        </p:txBody>
      </p:sp>
      <p:sp>
        <p:nvSpPr>
          <p:cNvPr id="9" name="Rectangle 7">
            <a:extLst>
              <a:ext uri="{FF2B5EF4-FFF2-40B4-BE49-F238E27FC236}">
                <a16:creationId xmlns:a16="http://schemas.microsoft.com/office/drawing/2014/main" id="{052D88DE-98E4-BE0E-8385-EF71D434054A}"/>
              </a:ext>
            </a:extLst>
          </p:cNvPr>
          <p:cNvSpPr/>
          <p:nvPr/>
        </p:nvSpPr>
        <p:spPr>
          <a:xfrm>
            <a:off x="166870" y="1158192"/>
            <a:ext cx="4593651" cy="180464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Szövegdoboz 10">
            <a:extLst>
              <a:ext uri="{FF2B5EF4-FFF2-40B4-BE49-F238E27FC236}">
                <a16:creationId xmlns:a16="http://schemas.microsoft.com/office/drawing/2014/main" id="{6D96F658-CC5B-87AC-AB5E-9AC7E222305D}"/>
              </a:ext>
            </a:extLst>
          </p:cNvPr>
          <p:cNvSpPr txBox="1"/>
          <p:nvPr/>
        </p:nvSpPr>
        <p:spPr>
          <a:xfrm>
            <a:off x="4945373" y="2056978"/>
            <a:ext cx="5329238"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mn-lt"/>
                <a:cs typeface="+mn-lt"/>
              </a:rPr>
              <a:t>interface GigabitEthernet0/0/0</a:t>
            </a:r>
            <a:endParaRPr lang="hu-HU" dirty="0">
              <a:latin typeface="Bookman Old Style"/>
              <a:ea typeface="+mn-lt"/>
              <a:cs typeface="+mn-lt"/>
            </a:endParaRPr>
          </a:p>
          <a:p>
            <a:r>
              <a:rPr lang="en-US" dirty="0" err="1">
                <a:latin typeface="Bookman Old Style"/>
                <a:ea typeface="+mn-lt"/>
                <a:cs typeface="+mn-lt"/>
              </a:rPr>
              <a:t>ip</a:t>
            </a:r>
            <a:r>
              <a:rPr lang="en-US" dirty="0">
                <a:latin typeface="Bookman Old Style"/>
                <a:ea typeface="+mn-lt"/>
                <a:cs typeface="+mn-lt"/>
              </a:rPr>
              <a:t> address 192.168.0.34 255.255.255.224</a:t>
            </a:r>
          </a:p>
          <a:p>
            <a:endParaRPr lang="en-US" dirty="0">
              <a:latin typeface="Bookman Old Style"/>
              <a:ea typeface="+mn-lt"/>
              <a:cs typeface="+mn-lt"/>
            </a:endParaRPr>
          </a:p>
          <a:p>
            <a:r>
              <a:rPr lang="en-US" dirty="0">
                <a:latin typeface="Bookman Old Style"/>
                <a:ea typeface="+mn-lt"/>
                <a:cs typeface="+mn-lt"/>
              </a:rPr>
              <a:t>interface GigabitEthernet0/0/1</a:t>
            </a:r>
          </a:p>
          <a:p>
            <a:r>
              <a:rPr lang="en-US" dirty="0" err="1">
                <a:latin typeface="Bookman Old Style"/>
                <a:ea typeface="+mn-lt"/>
                <a:cs typeface="+mn-lt"/>
              </a:rPr>
              <a:t>ip</a:t>
            </a:r>
            <a:r>
              <a:rPr lang="en-US" dirty="0">
                <a:latin typeface="Bookman Old Style"/>
                <a:ea typeface="+mn-lt"/>
                <a:cs typeface="+mn-lt"/>
              </a:rPr>
              <a:t> address 192.168.0.225 255.255.255.224</a:t>
            </a:r>
          </a:p>
          <a:p>
            <a:endParaRPr lang="en-US" dirty="0">
              <a:latin typeface="Bookman Old Style"/>
            </a:endParaRPr>
          </a:p>
          <a:p>
            <a:r>
              <a:rPr lang="en-US" dirty="0">
                <a:latin typeface="Bookman Old Style"/>
                <a:ea typeface="+mn-lt"/>
                <a:cs typeface="+mn-lt"/>
              </a:rPr>
              <a:t>interface Serial0/1/0</a:t>
            </a:r>
          </a:p>
          <a:p>
            <a:r>
              <a:rPr lang="en-US" dirty="0" err="1">
                <a:latin typeface="Bookman Old Style"/>
                <a:ea typeface="+mn-lt"/>
                <a:cs typeface="+mn-lt"/>
              </a:rPr>
              <a:t>ip</a:t>
            </a:r>
            <a:r>
              <a:rPr lang="en-US" dirty="0">
                <a:latin typeface="Bookman Old Style"/>
                <a:ea typeface="+mn-lt"/>
                <a:cs typeface="+mn-lt"/>
              </a:rPr>
              <a:t> address 192.168.0.98 255.255.255.224</a:t>
            </a:r>
          </a:p>
          <a:p>
            <a:endParaRPr lang="en-US" dirty="0">
              <a:latin typeface="Bookman Old Style"/>
            </a:endParaRPr>
          </a:p>
          <a:p>
            <a:r>
              <a:rPr lang="en-US" dirty="0">
                <a:latin typeface="Bookman Old Style"/>
                <a:ea typeface="+mn-lt"/>
                <a:cs typeface="+mn-lt"/>
              </a:rPr>
              <a:t>interface Serial0/1/1</a:t>
            </a:r>
          </a:p>
          <a:p>
            <a:r>
              <a:rPr lang="en-US" dirty="0" err="1">
                <a:latin typeface="Bookman Old Style"/>
                <a:ea typeface="+mn-lt"/>
                <a:cs typeface="+mn-lt"/>
              </a:rPr>
              <a:t>ip</a:t>
            </a:r>
            <a:r>
              <a:rPr lang="en-US" dirty="0">
                <a:latin typeface="Bookman Old Style"/>
                <a:ea typeface="+mn-lt"/>
                <a:cs typeface="+mn-lt"/>
              </a:rPr>
              <a:t> address 192.168.0.193 255.255.255.224</a:t>
            </a:r>
          </a:p>
          <a:p>
            <a:pPr algn="ctr"/>
            <a:endParaRPr lang="hu-HU" dirty="0">
              <a:latin typeface="Bookman Old Style"/>
            </a:endParaRPr>
          </a:p>
        </p:txBody>
      </p:sp>
      <p:sp>
        <p:nvSpPr>
          <p:cNvPr id="13" name="Rectangle 7">
            <a:extLst>
              <a:ext uri="{FF2B5EF4-FFF2-40B4-BE49-F238E27FC236}">
                <a16:creationId xmlns:a16="http://schemas.microsoft.com/office/drawing/2014/main" id="{CBDD7116-F441-01E1-A5E8-F5F87586D664}"/>
              </a:ext>
            </a:extLst>
          </p:cNvPr>
          <p:cNvSpPr/>
          <p:nvPr/>
        </p:nvSpPr>
        <p:spPr>
          <a:xfrm>
            <a:off x="4863171" y="1966609"/>
            <a:ext cx="5141390" cy="341250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7736026"/>
      </p:ext>
    </p:extLst>
  </p:cSld>
  <p:clrMapOvr>
    <a:masterClrMapping/>
  </p:clrMapOvr>
  <p:transition spd="med">
    <p:pull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3F04A-14AD-F1BC-96C4-FE5FB804D1A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B7CC079-ABEC-BE31-A79B-2ECE9769604E}"/>
              </a:ext>
            </a:extLst>
          </p:cNvPr>
          <p:cNvSpPr txBox="1">
            <a:spLocks noGrp="1"/>
          </p:cNvSpPr>
          <p:nvPr>
            <p:ph type="title"/>
          </p:nvPr>
        </p:nvSpPr>
        <p:spPr>
          <a:xfrm>
            <a:off x="317500" y="113883"/>
            <a:ext cx="7778490" cy="505908"/>
          </a:xfrm>
          <a:prstGeom prst="rect">
            <a:avLst/>
          </a:prstGeom>
        </p:spPr>
        <p:txBody>
          <a:bodyPr vert="horz" wrap="square" lIns="0" tIns="13335" rIns="0" bIns="0" rtlCol="0">
            <a:spAutoFit/>
          </a:bodyPr>
          <a:lstStyle/>
          <a:p>
            <a:pPr marL="12700">
              <a:lnSpc>
                <a:spcPct val="100000"/>
              </a:lnSpc>
              <a:spcBef>
                <a:spcPts val="105"/>
              </a:spcBef>
            </a:pPr>
            <a:r>
              <a:rPr lang="hu-HU" sz="3200" b="1" i="1" u="sng" dirty="0">
                <a:solidFill>
                  <a:schemeClr val="tx1"/>
                </a:solidFill>
                <a:latin typeface="Bookman Old Style"/>
                <a:cs typeface="Arial"/>
              </a:rPr>
              <a:t>ISP_R3</a:t>
            </a:r>
            <a:r>
              <a:rPr sz="3200" b="1" i="1" u="sng" spc="-30" dirty="0">
                <a:solidFill>
                  <a:schemeClr val="tx1"/>
                </a:solidFill>
                <a:latin typeface="Bookman Old Style"/>
                <a:cs typeface="Arial"/>
              </a:rPr>
              <a:t> </a:t>
            </a:r>
            <a:r>
              <a:rPr sz="3200" u="sng" spc="-10" dirty="0" err="1">
                <a:solidFill>
                  <a:schemeClr val="tx1"/>
                </a:solidFill>
                <a:latin typeface="Bookman Old Style"/>
              </a:rPr>
              <a:t>forgalomirányító</a:t>
            </a:r>
            <a:endParaRPr lang="en-US" sz="3200" u="sng" spc="-10">
              <a:solidFill>
                <a:schemeClr val="tx1"/>
              </a:solidFill>
              <a:latin typeface="Bookman Old Style"/>
            </a:endParaRPr>
          </a:p>
        </p:txBody>
      </p:sp>
      <p:sp>
        <p:nvSpPr>
          <p:cNvPr id="6" name="Élőláb helye 1">
            <a:extLst>
              <a:ext uri="{FF2B5EF4-FFF2-40B4-BE49-F238E27FC236}">
                <a16:creationId xmlns:a16="http://schemas.microsoft.com/office/drawing/2014/main" id="{3E9EAB27-3BDF-7EE6-C88E-04E81A3169AE}"/>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dirty="0">
                <a:latin typeface="Bookman Old Style"/>
              </a:rPr>
              <a:t>2025-2026</a:t>
            </a:r>
            <a:endParaRPr lang="hu-HU" sz="1600" spc="-20" dirty="0">
              <a:latin typeface="Bookman Old Style" panose="02050604050505020204" pitchFamily="18" charset="0"/>
            </a:endParaRPr>
          </a:p>
        </p:txBody>
      </p:sp>
      <p:sp>
        <p:nvSpPr>
          <p:cNvPr id="7" name="Szövegdoboz 6">
            <a:extLst>
              <a:ext uri="{FF2B5EF4-FFF2-40B4-BE49-F238E27FC236}">
                <a16:creationId xmlns:a16="http://schemas.microsoft.com/office/drawing/2014/main" id="{65DEF88D-94EE-C7C0-582A-E43B1ABDF255}"/>
              </a:ext>
            </a:extLst>
          </p:cNvPr>
          <p:cNvSpPr txBox="1"/>
          <p:nvPr/>
        </p:nvSpPr>
        <p:spPr>
          <a:xfrm>
            <a:off x="168362" y="1158734"/>
            <a:ext cx="50419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mn-lt"/>
                <a:cs typeface="+mn-lt"/>
              </a:rPr>
              <a:t>router </a:t>
            </a:r>
            <a:r>
              <a:rPr lang="en-US" dirty="0" err="1">
                <a:latin typeface="Bookman Old Style"/>
                <a:ea typeface="+mn-lt"/>
                <a:cs typeface="+mn-lt"/>
              </a:rPr>
              <a:t>ospf</a:t>
            </a:r>
            <a:r>
              <a:rPr lang="en-US" dirty="0">
                <a:latin typeface="Bookman Old Style"/>
                <a:ea typeface="+mn-lt"/>
                <a:cs typeface="+mn-lt"/>
              </a:rPr>
              <a:t> 4</a:t>
            </a:r>
            <a:endParaRPr lang="hu-HU" dirty="0"/>
          </a:p>
          <a:p>
            <a:r>
              <a:rPr lang="en-US">
                <a:latin typeface="Bookman Old Style"/>
                <a:ea typeface="+mn-lt"/>
                <a:cs typeface="+mn-lt"/>
              </a:rPr>
              <a:t>router-id 7.7.7.7</a:t>
            </a:r>
            <a:endParaRPr lang="en-US">
              <a:latin typeface="Bookman Old Style"/>
            </a:endParaRPr>
          </a:p>
          <a:p>
            <a:r>
              <a:rPr lang="en-US">
                <a:latin typeface="Bookman Old Style"/>
                <a:ea typeface="+mn-lt"/>
                <a:cs typeface="+mn-lt"/>
              </a:rPr>
              <a:t> network 192.168.0.128 0.0.0.31 area 0</a:t>
            </a:r>
          </a:p>
          <a:p>
            <a:r>
              <a:rPr lang="en-US">
                <a:latin typeface="Bookman Old Style"/>
                <a:ea typeface="+mn-lt"/>
                <a:cs typeface="+mn-lt"/>
              </a:rPr>
              <a:t> network 192.168.0.160 0.0.0.31 area 0</a:t>
            </a:r>
          </a:p>
          <a:p>
            <a:r>
              <a:rPr lang="en-US">
                <a:latin typeface="Bookman Old Style"/>
                <a:ea typeface="+mn-lt"/>
                <a:cs typeface="+mn-lt"/>
              </a:rPr>
              <a:t> default-information originate</a:t>
            </a:r>
            <a:endParaRPr lang="en-US">
              <a:latin typeface="Bookman Old Style"/>
            </a:endParaRPr>
          </a:p>
          <a:p>
            <a:endParaRPr lang="en-US" dirty="0">
              <a:latin typeface="Bookman Old Style"/>
              <a:ea typeface="+mn-lt"/>
              <a:cs typeface="+mn-lt"/>
            </a:endParaRPr>
          </a:p>
        </p:txBody>
      </p:sp>
      <p:sp>
        <p:nvSpPr>
          <p:cNvPr id="9" name="Rectangle 7">
            <a:extLst>
              <a:ext uri="{FF2B5EF4-FFF2-40B4-BE49-F238E27FC236}">
                <a16:creationId xmlns:a16="http://schemas.microsoft.com/office/drawing/2014/main" id="{AB65B8BB-8B1A-C295-354E-C4449C22AD61}"/>
              </a:ext>
            </a:extLst>
          </p:cNvPr>
          <p:cNvSpPr/>
          <p:nvPr/>
        </p:nvSpPr>
        <p:spPr>
          <a:xfrm>
            <a:off x="166870" y="1158193"/>
            <a:ext cx="4608747" cy="150047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Szövegdoboz 10">
            <a:extLst>
              <a:ext uri="{FF2B5EF4-FFF2-40B4-BE49-F238E27FC236}">
                <a16:creationId xmlns:a16="http://schemas.microsoft.com/office/drawing/2014/main" id="{CF2EEC5A-79DF-3A0D-3401-BD78262E65D4}"/>
              </a:ext>
            </a:extLst>
          </p:cNvPr>
          <p:cNvSpPr txBox="1"/>
          <p:nvPr/>
        </p:nvSpPr>
        <p:spPr>
          <a:xfrm>
            <a:off x="4205693" y="3091200"/>
            <a:ext cx="5329238"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mn-lt"/>
                <a:cs typeface="+mn-lt"/>
              </a:rPr>
              <a:t>interface GigabitEthernet0/0/0</a:t>
            </a:r>
            <a:endParaRPr lang="hu-HU">
              <a:latin typeface="Bookman Old Style"/>
              <a:ea typeface="+mn-lt"/>
              <a:cs typeface="+mn-lt"/>
            </a:endParaRPr>
          </a:p>
          <a:p>
            <a:r>
              <a:rPr lang="en-US" dirty="0">
                <a:latin typeface="Bookman Old Style"/>
                <a:ea typeface="+mn-lt"/>
                <a:cs typeface="+mn-lt"/>
              </a:rPr>
              <a:t> </a:t>
            </a:r>
            <a:r>
              <a:rPr lang="en-US" dirty="0" err="1">
                <a:latin typeface="Bookman Old Style"/>
                <a:ea typeface="+mn-lt"/>
                <a:cs typeface="+mn-lt"/>
              </a:rPr>
              <a:t>ip</a:t>
            </a:r>
            <a:r>
              <a:rPr lang="en-US" dirty="0">
                <a:latin typeface="Bookman Old Style"/>
                <a:ea typeface="+mn-lt"/>
                <a:cs typeface="+mn-lt"/>
              </a:rPr>
              <a:t> address 172.17.3.5 255.255.0.0</a:t>
            </a:r>
            <a:endParaRPr lang="en-US">
              <a:latin typeface="Bookman Old Style"/>
            </a:endParaRPr>
          </a:p>
          <a:p>
            <a:endParaRPr lang="en-US" dirty="0">
              <a:latin typeface="Bookman Old Style"/>
              <a:ea typeface="+mn-lt"/>
              <a:cs typeface="+mn-lt"/>
            </a:endParaRPr>
          </a:p>
          <a:p>
            <a:r>
              <a:rPr lang="en-US" dirty="0">
                <a:latin typeface="Bookman Old Style"/>
                <a:ea typeface="+mn-lt"/>
                <a:cs typeface="+mn-lt"/>
              </a:rPr>
              <a:t>interface Serial0/1/0</a:t>
            </a:r>
          </a:p>
          <a:p>
            <a:r>
              <a:rPr lang="en-US" dirty="0">
                <a:latin typeface="Bookman Old Style"/>
                <a:ea typeface="+mn-lt"/>
                <a:cs typeface="+mn-lt"/>
              </a:rPr>
              <a:t> </a:t>
            </a:r>
            <a:r>
              <a:rPr lang="en-US" dirty="0" err="1">
                <a:latin typeface="Bookman Old Style"/>
                <a:ea typeface="+mn-lt"/>
                <a:cs typeface="+mn-lt"/>
              </a:rPr>
              <a:t>ip</a:t>
            </a:r>
            <a:r>
              <a:rPr lang="en-US" dirty="0">
                <a:latin typeface="Bookman Old Style"/>
                <a:ea typeface="+mn-lt"/>
                <a:cs typeface="+mn-lt"/>
              </a:rPr>
              <a:t> address 192.168.0.161 255.255.255.224</a:t>
            </a:r>
          </a:p>
          <a:p>
            <a:endParaRPr lang="en-US" dirty="0">
              <a:latin typeface="Bookman Old Style"/>
            </a:endParaRPr>
          </a:p>
          <a:p>
            <a:r>
              <a:rPr lang="en-US" dirty="0">
                <a:latin typeface="Bookman Old Style"/>
                <a:ea typeface="+mn-lt"/>
                <a:cs typeface="+mn-lt"/>
              </a:rPr>
              <a:t>interface Serial0/1/1</a:t>
            </a:r>
          </a:p>
          <a:p>
            <a:r>
              <a:rPr lang="en-US" dirty="0">
                <a:latin typeface="Bookman Old Style"/>
                <a:ea typeface="+mn-lt"/>
                <a:cs typeface="+mn-lt"/>
              </a:rPr>
              <a:t> </a:t>
            </a:r>
            <a:r>
              <a:rPr lang="en-US" dirty="0" err="1">
                <a:latin typeface="Bookman Old Style"/>
                <a:ea typeface="+mn-lt"/>
                <a:cs typeface="+mn-lt"/>
              </a:rPr>
              <a:t>ip</a:t>
            </a:r>
            <a:r>
              <a:rPr lang="en-US" dirty="0">
                <a:latin typeface="Bookman Old Style"/>
                <a:ea typeface="+mn-lt"/>
                <a:cs typeface="+mn-lt"/>
              </a:rPr>
              <a:t> address 192.168.0.130 255.255.255.224</a:t>
            </a:r>
          </a:p>
          <a:p>
            <a:pPr algn="ctr"/>
            <a:endParaRPr lang="hu-HU" dirty="0">
              <a:latin typeface="Bookman Old Style"/>
            </a:endParaRPr>
          </a:p>
        </p:txBody>
      </p:sp>
      <p:sp>
        <p:nvSpPr>
          <p:cNvPr id="13" name="Rectangle 7">
            <a:extLst>
              <a:ext uri="{FF2B5EF4-FFF2-40B4-BE49-F238E27FC236}">
                <a16:creationId xmlns:a16="http://schemas.microsoft.com/office/drawing/2014/main" id="{335A8CD5-FDF7-36E7-C8C0-E741B01DD965}"/>
              </a:ext>
            </a:extLst>
          </p:cNvPr>
          <p:cNvSpPr/>
          <p:nvPr/>
        </p:nvSpPr>
        <p:spPr>
          <a:xfrm>
            <a:off x="4206516" y="3015930"/>
            <a:ext cx="5035722" cy="2348086"/>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15585675"/>
      </p:ext>
    </p:extLst>
  </p:cSld>
  <p:clrMapOvr>
    <a:masterClrMapping/>
  </p:clrMapOvr>
  <p:transition spd="med">
    <p:pull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85987" y="2555039"/>
            <a:ext cx="5104278" cy="566822"/>
          </a:xfrm>
          <a:prstGeom prst="rect">
            <a:avLst/>
          </a:prstGeom>
        </p:spPr>
        <p:txBody>
          <a:bodyPr vert="horz" wrap="square" lIns="0" tIns="12700" rIns="0" bIns="0" rtlCol="0">
            <a:spAutoFit/>
          </a:bodyPr>
          <a:lstStyle/>
          <a:p>
            <a:pPr marL="12700">
              <a:lnSpc>
                <a:spcPct val="100000"/>
              </a:lnSpc>
              <a:spcBef>
                <a:spcPts val="100"/>
              </a:spcBef>
            </a:pPr>
            <a:r>
              <a:rPr sz="3600" u="sng" dirty="0">
                <a:solidFill>
                  <a:schemeClr val="tx1"/>
                </a:solidFill>
                <a:latin typeface="Bookman Old Style"/>
              </a:rPr>
              <a:t>OSPF</a:t>
            </a:r>
            <a:r>
              <a:rPr sz="3600" u="sng" spc="-35" dirty="0">
                <a:solidFill>
                  <a:schemeClr val="tx1"/>
                </a:solidFill>
                <a:latin typeface="Bookman Old Style"/>
              </a:rPr>
              <a:t> </a:t>
            </a:r>
            <a:r>
              <a:rPr sz="3600" u="sng" dirty="0" err="1">
                <a:solidFill>
                  <a:schemeClr val="tx1"/>
                </a:solidFill>
                <a:latin typeface="Bookman Old Style"/>
              </a:rPr>
              <a:t>terület</a:t>
            </a:r>
            <a:r>
              <a:rPr sz="3600" u="sng" spc="-45" dirty="0">
                <a:solidFill>
                  <a:schemeClr val="tx1"/>
                </a:solidFill>
                <a:latin typeface="Bookman Old Style"/>
              </a:rPr>
              <a:t> </a:t>
            </a:r>
            <a:r>
              <a:rPr lang="hu-HU" sz="3600" u="sng" dirty="0">
                <a:solidFill>
                  <a:schemeClr val="tx1"/>
                </a:solidFill>
                <a:latin typeface="Bookman Old Style"/>
              </a:rPr>
              <a:t>–</a:t>
            </a:r>
            <a:r>
              <a:rPr sz="3600" u="sng" spc="-10" dirty="0">
                <a:solidFill>
                  <a:schemeClr val="tx1"/>
                </a:solidFill>
                <a:latin typeface="Bookman Old Style"/>
              </a:rPr>
              <a:t> </a:t>
            </a:r>
            <a:r>
              <a:rPr sz="3600" u="sng" spc="-20" dirty="0" err="1">
                <a:solidFill>
                  <a:schemeClr val="tx1"/>
                </a:solidFill>
                <a:latin typeface="Bookman Old Style"/>
              </a:rPr>
              <a:t>IPv</a:t>
            </a:r>
            <a:r>
              <a:rPr lang="hu-HU" sz="3600" u="sng" spc="-20" dirty="0">
                <a:solidFill>
                  <a:schemeClr val="tx1"/>
                </a:solidFill>
                <a:latin typeface="Bookman Old Style"/>
              </a:rPr>
              <a:t>6</a:t>
            </a:r>
            <a:endParaRPr lang="en-US" sz="3600" u="sng">
              <a:solidFill>
                <a:schemeClr val="tx1"/>
              </a:solidFill>
              <a:latin typeface="Bookman Old Style"/>
            </a:endParaRPr>
          </a:p>
        </p:txBody>
      </p:sp>
      <p:sp>
        <p:nvSpPr>
          <p:cNvPr id="3" name="Élőláb helye 1">
            <a:extLst>
              <a:ext uri="{FF2B5EF4-FFF2-40B4-BE49-F238E27FC236}">
                <a16:creationId xmlns:a16="http://schemas.microsoft.com/office/drawing/2014/main" id="{B25B989B-51AC-477D-A84A-6ED4973E20DF}"/>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spTree>
    <p:extLst>
      <p:ext uri="{BB962C8B-B14F-4D97-AF65-F5344CB8AC3E}">
        <p14:creationId xmlns:p14="http://schemas.microsoft.com/office/powerpoint/2010/main" val="1522383595"/>
      </p:ext>
    </p:extLst>
  </p:cSld>
  <p:clrMapOvr>
    <a:masterClrMapping/>
  </p:clrMapOvr>
  <p:transition spd="med">
    <p:pull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500" y="113883"/>
            <a:ext cx="7778490" cy="505908"/>
          </a:xfrm>
          <a:prstGeom prst="rect">
            <a:avLst/>
          </a:prstGeom>
        </p:spPr>
        <p:txBody>
          <a:bodyPr vert="horz" wrap="square" lIns="0" tIns="13335" rIns="0" bIns="0" rtlCol="0">
            <a:spAutoFit/>
          </a:bodyPr>
          <a:lstStyle/>
          <a:p>
            <a:pPr marL="12700">
              <a:lnSpc>
                <a:spcPct val="100000"/>
              </a:lnSpc>
              <a:spcBef>
                <a:spcPts val="105"/>
              </a:spcBef>
            </a:pPr>
            <a:r>
              <a:rPr lang="hu-HU" sz="3200" b="1" i="1" u="sng" dirty="0">
                <a:solidFill>
                  <a:schemeClr val="tx1"/>
                </a:solidFill>
                <a:latin typeface="Bookman Old Style"/>
                <a:cs typeface="Arial"/>
              </a:rPr>
              <a:t>Telep_R1</a:t>
            </a:r>
            <a:r>
              <a:rPr sz="3200" b="1" i="1" u="sng" spc="-30" dirty="0">
                <a:solidFill>
                  <a:schemeClr val="tx1"/>
                </a:solidFill>
                <a:latin typeface="Bookman Old Style"/>
                <a:cs typeface="Arial"/>
              </a:rPr>
              <a:t> </a:t>
            </a:r>
            <a:r>
              <a:rPr sz="3200" i="1" u="sng" spc="-10" dirty="0" err="1">
                <a:solidFill>
                  <a:schemeClr val="tx1"/>
                </a:solidFill>
                <a:latin typeface="Bookman Old Style"/>
              </a:rPr>
              <a:t>forgalomirányító</a:t>
            </a:r>
            <a:endParaRPr lang="en-US" sz="3200" i="1" u="sng" spc="-10" dirty="0" err="1">
              <a:solidFill>
                <a:schemeClr val="tx1"/>
              </a:solidFill>
              <a:latin typeface="Bookman Old Style"/>
            </a:endParaRPr>
          </a:p>
        </p:txBody>
      </p:sp>
      <p:sp>
        <p:nvSpPr>
          <p:cNvPr id="6" name="Élőláb helye 1">
            <a:extLst>
              <a:ext uri="{FF2B5EF4-FFF2-40B4-BE49-F238E27FC236}">
                <a16:creationId xmlns:a16="http://schemas.microsoft.com/office/drawing/2014/main" id="{FCF199E8-BC8D-4198-AA8F-FC08BF4498B4}"/>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sp>
        <p:nvSpPr>
          <p:cNvPr id="3" name="Szövegdoboz 2">
            <a:extLst>
              <a:ext uri="{FF2B5EF4-FFF2-40B4-BE49-F238E27FC236}">
                <a16:creationId xmlns:a16="http://schemas.microsoft.com/office/drawing/2014/main" id="{3072E1DD-5044-B10D-9832-C57B25C2ECE4}"/>
              </a:ext>
            </a:extLst>
          </p:cNvPr>
          <p:cNvSpPr txBox="1"/>
          <p:nvPr/>
        </p:nvSpPr>
        <p:spPr>
          <a:xfrm>
            <a:off x="2520950" y="1329401"/>
            <a:ext cx="50419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rPr>
              <a:t>ipv6 router </a:t>
            </a:r>
            <a:r>
              <a:rPr lang="en-US" dirty="0" err="1">
                <a:latin typeface="Bookman Old Style"/>
              </a:rPr>
              <a:t>ospf</a:t>
            </a:r>
            <a:r>
              <a:rPr lang="en-US" dirty="0">
                <a:latin typeface="Bookman Old Style"/>
              </a:rPr>
              <a:t> 6</a:t>
            </a:r>
            <a:br>
              <a:rPr lang="en-US" dirty="0">
                <a:latin typeface="Bookman Old Style"/>
              </a:rPr>
            </a:br>
            <a:r>
              <a:rPr lang="en-US" dirty="0">
                <a:latin typeface="Bookman Old Style"/>
              </a:rPr>
              <a:t>router-id 1.1.1.1</a:t>
            </a:r>
          </a:p>
          <a:p>
            <a:pPr algn="ctr"/>
            <a:endParaRPr lang="hu-HU" dirty="0">
              <a:latin typeface="Bookman Old Style"/>
            </a:endParaRPr>
          </a:p>
        </p:txBody>
      </p:sp>
      <p:sp>
        <p:nvSpPr>
          <p:cNvPr id="4" name="Szövegdoboz 3">
            <a:extLst>
              <a:ext uri="{FF2B5EF4-FFF2-40B4-BE49-F238E27FC236}">
                <a16:creationId xmlns:a16="http://schemas.microsoft.com/office/drawing/2014/main" id="{6069786B-84C1-0BA0-BB46-A169F02B7FFE}"/>
              </a:ext>
            </a:extLst>
          </p:cNvPr>
          <p:cNvSpPr txBox="1"/>
          <p:nvPr/>
        </p:nvSpPr>
        <p:spPr>
          <a:xfrm>
            <a:off x="2520950" y="2838450"/>
            <a:ext cx="50419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rPr>
              <a:t>interface GigabitEthernet0/0/0</a:t>
            </a:r>
            <a:br>
              <a:rPr lang="en-US" dirty="0">
                <a:latin typeface="Bookman Old Style"/>
              </a:rPr>
            </a:br>
            <a:r>
              <a:rPr lang="en-US" dirty="0">
                <a:latin typeface="Bookman Old Style"/>
              </a:rPr>
              <a:t>ipv6 address 2001:DB8:ABCD:1::1/64</a:t>
            </a:r>
            <a:br>
              <a:rPr lang="en-US" dirty="0">
                <a:latin typeface="Bookman Old Style"/>
              </a:rPr>
            </a:br>
            <a:r>
              <a:rPr lang="en-US" dirty="0">
                <a:latin typeface="Bookman Old Style"/>
              </a:rPr>
              <a:t>ipv6 </a:t>
            </a:r>
            <a:r>
              <a:rPr lang="en-US" dirty="0" err="1">
                <a:latin typeface="Bookman Old Style"/>
              </a:rPr>
              <a:t>ospf</a:t>
            </a:r>
            <a:r>
              <a:rPr lang="en-US" dirty="0">
                <a:latin typeface="Bookman Old Style"/>
              </a:rPr>
              <a:t> 6 area 0</a:t>
            </a:r>
          </a:p>
          <a:p>
            <a:endParaRPr lang="en-US" dirty="0">
              <a:latin typeface="Bookman Old Style"/>
            </a:endParaRPr>
          </a:p>
          <a:p>
            <a:r>
              <a:rPr lang="en-US" dirty="0">
                <a:latin typeface="Bookman Old Style"/>
                <a:ea typeface="+mn-lt"/>
                <a:cs typeface="+mn-lt"/>
              </a:rPr>
              <a:t>interface GigabitEthernet0/0/1</a:t>
            </a:r>
            <a:endParaRPr lang="en-US" dirty="0">
              <a:latin typeface="Bookman Old Style"/>
            </a:endParaRPr>
          </a:p>
          <a:p>
            <a:r>
              <a:rPr lang="en-US">
                <a:latin typeface="Bookman Old Style"/>
                <a:ea typeface="+mn-lt"/>
                <a:cs typeface="+mn-lt"/>
              </a:rPr>
              <a:t>ipv6 address 2001:DB8:ABCD::1/64</a:t>
            </a:r>
            <a:endParaRPr lang="en-US">
              <a:latin typeface="Bookman Old Style"/>
            </a:endParaRPr>
          </a:p>
          <a:p>
            <a:r>
              <a:rPr lang="en-US" dirty="0">
                <a:latin typeface="Bookman Old Style"/>
                <a:ea typeface="+mn-lt"/>
                <a:cs typeface="+mn-lt"/>
              </a:rPr>
              <a:t>ipv6 </a:t>
            </a:r>
            <a:r>
              <a:rPr lang="en-US" dirty="0" err="1">
                <a:latin typeface="Bookman Old Style"/>
                <a:ea typeface="+mn-lt"/>
                <a:cs typeface="+mn-lt"/>
              </a:rPr>
              <a:t>ospf</a:t>
            </a:r>
            <a:r>
              <a:rPr lang="en-US" dirty="0">
                <a:latin typeface="Bookman Old Style"/>
                <a:ea typeface="+mn-lt"/>
                <a:cs typeface="+mn-lt"/>
              </a:rPr>
              <a:t> 6 area 0</a:t>
            </a:r>
            <a:endParaRPr lang="en-US" dirty="0">
              <a:latin typeface="Bookman Old Style"/>
            </a:endParaRPr>
          </a:p>
          <a:p>
            <a:pPr algn="ctr"/>
            <a:endParaRPr lang="hu-HU" dirty="0">
              <a:latin typeface="Bookman Old Style"/>
            </a:endParaRPr>
          </a:p>
        </p:txBody>
      </p:sp>
      <p:sp>
        <p:nvSpPr>
          <p:cNvPr id="7" name="Rectangle 7">
            <a:extLst>
              <a:ext uri="{FF2B5EF4-FFF2-40B4-BE49-F238E27FC236}">
                <a16:creationId xmlns:a16="http://schemas.microsoft.com/office/drawing/2014/main" id="{8B5C16EE-FA01-7A5B-737D-A57E90B823EE}"/>
              </a:ext>
            </a:extLst>
          </p:cNvPr>
          <p:cNvSpPr/>
          <p:nvPr/>
        </p:nvSpPr>
        <p:spPr>
          <a:xfrm>
            <a:off x="2519457" y="1328858"/>
            <a:ext cx="2241064" cy="74472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7">
            <a:extLst>
              <a:ext uri="{FF2B5EF4-FFF2-40B4-BE49-F238E27FC236}">
                <a16:creationId xmlns:a16="http://schemas.microsoft.com/office/drawing/2014/main" id="{906B4529-7908-DBA4-3350-D9BA48F6C766}"/>
              </a:ext>
            </a:extLst>
          </p:cNvPr>
          <p:cNvSpPr/>
          <p:nvPr/>
        </p:nvSpPr>
        <p:spPr>
          <a:xfrm>
            <a:off x="2510478" y="2837908"/>
            <a:ext cx="4602630" cy="202920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66307713"/>
      </p:ext>
    </p:extLst>
  </p:cSld>
  <p:clrMapOvr>
    <a:masterClrMapping/>
  </p:clrMapOvr>
  <p:transition spd="med">
    <p:pull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500" y="113883"/>
            <a:ext cx="7778490" cy="505908"/>
          </a:xfrm>
          <a:prstGeom prst="rect">
            <a:avLst/>
          </a:prstGeom>
        </p:spPr>
        <p:txBody>
          <a:bodyPr vert="horz" wrap="square" lIns="0" tIns="13335" rIns="0" bIns="0" rtlCol="0">
            <a:spAutoFit/>
          </a:bodyPr>
          <a:lstStyle/>
          <a:p>
            <a:pPr marL="12700">
              <a:lnSpc>
                <a:spcPct val="100000"/>
              </a:lnSpc>
              <a:spcBef>
                <a:spcPts val="105"/>
              </a:spcBef>
            </a:pPr>
            <a:r>
              <a:rPr lang="hu-HU" sz="3200" b="1" i="1" u="sng" dirty="0">
                <a:solidFill>
                  <a:schemeClr val="tx1"/>
                </a:solidFill>
                <a:latin typeface="Bookman Old Style"/>
                <a:cs typeface="Arial"/>
              </a:rPr>
              <a:t>Telep_R2</a:t>
            </a:r>
            <a:r>
              <a:rPr sz="3200" b="1" i="1" u="sng" spc="-30" dirty="0">
                <a:solidFill>
                  <a:schemeClr val="tx1"/>
                </a:solidFill>
                <a:latin typeface="Bookman Old Style"/>
                <a:cs typeface="Arial"/>
              </a:rPr>
              <a:t> </a:t>
            </a:r>
            <a:r>
              <a:rPr sz="3200" u="sng" spc="-10" dirty="0" err="1">
                <a:solidFill>
                  <a:schemeClr val="tx1"/>
                </a:solidFill>
                <a:latin typeface="Bookman Old Style"/>
              </a:rPr>
              <a:t>forgalomirányító</a:t>
            </a:r>
            <a:endParaRPr lang="en-US" sz="3200" u="sng" spc="-10" dirty="0" err="1">
              <a:solidFill>
                <a:schemeClr val="tx1"/>
              </a:solidFill>
              <a:latin typeface="Bookman Old Style"/>
            </a:endParaRPr>
          </a:p>
        </p:txBody>
      </p:sp>
      <p:sp>
        <p:nvSpPr>
          <p:cNvPr id="6" name="Élőláb helye 1">
            <a:extLst>
              <a:ext uri="{FF2B5EF4-FFF2-40B4-BE49-F238E27FC236}">
                <a16:creationId xmlns:a16="http://schemas.microsoft.com/office/drawing/2014/main" id="{2F04E9CB-4AB0-4A1A-97DB-4A3F9B20130F}"/>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sp>
        <p:nvSpPr>
          <p:cNvPr id="4" name="Szövegdoboz 3">
            <a:extLst>
              <a:ext uri="{FF2B5EF4-FFF2-40B4-BE49-F238E27FC236}">
                <a16:creationId xmlns:a16="http://schemas.microsoft.com/office/drawing/2014/main" id="{9504D11F-C6C0-2C0E-FAF9-0B5E3DBB9CE0}"/>
              </a:ext>
            </a:extLst>
          </p:cNvPr>
          <p:cNvSpPr txBox="1"/>
          <p:nvPr/>
        </p:nvSpPr>
        <p:spPr>
          <a:xfrm>
            <a:off x="2520950" y="1329401"/>
            <a:ext cx="50419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rPr>
              <a:t>ipv6 router </a:t>
            </a:r>
            <a:r>
              <a:rPr lang="en-US" dirty="0" err="1">
                <a:latin typeface="Bookman Old Style"/>
              </a:rPr>
              <a:t>ospf</a:t>
            </a:r>
            <a:r>
              <a:rPr lang="en-US" dirty="0">
                <a:latin typeface="Bookman Old Style"/>
              </a:rPr>
              <a:t> 6</a:t>
            </a:r>
            <a:br>
              <a:rPr lang="en-US" dirty="0">
                <a:latin typeface="Bookman Old Style"/>
              </a:rPr>
            </a:br>
            <a:r>
              <a:rPr lang="en-US" dirty="0">
                <a:latin typeface="Bookman Old Style"/>
              </a:rPr>
              <a:t>router-id </a:t>
            </a:r>
            <a:r>
              <a:rPr lang="en-US" dirty="0">
                <a:latin typeface="Bookman Old Style"/>
                <a:ea typeface="+mn-lt"/>
                <a:cs typeface="+mn-lt"/>
              </a:rPr>
              <a:t>2.2.2.2</a:t>
            </a:r>
            <a:endParaRPr lang="en-US" dirty="0">
              <a:latin typeface="Bookman Old Style"/>
            </a:endParaRPr>
          </a:p>
          <a:p>
            <a:pPr algn="ctr"/>
            <a:endParaRPr lang="hu-HU" dirty="0">
              <a:latin typeface="Bookman Old Style"/>
            </a:endParaRPr>
          </a:p>
        </p:txBody>
      </p:sp>
      <p:sp>
        <p:nvSpPr>
          <p:cNvPr id="7" name="Szövegdoboz 6">
            <a:extLst>
              <a:ext uri="{FF2B5EF4-FFF2-40B4-BE49-F238E27FC236}">
                <a16:creationId xmlns:a16="http://schemas.microsoft.com/office/drawing/2014/main" id="{F75046A2-7D44-393D-0FEF-8B848F5612F3}"/>
              </a:ext>
            </a:extLst>
          </p:cNvPr>
          <p:cNvSpPr txBox="1"/>
          <p:nvPr/>
        </p:nvSpPr>
        <p:spPr>
          <a:xfrm>
            <a:off x="2520950" y="2838450"/>
            <a:ext cx="50419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mn-lt"/>
                <a:cs typeface="+mn-lt"/>
              </a:rPr>
              <a:t>interface GigabitEthernet0/0/0</a:t>
            </a:r>
            <a:endParaRPr lang="hu-HU" dirty="0">
              <a:latin typeface="Bookman Old Style"/>
              <a:ea typeface="+mn-lt"/>
              <a:cs typeface="+mn-lt"/>
            </a:endParaRPr>
          </a:p>
          <a:p>
            <a:r>
              <a:rPr lang="en-US">
                <a:latin typeface="Bookman Old Style"/>
                <a:ea typeface="+mn-lt"/>
                <a:cs typeface="+mn-lt"/>
              </a:rPr>
              <a:t>ipv6 address 2001:DB8:ABCD:2::1/64</a:t>
            </a:r>
            <a:endParaRPr lang="en-US" dirty="0">
              <a:latin typeface="Bookman Old Style"/>
              <a:ea typeface="+mn-lt"/>
              <a:cs typeface="+mn-lt"/>
            </a:endParaRPr>
          </a:p>
          <a:p>
            <a:r>
              <a:rPr lang="en-US" dirty="0">
                <a:latin typeface="Bookman Old Style"/>
                <a:ea typeface="+mn-lt"/>
                <a:cs typeface="+mn-lt"/>
              </a:rPr>
              <a:t>ipv6 </a:t>
            </a:r>
            <a:r>
              <a:rPr lang="en-US" dirty="0" err="1">
                <a:latin typeface="Bookman Old Style"/>
                <a:ea typeface="+mn-lt"/>
                <a:cs typeface="+mn-lt"/>
              </a:rPr>
              <a:t>ospf</a:t>
            </a:r>
            <a:r>
              <a:rPr lang="en-US" dirty="0">
                <a:latin typeface="Bookman Old Style"/>
                <a:ea typeface="+mn-lt"/>
                <a:cs typeface="+mn-lt"/>
              </a:rPr>
              <a:t> 6 area 0</a:t>
            </a:r>
          </a:p>
          <a:p>
            <a:endParaRPr lang="en-US" dirty="0">
              <a:latin typeface="Bookman Old Style"/>
            </a:endParaRPr>
          </a:p>
          <a:p>
            <a:r>
              <a:rPr lang="en-US" dirty="0">
                <a:latin typeface="Bookman Old Style"/>
                <a:ea typeface="+mn-lt"/>
                <a:cs typeface="+mn-lt"/>
              </a:rPr>
              <a:t>interface GigabitEthernet0/0/1</a:t>
            </a:r>
          </a:p>
          <a:p>
            <a:r>
              <a:rPr lang="en-US">
                <a:latin typeface="Bookman Old Style"/>
                <a:ea typeface="+mn-lt"/>
                <a:cs typeface="+mn-lt"/>
              </a:rPr>
              <a:t>ipv6 address 2001:DB8:ABCD::2/64</a:t>
            </a:r>
            <a:endParaRPr lang="en-US">
              <a:latin typeface="Bookman Old Style"/>
            </a:endParaRPr>
          </a:p>
          <a:p>
            <a:r>
              <a:rPr lang="en-US" dirty="0">
                <a:latin typeface="Bookman Old Style"/>
                <a:ea typeface="+mn-lt"/>
                <a:cs typeface="+mn-lt"/>
              </a:rPr>
              <a:t>ipv6 </a:t>
            </a:r>
            <a:r>
              <a:rPr lang="en-US" dirty="0" err="1">
                <a:latin typeface="Bookman Old Style"/>
                <a:ea typeface="+mn-lt"/>
                <a:cs typeface="+mn-lt"/>
              </a:rPr>
              <a:t>ospf</a:t>
            </a:r>
            <a:r>
              <a:rPr lang="en-US" dirty="0">
                <a:latin typeface="Bookman Old Style"/>
                <a:ea typeface="+mn-lt"/>
                <a:cs typeface="+mn-lt"/>
              </a:rPr>
              <a:t> 6 area 0</a:t>
            </a:r>
          </a:p>
          <a:p>
            <a:pPr algn="ctr"/>
            <a:endParaRPr lang="hu-HU" dirty="0">
              <a:latin typeface="Bookman Old Style"/>
            </a:endParaRPr>
          </a:p>
        </p:txBody>
      </p:sp>
      <p:sp>
        <p:nvSpPr>
          <p:cNvPr id="9" name="Rectangle 7">
            <a:extLst>
              <a:ext uri="{FF2B5EF4-FFF2-40B4-BE49-F238E27FC236}">
                <a16:creationId xmlns:a16="http://schemas.microsoft.com/office/drawing/2014/main" id="{34C15EED-21B0-9F26-F227-F6F1A8AD61BF}"/>
              </a:ext>
            </a:extLst>
          </p:cNvPr>
          <p:cNvSpPr/>
          <p:nvPr/>
        </p:nvSpPr>
        <p:spPr>
          <a:xfrm>
            <a:off x="2519457" y="1328858"/>
            <a:ext cx="2241064" cy="74472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7">
            <a:extLst>
              <a:ext uri="{FF2B5EF4-FFF2-40B4-BE49-F238E27FC236}">
                <a16:creationId xmlns:a16="http://schemas.microsoft.com/office/drawing/2014/main" id="{705D1FDB-CBAC-2EBB-A56E-EFEEC2C35767}"/>
              </a:ext>
            </a:extLst>
          </p:cNvPr>
          <p:cNvSpPr/>
          <p:nvPr/>
        </p:nvSpPr>
        <p:spPr>
          <a:xfrm>
            <a:off x="2510478" y="2837908"/>
            <a:ext cx="4602630" cy="202920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19398657"/>
      </p:ext>
    </p:extLst>
  </p:cSld>
  <p:clrMapOvr>
    <a:masterClrMapping/>
  </p:clrMapOvr>
  <p:transition spd="med">
    <p:pull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500" y="113883"/>
            <a:ext cx="7778490" cy="505908"/>
          </a:xfrm>
          <a:prstGeom prst="rect">
            <a:avLst/>
          </a:prstGeom>
        </p:spPr>
        <p:txBody>
          <a:bodyPr vert="horz" wrap="square" lIns="0" tIns="13335" rIns="0" bIns="0" rtlCol="0">
            <a:spAutoFit/>
          </a:bodyPr>
          <a:lstStyle/>
          <a:p>
            <a:pPr marL="12700">
              <a:lnSpc>
                <a:spcPct val="100000"/>
              </a:lnSpc>
              <a:spcBef>
                <a:spcPts val="105"/>
              </a:spcBef>
            </a:pPr>
            <a:r>
              <a:rPr lang="hu-HU" sz="3200" b="1" i="1" u="sng" dirty="0" err="1">
                <a:solidFill>
                  <a:schemeClr val="tx1"/>
                </a:solidFill>
                <a:latin typeface="Bookman Old Style"/>
                <a:cs typeface="Arial"/>
              </a:rPr>
              <a:t>Iroda_R</a:t>
            </a:r>
            <a:r>
              <a:rPr sz="3200" b="1" i="1" u="sng" spc="-30" dirty="0">
                <a:solidFill>
                  <a:schemeClr val="tx1"/>
                </a:solidFill>
                <a:latin typeface="Bookman Old Style"/>
                <a:cs typeface="Arial"/>
              </a:rPr>
              <a:t> </a:t>
            </a:r>
            <a:r>
              <a:rPr sz="3200" u="sng" spc="-10" dirty="0" err="1">
                <a:solidFill>
                  <a:schemeClr val="tx1"/>
                </a:solidFill>
                <a:latin typeface="Bookman Old Style"/>
              </a:rPr>
              <a:t>forgalomirányító</a:t>
            </a:r>
            <a:endParaRPr lang="en-US" sz="3200" u="sng" spc="-10">
              <a:solidFill>
                <a:schemeClr val="tx1"/>
              </a:solidFill>
              <a:latin typeface="Bookman Old Style"/>
            </a:endParaRPr>
          </a:p>
        </p:txBody>
      </p:sp>
      <p:sp>
        <p:nvSpPr>
          <p:cNvPr id="5" name="Élőláb helye 1">
            <a:extLst>
              <a:ext uri="{FF2B5EF4-FFF2-40B4-BE49-F238E27FC236}">
                <a16:creationId xmlns:a16="http://schemas.microsoft.com/office/drawing/2014/main" id="{34F480AE-8785-4282-A770-F59CBAE1DB62}"/>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sp>
        <p:nvSpPr>
          <p:cNvPr id="4" name="Szövegdoboz 3">
            <a:extLst>
              <a:ext uri="{FF2B5EF4-FFF2-40B4-BE49-F238E27FC236}">
                <a16:creationId xmlns:a16="http://schemas.microsoft.com/office/drawing/2014/main" id="{9DF6486E-FB94-E055-269A-5D867BE10BD2}"/>
              </a:ext>
            </a:extLst>
          </p:cNvPr>
          <p:cNvSpPr txBox="1"/>
          <p:nvPr/>
        </p:nvSpPr>
        <p:spPr>
          <a:xfrm>
            <a:off x="2520950" y="1329401"/>
            <a:ext cx="50419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rPr>
              <a:t>ipv6 router </a:t>
            </a:r>
            <a:r>
              <a:rPr lang="en-US" dirty="0" err="1">
                <a:latin typeface="Bookman Old Style"/>
              </a:rPr>
              <a:t>ospf</a:t>
            </a:r>
            <a:r>
              <a:rPr lang="en-US" dirty="0">
                <a:latin typeface="Bookman Old Style"/>
              </a:rPr>
              <a:t> 6</a:t>
            </a:r>
            <a:br>
              <a:rPr lang="en-US" dirty="0">
                <a:latin typeface="Bookman Old Style"/>
              </a:rPr>
            </a:br>
            <a:r>
              <a:rPr lang="en-US" dirty="0">
                <a:latin typeface="Bookman Old Style"/>
              </a:rPr>
              <a:t>router-id </a:t>
            </a:r>
            <a:r>
              <a:rPr lang="en-US" dirty="0">
                <a:latin typeface="Bookman Old Style"/>
                <a:ea typeface="+mn-lt"/>
                <a:cs typeface="+mn-lt"/>
              </a:rPr>
              <a:t>6.6.6.6</a:t>
            </a:r>
            <a:endParaRPr lang="en-US" dirty="0">
              <a:latin typeface="Bookman Old Style"/>
            </a:endParaRPr>
          </a:p>
          <a:p>
            <a:pPr algn="ctr"/>
            <a:endParaRPr lang="hu-HU" dirty="0">
              <a:latin typeface="Bookman Old Style"/>
            </a:endParaRPr>
          </a:p>
        </p:txBody>
      </p:sp>
      <p:sp>
        <p:nvSpPr>
          <p:cNvPr id="7" name="Szövegdoboz 6">
            <a:extLst>
              <a:ext uri="{FF2B5EF4-FFF2-40B4-BE49-F238E27FC236}">
                <a16:creationId xmlns:a16="http://schemas.microsoft.com/office/drawing/2014/main" id="{D250B603-3348-3B88-370C-AE156C1C99FB}"/>
              </a:ext>
            </a:extLst>
          </p:cNvPr>
          <p:cNvSpPr txBox="1"/>
          <p:nvPr/>
        </p:nvSpPr>
        <p:spPr>
          <a:xfrm>
            <a:off x="2520950" y="2838450"/>
            <a:ext cx="50419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interface GigabitEthernet0/0/1</a:t>
            </a:r>
            <a:endParaRPr lang="hu-HU" dirty="0">
              <a:ea typeface="+mn-lt"/>
              <a:cs typeface="+mn-lt"/>
            </a:endParaRPr>
          </a:p>
          <a:p>
            <a:r>
              <a:rPr lang="en-US">
                <a:ea typeface="+mn-lt"/>
                <a:cs typeface="+mn-lt"/>
              </a:rPr>
              <a:t>ipv6 address 2001:DB8:ABCD:8::3/64</a:t>
            </a:r>
            <a:endParaRPr lang="en-US"/>
          </a:p>
          <a:p>
            <a:r>
              <a:rPr lang="en-US" dirty="0">
                <a:ea typeface="+mn-lt"/>
                <a:cs typeface="+mn-lt"/>
              </a:rPr>
              <a:t>ipv6 </a:t>
            </a:r>
            <a:r>
              <a:rPr lang="en-US" dirty="0" err="1">
                <a:ea typeface="+mn-lt"/>
                <a:cs typeface="+mn-lt"/>
              </a:rPr>
              <a:t>ospf</a:t>
            </a:r>
            <a:r>
              <a:rPr lang="en-US" dirty="0">
                <a:ea typeface="+mn-lt"/>
                <a:cs typeface="+mn-lt"/>
              </a:rPr>
              <a:t> 6 area 0</a:t>
            </a:r>
            <a:endParaRPr lang="hu-HU" dirty="0">
              <a:ea typeface="+mn-lt"/>
              <a:cs typeface="+mn-lt"/>
            </a:endParaRPr>
          </a:p>
        </p:txBody>
      </p:sp>
      <p:sp>
        <p:nvSpPr>
          <p:cNvPr id="9" name="Rectangle 7">
            <a:extLst>
              <a:ext uri="{FF2B5EF4-FFF2-40B4-BE49-F238E27FC236}">
                <a16:creationId xmlns:a16="http://schemas.microsoft.com/office/drawing/2014/main" id="{3CEEA25B-EDBE-2F1C-A998-A0D38A224E12}"/>
              </a:ext>
            </a:extLst>
          </p:cNvPr>
          <p:cNvSpPr/>
          <p:nvPr/>
        </p:nvSpPr>
        <p:spPr>
          <a:xfrm>
            <a:off x="2519457" y="1328858"/>
            <a:ext cx="2241064" cy="74472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7">
            <a:extLst>
              <a:ext uri="{FF2B5EF4-FFF2-40B4-BE49-F238E27FC236}">
                <a16:creationId xmlns:a16="http://schemas.microsoft.com/office/drawing/2014/main" id="{0E497545-4022-A506-C51A-7D9AC8EC4DF4}"/>
              </a:ext>
            </a:extLst>
          </p:cNvPr>
          <p:cNvSpPr/>
          <p:nvPr/>
        </p:nvSpPr>
        <p:spPr>
          <a:xfrm>
            <a:off x="2519457" y="2837908"/>
            <a:ext cx="4261416" cy="924369"/>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00614421"/>
      </p:ext>
    </p:extLst>
  </p:cSld>
  <p:clrMapOvr>
    <a:masterClrMapping/>
  </p:clrMapOvr>
  <p:transition spd="med">
    <p:pull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500" y="113883"/>
            <a:ext cx="7778490" cy="505908"/>
          </a:xfrm>
          <a:prstGeom prst="rect">
            <a:avLst/>
          </a:prstGeom>
        </p:spPr>
        <p:txBody>
          <a:bodyPr vert="horz" wrap="square" lIns="0" tIns="13335" rIns="0" bIns="0" rtlCol="0">
            <a:spAutoFit/>
          </a:bodyPr>
          <a:lstStyle/>
          <a:p>
            <a:pPr marL="12700">
              <a:lnSpc>
                <a:spcPct val="100000"/>
              </a:lnSpc>
              <a:spcBef>
                <a:spcPts val="105"/>
              </a:spcBef>
            </a:pPr>
            <a:r>
              <a:rPr lang="hu-HU" sz="3200" b="1" i="1" u="sng" dirty="0" err="1">
                <a:solidFill>
                  <a:schemeClr val="tx1"/>
                </a:solidFill>
                <a:latin typeface="Bookman Old Style"/>
                <a:cs typeface="Arial"/>
              </a:rPr>
              <a:t>Szerverpark_R</a:t>
            </a:r>
            <a:r>
              <a:rPr sz="3200" b="1" i="1" u="sng" spc="-30" dirty="0">
                <a:solidFill>
                  <a:schemeClr val="tx1"/>
                </a:solidFill>
                <a:latin typeface="Bookman Old Style"/>
                <a:cs typeface="Arial"/>
              </a:rPr>
              <a:t> </a:t>
            </a:r>
            <a:r>
              <a:rPr sz="3200" u="sng" spc="-10" dirty="0" err="1">
                <a:solidFill>
                  <a:schemeClr val="tx1"/>
                </a:solidFill>
                <a:latin typeface="Bookman Old Style"/>
              </a:rPr>
              <a:t>forgalomirányító</a:t>
            </a:r>
            <a:endParaRPr lang="en-US" sz="3200" u="sng" spc="-10" dirty="0" err="1">
              <a:solidFill>
                <a:schemeClr val="tx1"/>
              </a:solidFill>
              <a:latin typeface="Bookman Old Style"/>
            </a:endParaRPr>
          </a:p>
        </p:txBody>
      </p:sp>
      <p:sp>
        <p:nvSpPr>
          <p:cNvPr id="7" name="Élőláb helye 1">
            <a:extLst>
              <a:ext uri="{FF2B5EF4-FFF2-40B4-BE49-F238E27FC236}">
                <a16:creationId xmlns:a16="http://schemas.microsoft.com/office/drawing/2014/main" id="{0E20722D-C70A-4D3F-993A-C432F247FA4A}"/>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sp>
        <p:nvSpPr>
          <p:cNvPr id="4" name="Szövegdoboz 3">
            <a:extLst>
              <a:ext uri="{FF2B5EF4-FFF2-40B4-BE49-F238E27FC236}">
                <a16:creationId xmlns:a16="http://schemas.microsoft.com/office/drawing/2014/main" id="{660DEE37-974E-C515-7A39-82911C0A1EDF}"/>
              </a:ext>
            </a:extLst>
          </p:cNvPr>
          <p:cNvSpPr txBox="1"/>
          <p:nvPr/>
        </p:nvSpPr>
        <p:spPr>
          <a:xfrm>
            <a:off x="1407512" y="1239577"/>
            <a:ext cx="50419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rPr>
              <a:t>ipv6 router </a:t>
            </a:r>
            <a:r>
              <a:rPr lang="en-US" dirty="0" err="1">
                <a:latin typeface="Bookman Old Style"/>
              </a:rPr>
              <a:t>ospf</a:t>
            </a:r>
            <a:r>
              <a:rPr lang="en-US" dirty="0">
                <a:latin typeface="Bookman Old Style"/>
              </a:rPr>
              <a:t> 6</a:t>
            </a:r>
            <a:br>
              <a:rPr lang="en-US" dirty="0">
                <a:latin typeface="Bookman Old Style"/>
              </a:rPr>
            </a:br>
            <a:r>
              <a:rPr lang="en-US" dirty="0">
                <a:latin typeface="Bookman Old Style"/>
              </a:rPr>
              <a:t>router-id </a:t>
            </a:r>
            <a:r>
              <a:rPr lang="en-US" dirty="0">
                <a:latin typeface="Bookman Old Style"/>
                <a:ea typeface="+mn-lt"/>
                <a:cs typeface="+mn-lt"/>
              </a:rPr>
              <a:t>5.5.5.5</a:t>
            </a:r>
            <a:endParaRPr lang="en-US">
              <a:latin typeface="Bookman Old Style"/>
            </a:endParaRPr>
          </a:p>
          <a:p>
            <a:pPr algn="ctr"/>
            <a:endParaRPr lang="hu-HU" dirty="0">
              <a:latin typeface="Bookman Old Style"/>
            </a:endParaRPr>
          </a:p>
        </p:txBody>
      </p:sp>
      <p:sp>
        <p:nvSpPr>
          <p:cNvPr id="6" name="Szövegdoboz 5">
            <a:extLst>
              <a:ext uri="{FF2B5EF4-FFF2-40B4-BE49-F238E27FC236}">
                <a16:creationId xmlns:a16="http://schemas.microsoft.com/office/drawing/2014/main" id="{801AB6A1-9ADB-7623-A3C9-72699F81D8A9}"/>
              </a:ext>
            </a:extLst>
          </p:cNvPr>
          <p:cNvSpPr txBox="1"/>
          <p:nvPr/>
        </p:nvSpPr>
        <p:spPr>
          <a:xfrm>
            <a:off x="3742140" y="2164767"/>
            <a:ext cx="50419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interface GigabitEthernet0/0/1</a:t>
            </a:r>
            <a:endParaRPr lang="hu-HU" dirty="0">
              <a:ea typeface="+mn-lt"/>
              <a:cs typeface="+mn-lt"/>
            </a:endParaRPr>
          </a:p>
          <a:p>
            <a:r>
              <a:rPr lang="en-US">
                <a:ea typeface="+mn-lt"/>
                <a:cs typeface="+mn-lt"/>
              </a:rPr>
              <a:t>ipv6 address 2001:DB8:ABCD:8::2/64</a:t>
            </a:r>
          </a:p>
          <a:p>
            <a:r>
              <a:rPr lang="en-US" dirty="0">
                <a:ea typeface="+mn-lt"/>
                <a:cs typeface="+mn-lt"/>
              </a:rPr>
              <a:t>ipv6 </a:t>
            </a:r>
            <a:r>
              <a:rPr lang="en-US" dirty="0" err="1">
                <a:ea typeface="+mn-lt"/>
                <a:cs typeface="+mn-lt"/>
              </a:rPr>
              <a:t>ospf</a:t>
            </a:r>
            <a:r>
              <a:rPr lang="en-US" dirty="0">
                <a:ea typeface="+mn-lt"/>
                <a:cs typeface="+mn-lt"/>
              </a:rPr>
              <a:t> 6 area 0</a:t>
            </a:r>
          </a:p>
          <a:p>
            <a:endParaRPr lang="en-US" dirty="0">
              <a:latin typeface="Bookman Old Style"/>
            </a:endParaRPr>
          </a:p>
          <a:p>
            <a:r>
              <a:rPr lang="en-US" dirty="0">
                <a:ea typeface="+mn-lt"/>
                <a:cs typeface="+mn-lt"/>
              </a:rPr>
              <a:t>interface Serial0/1/0</a:t>
            </a:r>
            <a:endParaRPr lang="en-US" dirty="0"/>
          </a:p>
          <a:p>
            <a:r>
              <a:rPr lang="en-US">
                <a:ea typeface="+mn-lt"/>
                <a:cs typeface="+mn-lt"/>
              </a:rPr>
              <a:t>ipv6 address 2001:DB8:ABCD:6::2/64</a:t>
            </a:r>
          </a:p>
          <a:p>
            <a:r>
              <a:rPr lang="en-US" dirty="0">
                <a:ea typeface="+mn-lt"/>
                <a:cs typeface="+mn-lt"/>
              </a:rPr>
              <a:t>ipv6 </a:t>
            </a:r>
            <a:r>
              <a:rPr lang="en-US" dirty="0" err="1">
                <a:ea typeface="+mn-lt"/>
                <a:cs typeface="+mn-lt"/>
              </a:rPr>
              <a:t>ospf</a:t>
            </a:r>
            <a:r>
              <a:rPr lang="en-US" dirty="0">
                <a:ea typeface="+mn-lt"/>
                <a:cs typeface="+mn-lt"/>
              </a:rPr>
              <a:t> 6 area 0</a:t>
            </a:r>
          </a:p>
          <a:p>
            <a:endParaRPr lang="en-US" dirty="0">
              <a:latin typeface="Century Gothic"/>
            </a:endParaRPr>
          </a:p>
          <a:p>
            <a:r>
              <a:rPr lang="en-US" dirty="0">
                <a:ea typeface="+mn-lt"/>
                <a:cs typeface="+mn-lt"/>
              </a:rPr>
              <a:t>interface Serial0/1/1</a:t>
            </a:r>
            <a:endParaRPr lang="en-US" dirty="0"/>
          </a:p>
          <a:p>
            <a:r>
              <a:rPr lang="en-US">
                <a:ea typeface="+mn-lt"/>
                <a:cs typeface="+mn-lt"/>
              </a:rPr>
              <a:t>ipv6 address 2001:DB8:ABCD:7::2/64</a:t>
            </a:r>
            <a:endParaRPr lang="en-US"/>
          </a:p>
          <a:p>
            <a:r>
              <a:rPr lang="en-US" dirty="0">
                <a:ea typeface="+mn-lt"/>
                <a:cs typeface="+mn-lt"/>
              </a:rPr>
              <a:t>ipv6 </a:t>
            </a:r>
            <a:r>
              <a:rPr lang="en-US" dirty="0" err="1">
                <a:ea typeface="+mn-lt"/>
                <a:cs typeface="+mn-lt"/>
              </a:rPr>
              <a:t>ospf</a:t>
            </a:r>
            <a:r>
              <a:rPr lang="en-US" dirty="0">
                <a:ea typeface="+mn-lt"/>
                <a:cs typeface="+mn-lt"/>
              </a:rPr>
              <a:t> 6 area 0</a:t>
            </a:r>
            <a:endParaRPr lang="en-US" dirty="0"/>
          </a:p>
          <a:p>
            <a:pPr algn="ctr"/>
            <a:endParaRPr lang="hu-HU" dirty="0">
              <a:latin typeface="Bookman Old Style"/>
            </a:endParaRPr>
          </a:p>
        </p:txBody>
      </p:sp>
      <p:sp>
        <p:nvSpPr>
          <p:cNvPr id="9" name="Rectangle 7">
            <a:extLst>
              <a:ext uri="{FF2B5EF4-FFF2-40B4-BE49-F238E27FC236}">
                <a16:creationId xmlns:a16="http://schemas.microsoft.com/office/drawing/2014/main" id="{ACC84024-902A-4D85-6EF4-DE080ECC8A87}"/>
              </a:ext>
            </a:extLst>
          </p:cNvPr>
          <p:cNvSpPr/>
          <p:nvPr/>
        </p:nvSpPr>
        <p:spPr>
          <a:xfrm>
            <a:off x="1397039" y="1239034"/>
            <a:ext cx="2241064" cy="74472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7">
            <a:extLst>
              <a:ext uri="{FF2B5EF4-FFF2-40B4-BE49-F238E27FC236}">
                <a16:creationId xmlns:a16="http://schemas.microsoft.com/office/drawing/2014/main" id="{A03C5909-DE8F-DBA0-4767-E2A010F12C1C}"/>
              </a:ext>
            </a:extLst>
          </p:cNvPr>
          <p:cNvSpPr/>
          <p:nvPr/>
        </p:nvSpPr>
        <p:spPr>
          <a:xfrm>
            <a:off x="3632895" y="2083383"/>
            <a:ext cx="4557734" cy="3313696"/>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925091149"/>
      </p:ext>
    </p:extLst>
  </p:cSld>
  <p:clrMapOvr>
    <a:masterClrMapping/>
  </p:clrMapOvr>
  <p:transition spd="med">
    <p:pull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500" y="113883"/>
            <a:ext cx="7778490" cy="505908"/>
          </a:xfrm>
          <a:prstGeom prst="rect">
            <a:avLst/>
          </a:prstGeom>
        </p:spPr>
        <p:txBody>
          <a:bodyPr vert="horz" wrap="square" lIns="0" tIns="13335" rIns="0" bIns="0" rtlCol="0">
            <a:spAutoFit/>
          </a:bodyPr>
          <a:lstStyle/>
          <a:p>
            <a:pPr marL="12700">
              <a:lnSpc>
                <a:spcPct val="100000"/>
              </a:lnSpc>
              <a:spcBef>
                <a:spcPts val="105"/>
              </a:spcBef>
            </a:pPr>
            <a:r>
              <a:rPr lang="hu-HU" sz="3200" b="1" i="1" u="sng" dirty="0">
                <a:solidFill>
                  <a:schemeClr val="tx1"/>
                </a:solidFill>
                <a:latin typeface="Bookman Old Style"/>
                <a:cs typeface="Arial"/>
              </a:rPr>
              <a:t>ISP_R1</a:t>
            </a:r>
            <a:r>
              <a:rPr sz="3200" b="1" i="1" u="sng" spc="-30" dirty="0">
                <a:solidFill>
                  <a:schemeClr val="tx1"/>
                </a:solidFill>
                <a:latin typeface="Bookman Old Style"/>
                <a:cs typeface="Arial"/>
              </a:rPr>
              <a:t> </a:t>
            </a:r>
            <a:r>
              <a:rPr sz="3200" u="sng" spc="-10" dirty="0" err="1">
                <a:solidFill>
                  <a:schemeClr val="tx1"/>
                </a:solidFill>
                <a:latin typeface="Bookman Old Style"/>
              </a:rPr>
              <a:t>forgalomirányító</a:t>
            </a:r>
            <a:endParaRPr lang="en-US" sz="3200" u="sng" spc="-10" dirty="0" err="1">
              <a:solidFill>
                <a:schemeClr val="tx1"/>
              </a:solidFill>
              <a:latin typeface="Bookman Old Style"/>
            </a:endParaRPr>
          </a:p>
        </p:txBody>
      </p:sp>
      <p:sp>
        <p:nvSpPr>
          <p:cNvPr id="6" name="Élőláb helye 1">
            <a:extLst>
              <a:ext uri="{FF2B5EF4-FFF2-40B4-BE49-F238E27FC236}">
                <a16:creationId xmlns:a16="http://schemas.microsoft.com/office/drawing/2014/main" id="{1B8D93A3-4E81-41D2-8374-0FF24F3B3294}"/>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sp>
        <p:nvSpPr>
          <p:cNvPr id="4" name="Szövegdoboz 3">
            <a:extLst>
              <a:ext uri="{FF2B5EF4-FFF2-40B4-BE49-F238E27FC236}">
                <a16:creationId xmlns:a16="http://schemas.microsoft.com/office/drawing/2014/main" id="{0434D409-80D5-E510-D9B9-2BA6E89C1BA7}"/>
              </a:ext>
            </a:extLst>
          </p:cNvPr>
          <p:cNvSpPr txBox="1"/>
          <p:nvPr/>
        </p:nvSpPr>
        <p:spPr>
          <a:xfrm>
            <a:off x="1407512" y="1239577"/>
            <a:ext cx="50419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rPr>
              <a:t>ipv6 router </a:t>
            </a:r>
            <a:r>
              <a:rPr lang="en-US" dirty="0" err="1">
                <a:latin typeface="Bookman Old Style"/>
              </a:rPr>
              <a:t>ospf</a:t>
            </a:r>
            <a:r>
              <a:rPr lang="en-US" dirty="0">
                <a:latin typeface="Bookman Old Style"/>
              </a:rPr>
              <a:t> 6</a:t>
            </a:r>
            <a:br>
              <a:rPr lang="en-US" dirty="0">
                <a:latin typeface="Bookman Old Style"/>
              </a:rPr>
            </a:br>
            <a:r>
              <a:rPr lang="en-US" dirty="0">
                <a:latin typeface="Bookman Old Style"/>
              </a:rPr>
              <a:t>router-id </a:t>
            </a:r>
            <a:r>
              <a:rPr lang="en-US" dirty="0">
                <a:latin typeface="Bookman Old Style"/>
                <a:ea typeface="+mn-lt"/>
                <a:cs typeface="+mn-lt"/>
              </a:rPr>
              <a:t>3.3.3.3</a:t>
            </a:r>
            <a:endParaRPr lang="en-US">
              <a:latin typeface="Bookman Old Style"/>
            </a:endParaRPr>
          </a:p>
          <a:p>
            <a:pPr algn="ctr"/>
            <a:endParaRPr lang="hu-HU" dirty="0">
              <a:latin typeface="Bookman Old Style"/>
            </a:endParaRPr>
          </a:p>
        </p:txBody>
      </p:sp>
      <p:sp>
        <p:nvSpPr>
          <p:cNvPr id="7" name="Szövegdoboz 6">
            <a:extLst>
              <a:ext uri="{FF2B5EF4-FFF2-40B4-BE49-F238E27FC236}">
                <a16:creationId xmlns:a16="http://schemas.microsoft.com/office/drawing/2014/main" id="{1F8AF20E-20AE-F0D4-A630-9410B75F4D63}"/>
              </a:ext>
            </a:extLst>
          </p:cNvPr>
          <p:cNvSpPr txBox="1"/>
          <p:nvPr/>
        </p:nvSpPr>
        <p:spPr>
          <a:xfrm>
            <a:off x="4209065" y="1149751"/>
            <a:ext cx="50419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interface GigabitEthernet0/0/0</a:t>
            </a:r>
            <a:endParaRPr lang="hu-HU" dirty="0"/>
          </a:p>
          <a:p>
            <a:r>
              <a:rPr lang="en-US">
                <a:ea typeface="+mn-lt"/>
                <a:cs typeface="+mn-lt"/>
              </a:rPr>
              <a:t>ipv6 address 2001:DB8:ABCD:1::2/64</a:t>
            </a:r>
          </a:p>
          <a:p>
            <a:r>
              <a:rPr lang="en-US" dirty="0">
                <a:ea typeface="+mn-lt"/>
                <a:cs typeface="+mn-lt"/>
              </a:rPr>
              <a:t>ipv6 </a:t>
            </a:r>
            <a:r>
              <a:rPr lang="en-US" dirty="0" err="1">
                <a:ea typeface="+mn-lt"/>
                <a:cs typeface="+mn-lt"/>
              </a:rPr>
              <a:t>ospf</a:t>
            </a:r>
            <a:r>
              <a:rPr lang="en-US" dirty="0">
                <a:ea typeface="+mn-lt"/>
                <a:cs typeface="+mn-lt"/>
              </a:rPr>
              <a:t> 6 area 0</a:t>
            </a:r>
          </a:p>
          <a:p>
            <a:endParaRPr lang="en-US" dirty="0">
              <a:latin typeface="Bookman Old Style"/>
            </a:endParaRPr>
          </a:p>
          <a:p>
            <a:r>
              <a:rPr lang="en-US" dirty="0">
                <a:ea typeface="+mn-lt"/>
                <a:cs typeface="+mn-lt"/>
              </a:rPr>
              <a:t>interface GigabitEthernet0/0/1</a:t>
            </a:r>
            <a:endParaRPr lang="en-US" dirty="0"/>
          </a:p>
          <a:p>
            <a:r>
              <a:rPr lang="en-US">
                <a:ea typeface="+mn-lt"/>
                <a:cs typeface="+mn-lt"/>
              </a:rPr>
              <a:t>ipv6 address 2001:DB8:ABCD:3::1/64</a:t>
            </a:r>
            <a:endParaRPr lang="en-US"/>
          </a:p>
          <a:p>
            <a:r>
              <a:rPr lang="en-US" dirty="0">
                <a:ea typeface="+mn-lt"/>
                <a:cs typeface="+mn-lt"/>
              </a:rPr>
              <a:t>ipv6 </a:t>
            </a:r>
            <a:r>
              <a:rPr lang="en-US" dirty="0" err="1">
                <a:ea typeface="+mn-lt"/>
                <a:cs typeface="+mn-lt"/>
              </a:rPr>
              <a:t>ospf</a:t>
            </a:r>
            <a:r>
              <a:rPr lang="en-US" dirty="0">
                <a:ea typeface="+mn-lt"/>
                <a:cs typeface="+mn-lt"/>
              </a:rPr>
              <a:t> 6 area 0</a:t>
            </a:r>
          </a:p>
          <a:p>
            <a:endParaRPr lang="en-US" dirty="0">
              <a:latin typeface="Century Gothic"/>
            </a:endParaRPr>
          </a:p>
          <a:p>
            <a:r>
              <a:rPr lang="en-US" dirty="0">
                <a:ea typeface="+mn-lt"/>
                <a:cs typeface="+mn-lt"/>
              </a:rPr>
              <a:t>interface Serial0/1/0</a:t>
            </a:r>
            <a:endParaRPr lang="en-US" dirty="0"/>
          </a:p>
          <a:p>
            <a:r>
              <a:rPr lang="en-US">
                <a:ea typeface="+mn-lt"/>
                <a:cs typeface="+mn-lt"/>
              </a:rPr>
              <a:t>ipv6 address 2001:DB8:ABCD:4::1/64</a:t>
            </a:r>
            <a:endParaRPr lang="en-US"/>
          </a:p>
          <a:p>
            <a:r>
              <a:rPr lang="en-US" dirty="0">
                <a:ea typeface="+mn-lt"/>
                <a:cs typeface="+mn-lt"/>
              </a:rPr>
              <a:t>ipv6 </a:t>
            </a:r>
            <a:r>
              <a:rPr lang="en-US" dirty="0" err="1">
                <a:ea typeface="+mn-lt"/>
                <a:cs typeface="+mn-lt"/>
              </a:rPr>
              <a:t>ospf</a:t>
            </a:r>
            <a:r>
              <a:rPr lang="en-US" dirty="0">
                <a:ea typeface="+mn-lt"/>
                <a:cs typeface="+mn-lt"/>
              </a:rPr>
              <a:t> 6 area 0</a:t>
            </a:r>
          </a:p>
          <a:p>
            <a:endParaRPr lang="en-US" dirty="0">
              <a:latin typeface="Century Gothic"/>
            </a:endParaRPr>
          </a:p>
          <a:p>
            <a:r>
              <a:rPr lang="en-US" dirty="0">
                <a:ea typeface="+mn-lt"/>
                <a:cs typeface="+mn-lt"/>
              </a:rPr>
              <a:t>interface Serial0/1/1</a:t>
            </a:r>
            <a:endParaRPr lang="en-US" dirty="0"/>
          </a:p>
          <a:p>
            <a:r>
              <a:rPr lang="en-US">
                <a:ea typeface="+mn-lt"/>
                <a:cs typeface="+mn-lt"/>
              </a:rPr>
              <a:t>ipv6 address 2001:DB8:ABCD:5::1/64</a:t>
            </a:r>
            <a:endParaRPr lang="en-US"/>
          </a:p>
          <a:p>
            <a:r>
              <a:rPr lang="en-US" dirty="0">
                <a:ea typeface="+mn-lt"/>
                <a:cs typeface="+mn-lt"/>
              </a:rPr>
              <a:t>ipv6 </a:t>
            </a:r>
            <a:r>
              <a:rPr lang="en-US" dirty="0" err="1">
                <a:ea typeface="+mn-lt"/>
                <a:cs typeface="+mn-lt"/>
              </a:rPr>
              <a:t>ospf</a:t>
            </a:r>
            <a:r>
              <a:rPr lang="en-US" dirty="0">
                <a:ea typeface="+mn-lt"/>
                <a:cs typeface="+mn-lt"/>
              </a:rPr>
              <a:t> 6 area 0</a:t>
            </a:r>
            <a:endParaRPr lang="en-US" dirty="0"/>
          </a:p>
          <a:p>
            <a:pPr algn="ctr"/>
            <a:endParaRPr lang="hu-HU" dirty="0">
              <a:latin typeface="Bookman Old Style"/>
            </a:endParaRPr>
          </a:p>
        </p:txBody>
      </p:sp>
      <p:sp>
        <p:nvSpPr>
          <p:cNvPr id="9" name="Rectangle 7">
            <a:extLst>
              <a:ext uri="{FF2B5EF4-FFF2-40B4-BE49-F238E27FC236}">
                <a16:creationId xmlns:a16="http://schemas.microsoft.com/office/drawing/2014/main" id="{4756D1D8-6565-E69A-7F23-2DEF88FAF7A7}"/>
              </a:ext>
            </a:extLst>
          </p:cNvPr>
          <p:cNvSpPr/>
          <p:nvPr/>
        </p:nvSpPr>
        <p:spPr>
          <a:xfrm>
            <a:off x="1397039" y="1239034"/>
            <a:ext cx="2241064" cy="74472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7">
            <a:extLst>
              <a:ext uri="{FF2B5EF4-FFF2-40B4-BE49-F238E27FC236}">
                <a16:creationId xmlns:a16="http://schemas.microsoft.com/office/drawing/2014/main" id="{67FC8D2C-9535-01E0-4BD6-5892BDEDF03A}"/>
              </a:ext>
            </a:extLst>
          </p:cNvPr>
          <p:cNvSpPr/>
          <p:nvPr/>
        </p:nvSpPr>
        <p:spPr>
          <a:xfrm>
            <a:off x="4198593" y="1059385"/>
            <a:ext cx="4288354" cy="435565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46969108"/>
      </p:ext>
    </p:extLst>
  </p:cSld>
  <p:clrMapOvr>
    <a:masterClrMapping/>
  </p:clrMapOvr>
  <p:transition spd="med">
    <p:pull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500" y="113883"/>
            <a:ext cx="7778490" cy="505908"/>
          </a:xfrm>
          <a:prstGeom prst="rect">
            <a:avLst/>
          </a:prstGeom>
        </p:spPr>
        <p:txBody>
          <a:bodyPr vert="horz" wrap="square" lIns="0" tIns="13335" rIns="0" bIns="0" rtlCol="0">
            <a:spAutoFit/>
          </a:bodyPr>
          <a:lstStyle/>
          <a:p>
            <a:pPr marL="12700">
              <a:lnSpc>
                <a:spcPct val="100000"/>
              </a:lnSpc>
              <a:spcBef>
                <a:spcPts val="105"/>
              </a:spcBef>
            </a:pPr>
            <a:r>
              <a:rPr lang="hu-HU" sz="3200" b="1" i="1" u="sng" dirty="0">
                <a:solidFill>
                  <a:schemeClr val="tx1"/>
                </a:solidFill>
                <a:latin typeface="Bookman Old Style"/>
                <a:cs typeface="Arial"/>
              </a:rPr>
              <a:t>ISP_R2</a:t>
            </a:r>
            <a:r>
              <a:rPr sz="3200" b="1" i="1" u="sng" spc="-30" dirty="0">
                <a:solidFill>
                  <a:schemeClr val="tx1"/>
                </a:solidFill>
                <a:latin typeface="Bookman Old Style"/>
                <a:cs typeface="Arial"/>
              </a:rPr>
              <a:t> </a:t>
            </a:r>
            <a:r>
              <a:rPr sz="3200" u="sng" spc="-10" dirty="0" err="1">
                <a:solidFill>
                  <a:schemeClr val="tx1"/>
                </a:solidFill>
                <a:latin typeface="Bookman Old Style"/>
              </a:rPr>
              <a:t>forgalomirányító</a:t>
            </a:r>
            <a:endParaRPr lang="en-US" sz="3200" u="sng" spc="-10" dirty="0" err="1">
              <a:solidFill>
                <a:schemeClr val="tx1"/>
              </a:solidFill>
              <a:latin typeface="Bookman Old Style"/>
            </a:endParaRPr>
          </a:p>
        </p:txBody>
      </p:sp>
      <p:sp>
        <p:nvSpPr>
          <p:cNvPr id="6" name="Élőláb helye 1">
            <a:extLst>
              <a:ext uri="{FF2B5EF4-FFF2-40B4-BE49-F238E27FC236}">
                <a16:creationId xmlns:a16="http://schemas.microsoft.com/office/drawing/2014/main" id="{000A94F6-2BF3-4ECF-82B4-D97A47F466B7}"/>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sp>
        <p:nvSpPr>
          <p:cNvPr id="4" name="Szövegdoboz 3">
            <a:extLst>
              <a:ext uri="{FF2B5EF4-FFF2-40B4-BE49-F238E27FC236}">
                <a16:creationId xmlns:a16="http://schemas.microsoft.com/office/drawing/2014/main" id="{D8299DAD-6CE6-0ACA-5456-9232563B4451}"/>
              </a:ext>
            </a:extLst>
          </p:cNvPr>
          <p:cNvSpPr txBox="1"/>
          <p:nvPr/>
        </p:nvSpPr>
        <p:spPr>
          <a:xfrm>
            <a:off x="1407512" y="1239577"/>
            <a:ext cx="50419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rPr>
              <a:t>ipv6 router </a:t>
            </a:r>
            <a:r>
              <a:rPr lang="en-US" dirty="0" err="1">
                <a:latin typeface="Bookman Old Style"/>
              </a:rPr>
              <a:t>ospf</a:t>
            </a:r>
            <a:r>
              <a:rPr lang="en-US" dirty="0">
                <a:latin typeface="Bookman Old Style"/>
              </a:rPr>
              <a:t> 6</a:t>
            </a:r>
            <a:br>
              <a:rPr lang="en-US" dirty="0">
                <a:latin typeface="Bookman Old Style"/>
              </a:rPr>
            </a:br>
            <a:r>
              <a:rPr lang="en-US" dirty="0">
                <a:latin typeface="Bookman Old Style"/>
              </a:rPr>
              <a:t>router-id </a:t>
            </a:r>
            <a:r>
              <a:rPr lang="en-US" dirty="0">
                <a:latin typeface="Bookman Old Style"/>
                <a:ea typeface="+mn-lt"/>
                <a:cs typeface="+mn-lt"/>
              </a:rPr>
              <a:t>4.4.4.4</a:t>
            </a:r>
            <a:endParaRPr lang="en-US" dirty="0">
              <a:latin typeface="Bookman Old Style"/>
            </a:endParaRPr>
          </a:p>
          <a:p>
            <a:pPr algn="ctr"/>
            <a:endParaRPr lang="hu-HU" dirty="0">
              <a:latin typeface="Bookman Old Style"/>
            </a:endParaRPr>
          </a:p>
        </p:txBody>
      </p:sp>
      <p:sp>
        <p:nvSpPr>
          <p:cNvPr id="7" name="Szövegdoboz 6">
            <a:extLst>
              <a:ext uri="{FF2B5EF4-FFF2-40B4-BE49-F238E27FC236}">
                <a16:creationId xmlns:a16="http://schemas.microsoft.com/office/drawing/2014/main" id="{EBE3A0D7-069B-C5A8-CA56-48E17E38707D}"/>
              </a:ext>
            </a:extLst>
          </p:cNvPr>
          <p:cNvSpPr txBox="1"/>
          <p:nvPr/>
        </p:nvSpPr>
        <p:spPr>
          <a:xfrm>
            <a:off x="4209065" y="1149751"/>
            <a:ext cx="50419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interface GigabitEthernet0/0/0</a:t>
            </a:r>
            <a:endParaRPr lang="hu-HU" dirty="0">
              <a:ea typeface="+mn-lt"/>
              <a:cs typeface="+mn-lt"/>
            </a:endParaRPr>
          </a:p>
          <a:p>
            <a:r>
              <a:rPr lang="en-US">
                <a:ea typeface="+mn-lt"/>
                <a:cs typeface="+mn-lt"/>
              </a:rPr>
              <a:t>ipv6 address 2001:DB8:ABCD:2::2/64</a:t>
            </a:r>
          </a:p>
          <a:p>
            <a:r>
              <a:rPr lang="en-US" dirty="0">
                <a:ea typeface="+mn-lt"/>
                <a:cs typeface="+mn-lt"/>
              </a:rPr>
              <a:t>ipv6 </a:t>
            </a:r>
            <a:r>
              <a:rPr lang="en-US" dirty="0" err="1">
                <a:ea typeface="+mn-lt"/>
                <a:cs typeface="+mn-lt"/>
              </a:rPr>
              <a:t>ospf</a:t>
            </a:r>
            <a:r>
              <a:rPr lang="en-US" dirty="0">
                <a:ea typeface="+mn-lt"/>
                <a:cs typeface="+mn-lt"/>
              </a:rPr>
              <a:t> 6 area 0</a:t>
            </a:r>
          </a:p>
          <a:p>
            <a:endParaRPr lang="en-US" dirty="0">
              <a:ea typeface="+mn-lt"/>
              <a:cs typeface="+mn-lt"/>
            </a:endParaRPr>
          </a:p>
          <a:p>
            <a:r>
              <a:rPr lang="en-US" dirty="0">
                <a:ea typeface="+mn-lt"/>
                <a:cs typeface="+mn-lt"/>
              </a:rPr>
              <a:t>interface GigabitEthernet0/0/1</a:t>
            </a:r>
          </a:p>
          <a:p>
            <a:r>
              <a:rPr lang="en-US">
                <a:ea typeface="+mn-lt"/>
                <a:cs typeface="+mn-lt"/>
              </a:rPr>
              <a:t>ipv6 address 2001:DB8:ABCD:8::1/64</a:t>
            </a:r>
          </a:p>
          <a:p>
            <a:r>
              <a:rPr lang="en-US" dirty="0">
                <a:ea typeface="+mn-lt"/>
                <a:cs typeface="+mn-lt"/>
              </a:rPr>
              <a:t>ipv6 </a:t>
            </a:r>
            <a:r>
              <a:rPr lang="en-US" dirty="0" err="1">
                <a:ea typeface="+mn-lt"/>
                <a:cs typeface="+mn-lt"/>
              </a:rPr>
              <a:t>ospf</a:t>
            </a:r>
            <a:r>
              <a:rPr lang="en-US" dirty="0">
                <a:ea typeface="+mn-lt"/>
                <a:cs typeface="+mn-lt"/>
              </a:rPr>
              <a:t> 6 area 0</a:t>
            </a:r>
          </a:p>
          <a:p>
            <a:endParaRPr lang="en-US" dirty="0">
              <a:ea typeface="+mn-lt"/>
              <a:cs typeface="+mn-lt"/>
            </a:endParaRPr>
          </a:p>
          <a:p>
            <a:r>
              <a:rPr lang="en-US" dirty="0">
                <a:ea typeface="+mn-lt"/>
                <a:cs typeface="+mn-lt"/>
              </a:rPr>
              <a:t>interface Serial0/1/0</a:t>
            </a:r>
          </a:p>
          <a:p>
            <a:r>
              <a:rPr lang="en-US">
                <a:ea typeface="+mn-lt"/>
                <a:cs typeface="+mn-lt"/>
              </a:rPr>
              <a:t>ipv6 address 2001:DB8:ABCD:4::2/64</a:t>
            </a:r>
            <a:endParaRPr lang="en-US"/>
          </a:p>
          <a:p>
            <a:r>
              <a:rPr lang="en-US" dirty="0">
                <a:ea typeface="+mn-lt"/>
                <a:cs typeface="+mn-lt"/>
              </a:rPr>
              <a:t>ipv6 </a:t>
            </a:r>
            <a:r>
              <a:rPr lang="en-US" dirty="0" err="1">
                <a:ea typeface="+mn-lt"/>
                <a:cs typeface="+mn-lt"/>
              </a:rPr>
              <a:t>ospf</a:t>
            </a:r>
            <a:r>
              <a:rPr lang="en-US" dirty="0">
                <a:ea typeface="+mn-lt"/>
                <a:cs typeface="+mn-lt"/>
              </a:rPr>
              <a:t> 6 area 0</a:t>
            </a:r>
          </a:p>
          <a:p>
            <a:endParaRPr lang="en-US" dirty="0">
              <a:ea typeface="+mn-lt"/>
              <a:cs typeface="+mn-lt"/>
            </a:endParaRPr>
          </a:p>
          <a:p>
            <a:r>
              <a:rPr lang="en-US" dirty="0">
                <a:ea typeface="+mn-lt"/>
                <a:cs typeface="+mn-lt"/>
              </a:rPr>
              <a:t>interface Serial0/1/1</a:t>
            </a:r>
          </a:p>
          <a:p>
            <a:r>
              <a:rPr lang="en-US">
                <a:ea typeface="+mn-lt"/>
                <a:cs typeface="+mn-lt"/>
              </a:rPr>
              <a:t>ipv6 address 2001:DB8:ABCD:7::1/64</a:t>
            </a:r>
          </a:p>
          <a:p>
            <a:r>
              <a:rPr lang="en-US" dirty="0">
                <a:ea typeface="+mn-lt"/>
                <a:cs typeface="+mn-lt"/>
              </a:rPr>
              <a:t>ipv6 </a:t>
            </a:r>
            <a:r>
              <a:rPr lang="en-US" dirty="0" err="1">
                <a:ea typeface="+mn-lt"/>
                <a:cs typeface="+mn-lt"/>
              </a:rPr>
              <a:t>ospf</a:t>
            </a:r>
            <a:r>
              <a:rPr lang="en-US" dirty="0">
                <a:ea typeface="+mn-lt"/>
                <a:cs typeface="+mn-lt"/>
              </a:rPr>
              <a:t> 6 area 0</a:t>
            </a:r>
          </a:p>
          <a:p>
            <a:pPr algn="ctr"/>
            <a:endParaRPr lang="hu-HU" dirty="0">
              <a:latin typeface="Bookman Old Style"/>
            </a:endParaRPr>
          </a:p>
        </p:txBody>
      </p:sp>
      <p:sp>
        <p:nvSpPr>
          <p:cNvPr id="9" name="Rectangle 7">
            <a:extLst>
              <a:ext uri="{FF2B5EF4-FFF2-40B4-BE49-F238E27FC236}">
                <a16:creationId xmlns:a16="http://schemas.microsoft.com/office/drawing/2014/main" id="{37A0D816-CC8E-8438-4F1B-A16CD1CC9F8F}"/>
              </a:ext>
            </a:extLst>
          </p:cNvPr>
          <p:cNvSpPr/>
          <p:nvPr/>
        </p:nvSpPr>
        <p:spPr>
          <a:xfrm>
            <a:off x="1397039" y="1239034"/>
            <a:ext cx="2241064" cy="74472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7">
            <a:extLst>
              <a:ext uri="{FF2B5EF4-FFF2-40B4-BE49-F238E27FC236}">
                <a16:creationId xmlns:a16="http://schemas.microsoft.com/office/drawing/2014/main" id="{99B2D13B-0724-91C5-008C-FE99395425E4}"/>
              </a:ext>
            </a:extLst>
          </p:cNvPr>
          <p:cNvSpPr/>
          <p:nvPr/>
        </p:nvSpPr>
        <p:spPr>
          <a:xfrm>
            <a:off x="4198593" y="1059385"/>
            <a:ext cx="4288354" cy="435565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68265104"/>
      </p:ext>
    </p:extLst>
  </p:cSld>
  <p:clrMapOvr>
    <a:masterClrMapping/>
  </p:clrMapOvr>
  <p:transition spd="med">
    <p:pull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6CE31-CA09-7CF5-F659-B60F6EE08EE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5CA9B6A-369B-5103-7C22-6081768B60AC}"/>
              </a:ext>
            </a:extLst>
          </p:cNvPr>
          <p:cNvSpPr txBox="1">
            <a:spLocks noGrp="1"/>
          </p:cNvSpPr>
          <p:nvPr>
            <p:ph type="title"/>
          </p:nvPr>
        </p:nvSpPr>
        <p:spPr>
          <a:xfrm>
            <a:off x="317500" y="113883"/>
            <a:ext cx="7778490" cy="505908"/>
          </a:xfrm>
          <a:prstGeom prst="rect">
            <a:avLst/>
          </a:prstGeom>
        </p:spPr>
        <p:txBody>
          <a:bodyPr vert="horz" wrap="square" lIns="0" tIns="13335" rIns="0" bIns="0" rtlCol="0">
            <a:spAutoFit/>
          </a:bodyPr>
          <a:lstStyle/>
          <a:p>
            <a:pPr marL="12700">
              <a:lnSpc>
                <a:spcPct val="100000"/>
              </a:lnSpc>
              <a:spcBef>
                <a:spcPts val="105"/>
              </a:spcBef>
            </a:pPr>
            <a:r>
              <a:rPr lang="hu-HU" sz="3200" b="1" i="1" u="sng" dirty="0">
                <a:solidFill>
                  <a:schemeClr val="tx1"/>
                </a:solidFill>
                <a:latin typeface="Bookman Old Style"/>
                <a:cs typeface="Arial"/>
              </a:rPr>
              <a:t>ISP_R3</a:t>
            </a:r>
            <a:r>
              <a:rPr sz="3200" b="1" i="1" u="sng" spc="-30" dirty="0">
                <a:solidFill>
                  <a:schemeClr val="tx1"/>
                </a:solidFill>
                <a:latin typeface="Bookman Old Style"/>
                <a:cs typeface="Arial"/>
              </a:rPr>
              <a:t> </a:t>
            </a:r>
            <a:r>
              <a:rPr sz="3200" u="sng" spc="-10" dirty="0" err="1">
                <a:solidFill>
                  <a:schemeClr val="tx1"/>
                </a:solidFill>
                <a:latin typeface="Bookman Old Style"/>
              </a:rPr>
              <a:t>forgalomirányító</a:t>
            </a:r>
            <a:endParaRPr lang="en-US" sz="3200" u="sng" spc="-10" dirty="0" err="1">
              <a:solidFill>
                <a:schemeClr val="tx1"/>
              </a:solidFill>
              <a:latin typeface="Bookman Old Style"/>
            </a:endParaRPr>
          </a:p>
        </p:txBody>
      </p:sp>
      <p:sp>
        <p:nvSpPr>
          <p:cNvPr id="6" name="Élőláb helye 1">
            <a:extLst>
              <a:ext uri="{FF2B5EF4-FFF2-40B4-BE49-F238E27FC236}">
                <a16:creationId xmlns:a16="http://schemas.microsoft.com/office/drawing/2014/main" id="{557A453B-871C-F94B-86D7-63220CF01B47}"/>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sp>
        <p:nvSpPr>
          <p:cNvPr id="4" name="Szövegdoboz 3">
            <a:extLst>
              <a:ext uri="{FF2B5EF4-FFF2-40B4-BE49-F238E27FC236}">
                <a16:creationId xmlns:a16="http://schemas.microsoft.com/office/drawing/2014/main" id="{6D4AB497-B7AD-1DF2-1AE8-FD1CD42CC777}"/>
              </a:ext>
            </a:extLst>
          </p:cNvPr>
          <p:cNvSpPr txBox="1"/>
          <p:nvPr/>
        </p:nvSpPr>
        <p:spPr>
          <a:xfrm>
            <a:off x="1407512" y="1239577"/>
            <a:ext cx="50419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mn-lt"/>
                <a:cs typeface="+mn-lt"/>
              </a:rPr>
              <a:t>ipv6 router </a:t>
            </a:r>
            <a:r>
              <a:rPr lang="en-US" dirty="0" err="1">
                <a:latin typeface="Bookman Old Style"/>
                <a:ea typeface="+mn-lt"/>
                <a:cs typeface="+mn-lt"/>
              </a:rPr>
              <a:t>ospf</a:t>
            </a:r>
            <a:r>
              <a:rPr lang="en-US" dirty="0">
                <a:latin typeface="Bookman Old Style"/>
                <a:ea typeface="+mn-lt"/>
                <a:cs typeface="+mn-lt"/>
              </a:rPr>
              <a:t> 6</a:t>
            </a:r>
          </a:p>
          <a:p>
            <a:r>
              <a:rPr lang="en-US">
                <a:latin typeface="Bookman Old Style"/>
                <a:ea typeface="+mn-lt"/>
                <a:cs typeface="+mn-lt"/>
              </a:rPr>
              <a:t> router-id 7.7.7.7</a:t>
            </a:r>
            <a:endParaRPr lang="en-US">
              <a:latin typeface="Bookman Old Style"/>
            </a:endParaRPr>
          </a:p>
          <a:p>
            <a:endParaRPr lang="en-US" dirty="0">
              <a:latin typeface="Bookman Old Style"/>
            </a:endParaRPr>
          </a:p>
        </p:txBody>
      </p:sp>
      <p:sp>
        <p:nvSpPr>
          <p:cNvPr id="7" name="Szövegdoboz 6">
            <a:extLst>
              <a:ext uri="{FF2B5EF4-FFF2-40B4-BE49-F238E27FC236}">
                <a16:creationId xmlns:a16="http://schemas.microsoft.com/office/drawing/2014/main" id="{D77468B8-6E24-0944-10F1-1CFF3FC93FCF}"/>
              </a:ext>
            </a:extLst>
          </p:cNvPr>
          <p:cNvSpPr txBox="1"/>
          <p:nvPr/>
        </p:nvSpPr>
        <p:spPr>
          <a:xfrm>
            <a:off x="4209065" y="1149751"/>
            <a:ext cx="50419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Bookman Old Style"/>
                <a:ea typeface="+mn-lt"/>
                <a:cs typeface="+mn-lt"/>
              </a:rPr>
              <a:t>interface Serial0/1/0</a:t>
            </a:r>
          </a:p>
          <a:p>
            <a:r>
              <a:rPr lang="en-US">
                <a:latin typeface="Bookman Old Style"/>
                <a:ea typeface="+mn-lt"/>
                <a:cs typeface="+mn-lt"/>
              </a:rPr>
              <a:t> ipv6 address 2001:DB8:ABCD:6::1/64</a:t>
            </a:r>
            <a:endParaRPr lang="en-US">
              <a:latin typeface="Bookman Old Style"/>
            </a:endParaRPr>
          </a:p>
          <a:p>
            <a:r>
              <a:rPr lang="en-US" dirty="0">
                <a:latin typeface="Bookman Old Style"/>
                <a:ea typeface="+mn-lt"/>
                <a:cs typeface="+mn-lt"/>
              </a:rPr>
              <a:t> ipv6 </a:t>
            </a:r>
            <a:r>
              <a:rPr lang="en-US" dirty="0" err="1">
                <a:latin typeface="Bookman Old Style"/>
                <a:ea typeface="+mn-lt"/>
                <a:cs typeface="+mn-lt"/>
              </a:rPr>
              <a:t>ospf</a:t>
            </a:r>
            <a:r>
              <a:rPr lang="en-US" dirty="0">
                <a:latin typeface="Bookman Old Style"/>
                <a:ea typeface="+mn-lt"/>
                <a:cs typeface="+mn-lt"/>
              </a:rPr>
              <a:t> 6 area 0</a:t>
            </a:r>
          </a:p>
          <a:p>
            <a:endParaRPr lang="en-US" dirty="0">
              <a:latin typeface="Bookman Old Style"/>
              <a:ea typeface="+mn-lt"/>
              <a:cs typeface="+mn-lt"/>
            </a:endParaRPr>
          </a:p>
          <a:p>
            <a:r>
              <a:rPr lang="en-US" dirty="0">
                <a:latin typeface="Bookman Old Style"/>
                <a:ea typeface="+mn-lt"/>
                <a:cs typeface="+mn-lt"/>
              </a:rPr>
              <a:t>interface Serial0/1/1</a:t>
            </a:r>
          </a:p>
          <a:p>
            <a:r>
              <a:rPr lang="en-US">
                <a:latin typeface="Bookman Old Style"/>
                <a:ea typeface="+mn-lt"/>
                <a:cs typeface="+mn-lt"/>
              </a:rPr>
              <a:t> ipv6 address 2001:DB8:ABCD:5::2/64</a:t>
            </a:r>
            <a:endParaRPr lang="en-US">
              <a:latin typeface="Bookman Old Style"/>
            </a:endParaRPr>
          </a:p>
          <a:p>
            <a:r>
              <a:rPr lang="en-US" dirty="0">
                <a:latin typeface="Bookman Old Style"/>
                <a:ea typeface="+mn-lt"/>
                <a:cs typeface="+mn-lt"/>
              </a:rPr>
              <a:t> ipv6 </a:t>
            </a:r>
            <a:r>
              <a:rPr lang="en-US" dirty="0" err="1">
                <a:latin typeface="Bookman Old Style"/>
                <a:ea typeface="+mn-lt"/>
                <a:cs typeface="+mn-lt"/>
              </a:rPr>
              <a:t>ospf</a:t>
            </a:r>
            <a:r>
              <a:rPr lang="en-US" dirty="0">
                <a:latin typeface="Bookman Old Style"/>
                <a:ea typeface="+mn-lt"/>
                <a:cs typeface="+mn-lt"/>
              </a:rPr>
              <a:t> 6 area 0</a:t>
            </a:r>
          </a:p>
          <a:p>
            <a:pPr algn="ctr"/>
            <a:endParaRPr lang="hu-HU" dirty="0">
              <a:latin typeface="Bookman Old Style"/>
            </a:endParaRPr>
          </a:p>
        </p:txBody>
      </p:sp>
      <p:sp>
        <p:nvSpPr>
          <p:cNvPr id="9" name="Rectangle 7">
            <a:extLst>
              <a:ext uri="{FF2B5EF4-FFF2-40B4-BE49-F238E27FC236}">
                <a16:creationId xmlns:a16="http://schemas.microsoft.com/office/drawing/2014/main" id="{71D9290A-4C16-C1C8-1D71-6672D054A8EA}"/>
              </a:ext>
            </a:extLst>
          </p:cNvPr>
          <p:cNvSpPr/>
          <p:nvPr/>
        </p:nvSpPr>
        <p:spPr>
          <a:xfrm>
            <a:off x="1397039" y="1239034"/>
            <a:ext cx="2241064" cy="74472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7">
            <a:extLst>
              <a:ext uri="{FF2B5EF4-FFF2-40B4-BE49-F238E27FC236}">
                <a16:creationId xmlns:a16="http://schemas.microsoft.com/office/drawing/2014/main" id="{FCED8C89-980C-089B-4793-97CA4C297F8C}"/>
              </a:ext>
            </a:extLst>
          </p:cNvPr>
          <p:cNvSpPr/>
          <p:nvPr/>
        </p:nvSpPr>
        <p:spPr>
          <a:xfrm>
            <a:off x="4206140" y="1089581"/>
            <a:ext cx="4575169" cy="2151330"/>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365907797"/>
      </p:ext>
    </p:extLst>
  </p:cSld>
  <p:clrMapOvr>
    <a:masterClrMapping/>
  </p:clrMapOvr>
  <p:transition spd="med">
    <p:pull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F6CDF-38E5-61C1-F90A-C4D89742575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1DB6577-1EBE-09AD-056A-8C6553CE7863}"/>
              </a:ext>
            </a:extLst>
          </p:cNvPr>
          <p:cNvSpPr txBox="1">
            <a:spLocks noGrp="1"/>
          </p:cNvSpPr>
          <p:nvPr>
            <p:ph type="title"/>
          </p:nvPr>
        </p:nvSpPr>
        <p:spPr>
          <a:xfrm>
            <a:off x="0" y="1085850"/>
            <a:ext cx="9072880" cy="2225609"/>
          </a:xfrm>
          <a:prstGeom prst="rect">
            <a:avLst/>
          </a:prstGeom>
          <a:solidFill>
            <a:srgbClr val="C62339"/>
          </a:solidFill>
        </p:spPr>
        <p:txBody>
          <a:bodyPr vert="horz" wrap="square" lIns="0" tIns="375285" rIns="0" bIns="0" rtlCol="0" anchor="ctr">
            <a:spAutoFit/>
          </a:bodyPr>
          <a:lstStyle/>
          <a:p>
            <a:pPr marL="72390" algn="ctr">
              <a:lnSpc>
                <a:spcPct val="100000"/>
              </a:lnSpc>
            </a:pPr>
            <a:br>
              <a:rPr lang="hu-HU" sz="6000">
                <a:solidFill>
                  <a:srgbClr val="FFFFFF"/>
                </a:solidFill>
                <a:latin typeface="Bookman Old Style" panose="02050604050505020204" pitchFamily="18" charset="0"/>
              </a:rPr>
            </a:br>
            <a:r>
              <a:rPr lang="hu-HU" sz="6000">
                <a:solidFill>
                  <a:srgbClr val="FFFFFF"/>
                </a:solidFill>
                <a:latin typeface="Bookman Old Style" panose="02050604050505020204" pitchFamily="18" charset="0"/>
              </a:rPr>
              <a:t>Az Otthoni Hálózat</a:t>
            </a:r>
            <a:endParaRPr sz="6000" spc="-10">
              <a:solidFill>
                <a:srgbClr val="FFFFFF"/>
              </a:solidFill>
              <a:latin typeface="Bookman Old Style" panose="02050604050505020204" pitchFamily="18" charset="0"/>
            </a:endParaRPr>
          </a:p>
        </p:txBody>
      </p:sp>
      <p:sp>
        <p:nvSpPr>
          <p:cNvPr id="3" name="Élőláb helye 1">
            <a:extLst>
              <a:ext uri="{FF2B5EF4-FFF2-40B4-BE49-F238E27FC236}">
                <a16:creationId xmlns:a16="http://schemas.microsoft.com/office/drawing/2014/main" id="{1BDC989C-33D7-88C9-F195-E14418BB980F}"/>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Tree>
    <p:extLst>
      <p:ext uri="{BB962C8B-B14F-4D97-AF65-F5344CB8AC3E}">
        <p14:creationId xmlns:p14="http://schemas.microsoft.com/office/powerpoint/2010/main" val="1767736706"/>
      </p:ext>
    </p:extLst>
  </p:cSld>
  <p:clrMapOvr>
    <a:masterClrMapping/>
  </p:clrMapOvr>
  <p:transition spd="med">
    <p:pull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1F8F7-47E8-4671-91F7-0DCE4FC9A1A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9BFDEE-23F8-6A4E-BA76-D388D09D3E99}"/>
              </a:ext>
            </a:extLst>
          </p:cNvPr>
          <p:cNvSpPr txBox="1">
            <a:spLocks noGrp="1"/>
          </p:cNvSpPr>
          <p:nvPr>
            <p:ph type="title"/>
          </p:nvPr>
        </p:nvSpPr>
        <p:spPr>
          <a:xfrm>
            <a:off x="317500" y="113883"/>
            <a:ext cx="7778490" cy="998350"/>
          </a:xfrm>
          <a:prstGeom prst="rect">
            <a:avLst/>
          </a:prstGeom>
        </p:spPr>
        <p:txBody>
          <a:bodyPr vert="horz" wrap="square" lIns="0" tIns="13335" rIns="0" bIns="0" rtlCol="0">
            <a:spAutoFit/>
          </a:bodyPr>
          <a:lstStyle/>
          <a:p>
            <a:pPr marL="12700">
              <a:lnSpc>
                <a:spcPct val="100000"/>
              </a:lnSpc>
              <a:spcBef>
                <a:spcPts val="105"/>
              </a:spcBef>
            </a:pPr>
            <a:r>
              <a:rPr lang="hu-HU" sz="3200" b="1" i="1" u="sng">
                <a:solidFill>
                  <a:schemeClr val="tx1"/>
                </a:solidFill>
                <a:latin typeface="Bookman Old Style"/>
                <a:cs typeface="Arial"/>
              </a:rPr>
              <a:t>WRT300N – Home-Wifi</a:t>
            </a:r>
            <a:br>
              <a:rPr lang="hu-HU" sz="3200" b="1" i="1" u="sng" dirty="0">
                <a:solidFill>
                  <a:schemeClr val="tx1"/>
                </a:solidFill>
                <a:latin typeface="Bookman Old Style" panose="02050604050505020204" pitchFamily="18" charset="0"/>
                <a:cs typeface="Arial"/>
              </a:rPr>
            </a:br>
            <a:r>
              <a:rPr lang="hu-HU" sz="3200" b="1" i="1" u="sng">
                <a:solidFill>
                  <a:schemeClr val="tx1"/>
                </a:solidFill>
                <a:latin typeface="Bookman Old Style"/>
                <a:cs typeface="Arial"/>
              </a:rPr>
              <a:t>IP beállítások</a:t>
            </a:r>
            <a:endParaRPr lang="en-US" sz="3200" u="sng" spc="-10">
              <a:solidFill>
                <a:schemeClr val="tx1"/>
              </a:solidFill>
              <a:latin typeface="Bookman Old Style"/>
            </a:endParaRPr>
          </a:p>
        </p:txBody>
      </p:sp>
      <p:sp>
        <p:nvSpPr>
          <p:cNvPr id="7" name="Élőláb helye 1">
            <a:extLst>
              <a:ext uri="{FF2B5EF4-FFF2-40B4-BE49-F238E27FC236}">
                <a16:creationId xmlns:a16="http://schemas.microsoft.com/office/drawing/2014/main" id="{0DDA8499-FEE6-0B7F-C02A-169DC4CE400D}"/>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4" name="Kép 3" descr="A képen szöveg, képernyőkép, számológép, tervezés látható&#10;&#10;Lehet, hogy az AI által létrehozott tartalom helytelen.">
            <a:extLst>
              <a:ext uri="{FF2B5EF4-FFF2-40B4-BE49-F238E27FC236}">
                <a16:creationId xmlns:a16="http://schemas.microsoft.com/office/drawing/2014/main" id="{A4E9D970-EB9D-B38B-1759-275ADFF8F685}"/>
              </a:ext>
            </a:extLst>
          </p:cNvPr>
          <p:cNvPicPr>
            <a:picLocks noChangeAspect="1"/>
          </p:cNvPicPr>
          <p:nvPr/>
        </p:nvPicPr>
        <p:blipFill>
          <a:blip r:embed="rId3"/>
          <a:stretch>
            <a:fillRect/>
          </a:stretch>
        </p:blipFill>
        <p:spPr>
          <a:xfrm>
            <a:off x="3838469" y="746675"/>
            <a:ext cx="4703804" cy="2439738"/>
          </a:xfrm>
          <a:prstGeom prst="rect">
            <a:avLst/>
          </a:prstGeom>
        </p:spPr>
      </p:pic>
      <p:pic>
        <p:nvPicPr>
          <p:cNvPr id="5" name="Kép 4" descr="A képen szöveg, képernyőkép, szoftver, Multimédiás szoftver látható&#10;&#10;Lehet, hogy az AI által létrehozott tartalom helytelen.">
            <a:extLst>
              <a:ext uri="{FF2B5EF4-FFF2-40B4-BE49-F238E27FC236}">
                <a16:creationId xmlns:a16="http://schemas.microsoft.com/office/drawing/2014/main" id="{47E39D15-F7CA-BD28-D1D9-8C996403B954}"/>
              </a:ext>
            </a:extLst>
          </p:cNvPr>
          <p:cNvPicPr>
            <a:picLocks noChangeAspect="1"/>
          </p:cNvPicPr>
          <p:nvPr/>
        </p:nvPicPr>
        <p:blipFill>
          <a:blip r:embed="rId4"/>
          <a:stretch>
            <a:fillRect/>
          </a:stretch>
        </p:blipFill>
        <p:spPr>
          <a:xfrm>
            <a:off x="940344" y="3407103"/>
            <a:ext cx="5790990" cy="1915863"/>
          </a:xfrm>
          <a:prstGeom prst="rect">
            <a:avLst/>
          </a:prstGeom>
        </p:spPr>
      </p:pic>
    </p:spTree>
    <p:extLst>
      <p:ext uri="{BB962C8B-B14F-4D97-AF65-F5344CB8AC3E}">
        <p14:creationId xmlns:p14="http://schemas.microsoft.com/office/powerpoint/2010/main" val="2980943722"/>
      </p:ext>
    </p:extLst>
  </p:cSld>
  <p:clrMapOvr>
    <a:masterClrMapping/>
  </p:clrMapOvr>
  <p:transition spd="med">
    <p:pull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233A1-8A09-C86C-D800-C7D18908B87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EAD0A79-6762-6DB7-C48B-DE374DE1357D}"/>
              </a:ext>
            </a:extLst>
          </p:cNvPr>
          <p:cNvSpPr txBox="1">
            <a:spLocks noGrp="1"/>
          </p:cNvSpPr>
          <p:nvPr>
            <p:ph type="title"/>
          </p:nvPr>
        </p:nvSpPr>
        <p:spPr>
          <a:xfrm>
            <a:off x="317500" y="113883"/>
            <a:ext cx="7778490" cy="998350"/>
          </a:xfrm>
          <a:prstGeom prst="rect">
            <a:avLst/>
          </a:prstGeom>
        </p:spPr>
        <p:txBody>
          <a:bodyPr vert="horz" wrap="square" lIns="0" tIns="13335" rIns="0" bIns="0" rtlCol="0">
            <a:spAutoFit/>
          </a:bodyPr>
          <a:lstStyle/>
          <a:p>
            <a:pPr marL="12700">
              <a:lnSpc>
                <a:spcPct val="100000"/>
              </a:lnSpc>
              <a:spcBef>
                <a:spcPts val="105"/>
              </a:spcBef>
            </a:pPr>
            <a:r>
              <a:rPr lang="hu-HU" sz="3200" b="1" i="1" u="sng" dirty="0">
                <a:solidFill>
                  <a:schemeClr val="tx1"/>
                </a:solidFill>
                <a:latin typeface="Bookman Old Style"/>
                <a:cs typeface="Arial"/>
              </a:rPr>
              <a:t>WRT300N – Home-Wifi</a:t>
            </a:r>
            <a:br>
              <a:rPr lang="hu-HU" sz="3200" b="1" i="1" u="sng" dirty="0">
                <a:solidFill>
                  <a:schemeClr val="tx1"/>
                </a:solidFill>
                <a:latin typeface="Bookman Old Style" panose="02050604050505020204" pitchFamily="18" charset="0"/>
                <a:cs typeface="Arial"/>
              </a:rPr>
            </a:br>
            <a:r>
              <a:rPr lang="hu-HU" sz="3200" b="1" i="1" u="sng" dirty="0">
                <a:solidFill>
                  <a:schemeClr val="tx1"/>
                </a:solidFill>
                <a:latin typeface="Bookman Old Style"/>
                <a:cs typeface="Arial"/>
              </a:rPr>
              <a:t>Wifi beállítások</a:t>
            </a:r>
            <a:endParaRPr lang="en-US" sz="3200" u="sng" spc="-10" dirty="0">
              <a:solidFill>
                <a:schemeClr val="tx1"/>
              </a:solidFill>
              <a:latin typeface="Bookman Old Style"/>
            </a:endParaRPr>
          </a:p>
        </p:txBody>
      </p:sp>
      <p:sp>
        <p:nvSpPr>
          <p:cNvPr id="7" name="Élőláb helye 1">
            <a:extLst>
              <a:ext uri="{FF2B5EF4-FFF2-40B4-BE49-F238E27FC236}">
                <a16:creationId xmlns:a16="http://schemas.microsoft.com/office/drawing/2014/main" id="{FC83CFE9-5336-0459-D5F2-1EA2FD08E067}"/>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3" name="Kép 2" descr="A képen szöveg, képernyőkép, szoftver, szám látható&#10;&#10;Lehet, hogy az AI által létrehozott tartalom helytelen.">
            <a:extLst>
              <a:ext uri="{FF2B5EF4-FFF2-40B4-BE49-F238E27FC236}">
                <a16:creationId xmlns:a16="http://schemas.microsoft.com/office/drawing/2014/main" id="{5C75F92F-3A32-6187-738E-5F460BF43CCC}"/>
              </a:ext>
            </a:extLst>
          </p:cNvPr>
          <p:cNvPicPr>
            <a:picLocks noChangeAspect="1"/>
          </p:cNvPicPr>
          <p:nvPr/>
        </p:nvPicPr>
        <p:blipFill>
          <a:blip r:embed="rId3"/>
          <a:stretch>
            <a:fillRect/>
          </a:stretch>
        </p:blipFill>
        <p:spPr>
          <a:xfrm>
            <a:off x="2516759" y="1218335"/>
            <a:ext cx="6950805" cy="2143125"/>
          </a:xfrm>
          <a:prstGeom prst="rect">
            <a:avLst/>
          </a:prstGeom>
        </p:spPr>
      </p:pic>
      <p:pic>
        <p:nvPicPr>
          <p:cNvPr id="5" name="Kép 4" descr="A képen szöveg, képernyőkép, szoftver, Multimédiás szoftver látható&#10;&#10;Lehet, hogy az AI által létrehozott tartalom helytelen.">
            <a:extLst>
              <a:ext uri="{FF2B5EF4-FFF2-40B4-BE49-F238E27FC236}">
                <a16:creationId xmlns:a16="http://schemas.microsoft.com/office/drawing/2014/main" id="{CCED97BD-34BC-D872-41A3-4F6948E8B3CC}"/>
              </a:ext>
            </a:extLst>
          </p:cNvPr>
          <p:cNvPicPr>
            <a:picLocks noChangeAspect="1"/>
          </p:cNvPicPr>
          <p:nvPr/>
        </p:nvPicPr>
        <p:blipFill>
          <a:blip r:embed="rId4"/>
          <a:stretch>
            <a:fillRect/>
          </a:stretch>
        </p:blipFill>
        <p:spPr>
          <a:xfrm>
            <a:off x="737380" y="3649849"/>
            <a:ext cx="6950805" cy="1657350"/>
          </a:xfrm>
          <a:prstGeom prst="rect">
            <a:avLst/>
          </a:prstGeom>
        </p:spPr>
      </p:pic>
    </p:spTree>
    <p:extLst>
      <p:ext uri="{BB962C8B-B14F-4D97-AF65-F5344CB8AC3E}">
        <p14:creationId xmlns:p14="http://schemas.microsoft.com/office/powerpoint/2010/main" val="1109180993"/>
      </p:ext>
    </p:extLst>
  </p:cSld>
  <p:clrMapOvr>
    <a:masterClrMapping/>
  </p:clrMapOvr>
  <p:transition spd="med">
    <p:pull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771650"/>
            <a:ext cx="9072880" cy="1838196"/>
          </a:xfrm>
          <a:prstGeom prst="rect">
            <a:avLst/>
          </a:prstGeom>
          <a:solidFill>
            <a:srgbClr val="C62339"/>
          </a:solidFill>
        </p:spPr>
        <p:txBody>
          <a:bodyPr vert="horz" wrap="square" lIns="0" tIns="376555" rIns="0" bIns="0" rtlCol="0">
            <a:spAutoFit/>
          </a:bodyPr>
          <a:lstStyle/>
          <a:p>
            <a:pPr>
              <a:lnSpc>
                <a:spcPct val="100000"/>
              </a:lnSpc>
              <a:spcBef>
                <a:spcPts val="2965"/>
              </a:spcBef>
            </a:pPr>
            <a:endParaRPr/>
          </a:p>
          <a:p>
            <a:pPr marL="70485" algn="ctr">
              <a:lnSpc>
                <a:spcPct val="100000"/>
              </a:lnSpc>
            </a:pPr>
            <a:r>
              <a:rPr sz="6000" spc="-10" err="1">
                <a:solidFill>
                  <a:srgbClr val="FFFFFF"/>
                </a:solidFill>
                <a:latin typeface="Bookman Old Style" panose="02050604050505020204" pitchFamily="18" charset="0"/>
              </a:rPr>
              <a:t>Szerver</a:t>
            </a:r>
            <a:r>
              <a:rPr lang="hu-HU" sz="6000" spc="-10">
                <a:solidFill>
                  <a:srgbClr val="FFFFFF"/>
                </a:solidFill>
                <a:latin typeface="Bookman Old Style" panose="02050604050505020204" pitchFamily="18" charset="0"/>
              </a:rPr>
              <a:t>park</a:t>
            </a:r>
            <a:endParaRPr sz="6000" spc="-10">
              <a:solidFill>
                <a:srgbClr val="FFFFFF"/>
              </a:solidFill>
              <a:latin typeface="Bookman Old Style" panose="02050604050505020204" pitchFamily="18" charset="0"/>
            </a:endParaRPr>
          </a:p>
        </p:txBody>
      </p:sp>
      <p:sp>
        <p:nvSpPr>
          <p:cNvPr id="3" name="Élőláb helye 1">
            <a:extLst>
              <a:ext uri="{FF2B5EF4-FFF2-40B4-BE49-F238E27FC236}">
                <a16:creationId xmlns:a16="http://schemas.microsoft.com/office/drawing/2014/main" id="{76F7350E-955E-4F67-841C-3C42CE571628}"/>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Tree>
  </p:cSld>
  <p:clrMapOvr>
    <a:masterClrMapping/>
  </p:clrMapOvr>
  <p:transition spd="med">
    <p:pull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6614" y="2333183"/>
            <a:ext cx="3788411" cy="505267"/>
          </a:xfrm>
          <a:prstGeom prst="rect">
            <a:avLst/>
          </a:prstGeom>
        </p:spPr>
        <p:txBody>
          <a:bodyPr vert="horz" wrap="square" lIns="0" tIns="12700" rIns="0" bIns="0" rtlCol="0">
            <a:spAutoFit/>
          </a:bodyPr>
          <a:lstStyle/>
          <a:p>
            <a:pPr marL="12700">
              <a:lnSpc>
                <a:spcPct val="100000"/>
              </a:lnSpc>
              <a:spcBef>
                <a:spcPts val="100"/>
              </a:spcBef>
            </a:pPr>
            <a:r>
              <a:rPr sz="3200" i="1" u="sng" dirty="0">
                <a:solidFill>
                  <a:schemeClr val="tx1"/>
                </a:solidFill>
                <a:latin typeface="Bookman Old Style"/>
              </a:rPr>
              <a:t>A</a:t>
            </a:r>
            <a:r>
              <a:rPr sz="3200" i="1" u="sng" spc="-215" dirty="0">
                <a:solidFill>
                  <a:schemeClr val="tx1"/>
                </a:solidFill>
                <a:latin typeface="Bookman Old Style"/>
              </a:rPr>
              <a:t> </a:t>
            </a:r>
            <a:r>
              <a:rPr sz="3200" i="1" u="sng" dirty="0">
                <a:solidFill>
                  <a:schemeClr val="tx1"/>
                </a:solidFill>
                <a:latin typeface="Bookman Old Style"/>
              </a:rPr>
              <a:t>Linux</a:t>
            </a:r>
            <a:r>
              <a:rPr sz="3200" i="1" u="sng" spc="-35" dirty="0">
                <a:solidFill>
                  <a:schemeClr val="tx1"/>
                </a:solidFill>
                <a:latin typeface="Bookman Old Style"/>
              </a:rPr>
              <a:t> </a:t>
            </a:r>
            <a:r>
              <a:rPr sz="3200" i="1" u="sng" spc="-10" dirty="0" err="1">
                <a:solidFill>
                  <a:schemeClr val="tx1"/>
                </a:solidFill>
                <a:latin typeface="Bookman Old Style"/>
              </a:rPr>
              <a:t>szerver</a:t>
            </a:r>
            <a:r>
              <a:rPr lang="hu-HU" sz="3200" i="1" u="sng" spc="-10" dirty="0" err="1">
                <a:solidFill>
                  <a:schemeClr val="tx1"/>
                </a:solidFill>
                <a:latin typeface="Bookman Old Style"/>
              </a:rPr>
              <a:t>ek</a:t>
            </a:r>
            <a:endParaRPr lang="en-US" sz="3200" i="1" u="sng" dirty="0">
              <a:solidFill>
                <a:schemeClr val="tx1"/>
              </a:solidFill>
              <a:latin typeface="Bookman Old Style"/>
            </a:endParaRPr>
          </a:p>
        </p:txBody>
      </p:sp>
      <p:sp>
        <p:nvSpPr>
          <p:cNvPr id="3" name="Élőláb helye 1">
            <a:extLst>
              <a:ext uri="{FF2B5EF4-FFF2-40B4-BE49-F238E27FC236}">
                <a16:creationId xmlns:a16="http://schemas.microsoft.com/office/drawing/2014/main" id="{7DF4F69E-EF83-46A3-9969-04B10D4516F8}"/>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2025-2025</a:t>
            </a:r>
            <a:endParaRPr lang="hu-HU" sz="1600" spc="-20">
              <a:latin typeface="Bookman Old Style" panose="02050604050505020204" pitchFamily="18" charset="0"/>
            </a:endParaRPr>
          </a:p>
        </p:txBody>
      </p:sp>
    </p:spTree>
  </p:cSld>
  <p:clrMapOvr>
    <a:masterClrMapping/>
  </p:clrMapOvr>
  <p:transition spd="med">
    <p:pull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1439" y="707592"/>
            <a:ext cx="8810625" cy="567463"/>
          </a:xfrm>
          <a:prstGeom prst="rect">
            <a:avLst/>
          </a:prstGeom>
        </p:spPr>
        <p:txBody>
          <a:bodyPr vert="horz" wrap="square" lIns="0" tIns="13335" rIns="0" bIns="0" rtlCol="0">
            <a:spAutoFit/>
          </a:bodyPr>
          <a:lstStyle/>
          <a:p>
            <a:pPr marL="12700">
              <a:lnSpc>
                <a:spcPct val="100000"/>
              </a:lnSpc>
              <a:spcBef>
                <a:spcPts val="105"/>
              </a:spcBef>
            </a:pPr>
            <a:r>
              <a:rPr lang="hu-HU" sz="3600" u="sng">
                <a:solidFill>
                  <a:schemeClr val="tx1"/>
                </a:solidFill>
                <a:latin typeface="Bookman Old Style"/>
              </a:rPr>
              <a:t>A</a:t>
            </a:r>
            <a:r>
              <a:rPr lang="hu-HU" sz="3600" u="sng" spc="-240" dirty="0">
                <a:solidFill>
                  <a:schemeClr val="tx1"/>
                </a:solidFill>
                <a:latin typeface="Bookman Old Style"/>
              </a:rPr>
              <a:t> </a:t>
            </a:r>
            <a:r>
              <a:rPr lang="hu-HU" sz="3600" u="sng">
                <a:solidFill>
                  <a:schemeClr val="tx1"/>
                </a:solidFill>
                <a:latin typeface="Bookman Old Style"/>
              </a:rPr>
              <a:t>virtuális</a:t>
            </a:r>
            <a:r>
              <a:rPr lang="hu-HU" sz="3600" u="sng" spc="-45" dirty="0">
                <a:solidFill>
                  <a:schemeClr val="tx1"/>
                </a:solidFill>
                <a:latin typeface="Bookman Old Style"/>
              </a:rPr>
              <a:t> </a:t>
            </a:r>
            <a:r>
              <a:rPr lang="hu-HU" sz="3600" u="sng" spc="-25">
                <a:solidFill>
                  <a:schemeClr val="tx1"/>
                </a:solidFill>
                <a:latin typeface="Bookman Old Style"/>
              </a:rPr>
              <a:t>gépek</a:t>
            </a:r>
            <a:endParaRPr lang="en-US" sz="3600" u="sng" spc="-25">
              <a:solidFill>
                <a:schemeClr val="tx1"/>
              </a:solidFill>
              <a:latin typeface="Bookman Old Style"/>
            </a:endParaRPr>
          </a:p>
        </p:txBody>
      </p:sp>
      <p:sp>
        <p:nvSpPr>
          <p:cNvPr id="4" name="Élőláb helye 1">
            <a:extLst>
              <a:ext uri="{FF2B5EF4-FFF2-40B4-BE49-F238E27FC236}">
                <a16:creationId xmlns:a16="http://schemas.microsoft.com/office/drawing/2014/main" id="{CEE224FF-34BC-421B-A4BA-9244C14C7897}"/>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3" name="object 3"/>
          <p:cNvSpPr txBox="1"/>
          <p:nvPr/>
        </p:nvSpPr>
        <p:spPr>
          <a:xfrm>
            <a:off x="599643" y="1454434"/>
            <a:ext cx="8328457" cy="2700739"/>
          </a:xfrm>
          <a:prstGeom prst="rect">
            <a:avLst/>
          </a:prstGeom>
        </p:spPr>
        <p:txBody>
          <a:bodyPr vert="horz" wrap="square" lIns="0" tIns="190500" rIns="0" bIns="0" rtlCol="0" anchor="t">
            <a:spAutoFit/>
          </a:bodyPr>
          <a:lstStyle/>
          <a:p>
            <a:pPr marL="335280" indent="-322580">
              <a:lnSpc>
                <a:spcPct val="100000"/>
              </a:lnSpc>
              <a:spcBef>
                <a:spcPts val="1500"/>
              </a:spcBef>
              <a:buSzPct val="45312"/>
              <a:buFont typeface="Wingdings"/>
              <a:buChar char=""/>
              <a:tabLst>
                <a:tab pos="335280" algn="l"/>
              </a:tabLst>
            </a:pPr>
            <a:r>
              <a:rPr sz="3200" dirty="0" err="1">
                <a:latin typeface="Bookman Old Style"/>
                <a:cs typeface="Arial MT"/>
              </a:rPr>
              <a:t>Merevlemezek</a:t>
            </a:r>
            <a:r>
              <a:rPr sz="3200" spc="-60" dirty="0">
                <a:latin typeface="Bookman Old Style"/>
                <a:cs typeface="Arial MT"/>
              </a:rPr>
              <a:t> </a:t>
            </a:r>
            <a:r>
              <a:rPr sz="3200" dirty="0" err="1">
                <a:latin typeface="Bookman Old Style"/>
                <a:cs typeface="Arial MT"/>
              </a:rPr>
              <a:t>száma</a:t>
            </a:r>
            <a:r>
              <a:rPr sz="3200" dirty="0">
                <a:latin typeface="Bookman Old Style"/>
                <a:cs typeface="Arial MT"/>
              </a:rPr>
              <a:t>:</a:t>
            </a:r>
            <a:r>
              <a:rPr sz="3200" spc="-45" dirty="0">
                <a:latin typeface="Bookman Old Style"/>
                <a:cs typeface="Arial MT"/>
              </a:rPr>
              <a:t> </a:t>
            </a:r>
            <a:r>
              <a:rPr lang="hu-HU" sz="3200" dirty="0">
                <a:latin typeface="Bookman Old Style"/>
                <a:cs typeface="Arial MT"/>
              </a:rPr>
              <a:t>1</a:t>
            </a:r>
            <a:r>
              <a:rPr sz="3200" spc="-10" dirty="0">
                <a:latin typeface="Bookman Old Style"/>
                <a:cs typeface="Arial MT"/>
              </a:rPr>
              <a:t> </a:t>
            </a:r>
            <a:r>
              <a:rPr sz="3200" dirty="0">
                <a:latin typeface="Bookman Old Style"/>
                <a:cs typeface="Arial MT"/>
              </a:rPr>
              <a:t>x</a:t>
            </a:r>
            <a:r>
              <a:rPr sz="3200" spc="-25" dirty="0">
                <a:latin typeface="Bookman Old Style"/>
                <a:cs typeface="Arial MT"/>
              </a:rPr>
              <a:t> </a:t>
            </a:r>
            <a:r>
              <a:rPr lang="hu-HU" sz="3200" dirty="0">
                <a:latin typeface="Bookman Old Style"/>
                <a:cs typeface="Arial MT"/>
              </a:rPr>
              <a:t>3</a:t>
            </a:r>
            <a:r>
              <a:rPr sz="3200" dirty="0">
                <a:latin typeface="Bookman Old Style"/>
                <a:cs typeface="Arial MT"/>
              </a:rPr>
              <a:t>0</a:t>
            </a:r>
            <a:r>
              <a:rPr sz="3200" spc="-30" dirty="0">
                <a:latin typeface="Bookman Old Style"/>
                <a:cs typeface="Arial MT"/>
              </a:rPr>
              <a:t> </a:t>
            </a:r>
            <a:r>
              <a:rPr sz="3200" spc="-25" dirty="0">
                <a:latin typeface="Bookman Old Style"/>
                <a:cs typeface="Arial MT"/>
              </a:rPr>
              <a:t>GB</a:t>
            </a:r>
            <a:endParaRPr lang="en-US" sz="3200" dirty="0">
              <a:latin typeface="Bookman Old Style"/>
              <a:cs typeface="Arial MT"/>
            </a:endParaRPr>
          </a:p>
          <a:p>
            <a:pPr marL="335280" indent="-322580">
              <a:lnSpc>
                <a:spcPct val="100000"/>
              </a:lnSpc>
              <a:spcBef>
                <a:spcPts val="1400"/>
              </a:spcBef>
              <a:buSzPct val="45312"/>
              <a:buFont typeface="Wingdings"/>
              <a:buChar char=""/>
              <a:tabLst>
                <a:tab pos="335280" algn="l"/>
              </a:tabLst>
            </a:pPr>
            <a:r>
              <a:rPr sz="3200" dirty="0" err="1">
                <a:latin typeface="Bookman Old Style"/>
                <a:cs typeface="Arial MT"/>
              </a:rPr>
              <a:t>Memória</a:t>
            </a:r>
            <a:r>
              <a:rPr sz="3200" dirty="0">
                <a:latin typeface="Bookman Old Style"/>
                <a:cs typeface="Arial MT"/>
              </a:rPr>
              <a:t>:</a:t>
            </a:r>
            <a:r>
              <a:rPr sz="3200" spc="-80" dirty="0">
                <a:latin typeface="Bookman Old Style"/>
                <a:cs typeface="Arial MT"/>
              </a:rPr>
              <a:t> </a:t>
            </a:r>
            <a:r>
              <a:rPr sz="3200" dirty="0">
                <a:latin typeface="Bookman Old Style"/>
                <a:cs typeface="Arial MT"/>
              </a:rPr>
              <a:t>2048</a:t>
            </a:r>
            <a:r>
              <a:rPr sz="3200" spc="-70" dirty="0">
                <a:latin typeface="Bookman Old Style"/>
                <a:cs typeface="Arial MT"/>
              </a:rPr>
              <a:t> </a:t>
            </a:r>
            <a:r>
              <a:rPr sz="3200" spc="-25" dirty="0">
                <a:latin typeface="Bookman Old Style"/>
                <a:cs typeface="Arial MT"/>
              </a:rPr>
              <a:t>MB</a:t>
            </a:r>
            <a:endParaRPr sz="3200" dirty="0">
              <a:latin typeface="Bookman Old Style"/>
              <a:cs typeface="Arial MT"/>
            </a:endParaRPr>
          </a:p>
          <a:p>
            <a:pPr marL="335280" indent="-322580">
              <a:lnSpc>
                <a:spcPct val="100000"/>
              </a:lnSpc>
              <a:spcBef>
                <a:spcPts val="1410"/>
              </a:spcBef>
              <a:buSzPct val="45312"/>
              <a:buFont typeface="Wingdings"/>
              <a:buChar char=""/>
              <a:tabLst>
                <a:tab pos="335280" algn="l"/>
              </a:tabLst>
            </a:pPr>
            <a:r>
              <a:rPr sz="3200" dirty="0" err="1">
                <a:latin typeface="Bookman Old Style"/>
                <a:cs typeface="Arial MT"/>
              </a:rPr>
              <a:t>Operációs</a:t>
            </a:r>
            <a:r>
              <a:rPr sz="3200" spc="-70" dirty="0">
                <a:latin typeface="Bookman Old Style"/>
                <a:cs typeface="Arial MT"/>
              </a:rPr>
              <a:t> </a:t>
            </a:r>
            <a:r>
              <a:rPr sz="3200" dirty="0" err="1">
                <a:latin typeface="Bookman Old Style"/>
                <a:cs typeface="Arial MT"/>
              </a:rPr>
              <a:t>rendszer</a:t>
            </a:r>
            <a:r>
              <a:rPr sz="3200" dirty="0">
                <a:latin typeface="Bookman Old Style"/>
                <a:cs typeface="Arial MT"/>
              </a:rPr>
              <a:t>:</a:t>
            </a:r>
            <a:r>
              <a:rPr sz="3200" spc="-75" dirty="0">
                <a:latin typeface="Bookman Old Style"/>
                <a:cs typeface="Arial MT"/>
              </a:rPr>
              <a:t> </a:t>
            </a:r>
            <a:r>
              <a:rPr sz="3200" dirty="0">
                <a:latin typeface="Bookman Old Style"/>
                <a:cs typeface="Arial MT"/>
              </a:rPr>
              <a:t>Debian</a:t>
            </a:r>
            <a:r>
              <a:rPr sz="3200" spc="-60" dirty="0">
                <a:latin typeface="Bookman Old Style"/>
                <a:cs typeface="Arial MT"/>
              </a:rPr>
              <a:t> </a:t>
            </a:r>
            <a:r>
              <a:rPr lang="hu-HU" sz="3200" spc="-20" dirty="0">
                <a:latin typeface="Bookman Old Style"/>
                <a:cs typeface="Arial MT"/>
              </a:rPr>
              <a:t>13.2.0</a:t>
            </a:r>
            <a:endParaRPr sz="3200" dirty="0">
              <a:latin typeface="Bookman Old Style" panose="02050604050505020204" pitchFamily="18" charset="0"/>
              <a:cs typeface="Arial MT"/>
            </a:endParaRPr>
          </a:p>
          <a:p>
            <a:pPr marL="335280" indent="-322580">
              <a:lnSpc>
                <a:spcPct val="100000"/>
              </a:lnSpc>
              <a:spcBef>
                <a:spcPts val="1395"/>
              </a:spcBef>
              <a:buSzPct val="45312"/>
              <a:buFont typeface="Wingdings"/>
              <a:buChar char=""/>
              <a:tabLst>
                <a:tab pos="335280" algn="l"/>
              </a:tabLst>
            </a:pPr>
            <a:r>
              <a:rPr sz="3200" dirty="0" err="1">
                <a:latin typeface="Bookman Old Style"/>
                <a:cs typeface="Arial MT"/>
              </a:rPr>
              <a:t>Karakteres</a:t>
            </a:r>
            <a:r>
              <a:rPr sz="3200" spc="-75" dirty="0">
                <a:latin typeface="Bookman Old Style"/>
                <a:cs typeface="Arial MT"/>
              </a:rPr>
              <a:t> </a:t>
            </a:r>
            <a:r>
              <a:rPr sz="3200" dirty="0" err="1">
                <a:latin typeface="Bookman Old Style"/>
                <a:cs typeface="Arial MT"/>
              </a:rPr>
              <a:t>felület</a:t>
            </a:r>
            <a:r>
              <a:rPr sz="3200" dirty="0">
                <a:latin typeface="Bookman Old Style"/>
                <a:cs typeface="Arial MT"/>
              </a:rPr>
              <a:t>,</a:t>
            </a:r>
            <a:r>
              <a:rPr sz="3200" spc="-50" dirty="0">
                <a:latin typeface="Bookman Old Style"/>
                <a:cs typeface="Arial MT"/>
              </a:rPr>
              <a:t> </a:t>
            </a:r>
            <a:r>
              <a:rPr sz="3200" dirty="0" err="1">
                <a:latin typeface="Bookman Old Style"/>
                <a:cs typeface="Arial MT"/>
              </a:rPr>
              <a:t>távoli</a:t>
            </a:r>
            <a:r>
              <a:rPr sz="3200" spc="-50" dirty="0">
                <a:latin typeface="Bookman Old Style"/>
                <a:cs typeface="Arial MT"/>
              </a:rPr>
              <a:t> </a:t>
            </a:r>
            <a:r>
              <a:rPr sz="3200" dirty="0" err="1">
                <a:latin typeface="Bookman Old Style"/>
                <a:cs typeface="Arial MT"/>
              </a:rPr>
              <a:t>elérés</a:t>
            </a:r>
            <a:r>
              <a:rPr sz="3200" spc="-50" dirty="0">
                <a:latin typeface="Bookman Old Style"/>
                <a:cs typeface="Arial MT"/>
              </a:rPr>
              <a:t> </a:t>
            </a:r>
            <a:r>
              <a:rPr sz="3200" dirty="0">
                <a:latin typeface="Bookman Old Style"/>
                <a:cs typeface="Arial MT"/>
              </a:rPr>
              <a:t>SSH-</a:t>
            </a:r>
            <a:r>
              <a:rPr sz="3200" spc="-25" dirty="0" err="1">
                <a:latin typeface="Bookman Old Style"/>
                <a:cs typeface="Arial MT"/>
              </a:rPr>
              <a:t>val</a:t>
            </a:r>
            <a:endParaRPr sz="3200" dirty="0">
              <a:latin typeface="Bookman Old Style"/>
              <a:cs typeface="Arial MT"/>
            </a:endParaRPr>
          </a:p>
        </p:txBody>
      </p:sp>
    </p:spTree>
  </p:cSld>
  <p:clrMapOvr>
    <a:masterClrMapping/>
  </p:clrMapOvr>
  <p:transition spd="med">
    <p:pull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388" y="374750"/>
            <a:ext cx="7778490" cy="567463"/>
          </a:xfrm>
          <a:prstGeom prst="rect">
            <a:avLst/>
          </a:prstGeom>
        </p:spPr>
        <p:txBody>
          <a:bodyPr vert="horz" wrap="square" lIns="0" tIns="13335" rIns="0" bIns="0" rtlCol="0">
            <a:spAutoFit/>
          </a:bodyPr>
          <a:lstStyle/>
          <a:p>
            <a:pPr marL="12700">
              <a:lnSpc>
                <a:spcPct val="100000"/>
              </a:lnSpc>
              <a:spcBef>
                <a:spcPts val="105"/>
              </a:spcBef>
            </a:pPr>
            <a:r>
              <a:rPr lang="hu-HU" sz="3600" u="sng">
                <a:latin typeface="Bookman Old Style"/>
              </a:rPr>
              <a:t>A</a:t>
            </a:r>
            <a:r>
              <a:rPr lang="hu-HU" sz="3600" u="sng" spc="-265" dirty="0">
                <a:latin typeface="Bookman Old Style"/>
              </a:rPr>
              <a:t> </a:t>
            </a:r>
            <a:r>
              <a:rPr lang="hu-HU" sz="3600" u="sng">
                <a:latin typeface="Bookman Old Style"/>
              </a:rPr>
              <a:t>hálózati</a:t>
            </a:r>
            <a:r>
              <a:rPr lang="hu-HU" sz="3600" u="sng" spc="-40" dirty="0">
                <a:latin typeface="Bookman Old Style"/>
              </a:rPr>
              <a:t> </a:t>
            </a:r>
            <a:r>
              <a:rPr lang="hu-HU" sz="3600" u="sng" spc="-10">
                <a:latin typeface="Bookman Old Style"/>
              </a:rPr>
              <a:t>beállítások</a:t>
            </a:r>
          </a:p>
        </p:txBody>
      </p:sp>
      <p:sp>
        <p:nvSpPr>
          <p:cNvPr id="5" name="Élőláb helye 1">
            <a:extLst>
              <a:ext uri="{FF2B5EF4-FFF2-40B4-BE49-F238E27FC236}">
                <a16:creationId xmlns:a16="http://schemas.microsoft.com/office/drawing/2014/main" id="{4C2559DC-3C8D-48B9-954E-8ED3BC934882}"/>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sp>
        <p:nvSpPr>
          <p:cNvPr id="6" name="object 4">
            <a:extLst>
              <a:ext uri="{FF2B5EF4-FFF2-40B4-BE49-F238E27FC236}">
                <a16:creationId xmlns:a16="http://schemas.microsoft.com/office/drawing/2014/main" id="{0ED13EE7-6D59-C47E-F880-3D2BC4A53190}"/>
              </a:ext>
            </a:extLst>
          </p:cNvPr>
          <p:cNvSpPr txBox="1"/>
          <p:nvPr/>
        </p:nvSpPr>
        <p:spPr>
          <a:xfrm>
            <a:off x="1996586" y="2836877"/>
            <a:ext cx="2434325" cy="246221"/>
          </a:xfrm>
          <a:prstGeom prst="rect">
            <a:avLst/>
          </a:prstGeom>
          <a:ln w="9144">
            <a:noFill/>
          </a:ln>
        </p:spPr>
        <p:txBody>
          <a:bodyPr vert="horz" wrap="square" lIns="0" tIns="0" rIns="0" bIns="0" rtlCol="0" anchor="t">
            <a:spAutoFit/>
          </a:bodyPr>
          <a:lstStyle/>
          <a:p>
            <a:pPr marL="108585">
              <a:buSzPct val="45833"/>
              <a:tabLst>
                <a:tab pos="431800" algn="l"/>
              </a:tabLst>
            </a:pPr>
            <a:r>
              <a:rPr lang="hu-HU" sz="1600" b="1">
                <a:latin typeface="Bookman Old Style"/>
                <a:cs typeface="Arial MT"/>
              </a:rPr>
              <a:t>külső hálózat</a:t>
            </a:r>
          </a:p>
        </p:txBody>
      </p:sp>
      <p:sp>
        <p:nvSpPr>
          <p:cNvPr id="9" name="object 4">
            <a:extLst>
              <a:ext uri="{FF2B5EF4-FFF2-40B4-BE49-F238E27FC236}">
                <a16:creationId xmlns:a16="http://schemas.microsoft.com/office/drawing/2014/main" id="{40341F50-6817-B05C-8DA7-656E5EA3ED85}"/>
              </a:ext>
            </a:extLst>
          </p:cNvPr>
          <p:cNvSpPr txBox="1"/>
          <p:nvPr/>
        </p:nvSpPr>
        <p:spPr>
          <a:xfrm>
            <a:off x="1307380" y="4255210"/>
            <a:ext cx="2431982" cy="246221"/>
          </a:xfrm>
          <a:prstGeom prst="rect">
            <a:avLst/>
          </a:prstGeom>
          <a:ln w="9144">
            <a:noFill/>
          </a:ln>
        </p:spPr>
        <p:txBody>
          <a:bodyPr vert="horz" wrap="square" lIns="0" tIns="0" rIns="0" bIns="0" rtlCol="0" anchor="t">
            <a:spAutoFit/>
          </a:bodyPr>
          <a:lstStyle/>
          <a:p>
            <a:pPr marL="108585">
              <a:buSzPct val="45833"/>
              <a:tabLst>
                <a:tab pos="431800" algn="l"/>
              </a:tabLst>
            </a:pPr>
            <a:r>
              <a:rPr lang="hu-HU" sz="1600" b="1">
                <a:latin typeface="Bookman Old Style"/>
                <a:cs typeface="Arial MT"/>
              </a:rPr>
              <a:t>Szerverpark_R címe</a:t>
            </a:r>
          </a:p>
        </p:txBody>
      </p:sp>
      <p:pic>
        <p:nvPicPr>
          <p:cNvPr id="7" name="Kép 6" descr="A képen szöveg, képernyőkép, Betűtípus látható&#10;&#10;Lehet, hogy az AI által létrehozott tartalom helytelen.">
            <a:extLst>
              <a:ext uri="{FF2B5EF4-FFF2-40B4-BE49-F238E27FC236}">
                <a16:creationId xmlns:a16="http://schemas.microsoft.com/office/drawing/2014/main" id="{5F0BBBC2-DFA3-57C9-2517-DFC098FC0949}"/>
              </a:ext>
            </a:extLst>
          </p:cNvPr>
          <p:cNvPicPr>
            <a:picLocks noChangeAspect="1"/>
          </p:cNvPicPr>
          <p:nvPr/>
        </p:nvPicPr>
        <p:blipFill>
          <a:blip r:embed="rId3"/>
          <a:stretch>
            <a:fillRect/>
          </a:stretch>
        </p:blipFill>
        <p:spPr>
          <a:xfrm>
            <a:off x="3588320" y="951181"/>
            <a:ext cx="4479614" cy="3763620"/>
          </a:xfrm>
          <a:prstGeom prst="rect">
            <a:avLst/>
          </a:prstGeom>
        </p:spPr>
      </p:pic>
      <p:sp>
        <p:nvSpPr>
          <p:cNvPr id="3" name="object 4">
            <a:extLst>
              <a:ext uri="{FF2B5EF4-FFF2-40B4-BE49-F238E27FC236}">
                <a16:creationId xmlns:a16="http://schemas.microsoft.com/office/drawing/2014/main" id="{D6F83804-2E50-CE01-6EC2-0183EB1E7086}"/>
              </a:ext>
            </a:extLst>
          </p:cNvPr>
          <p:cNvSpPr txBox="1"/>
          <p:nvPr/>
        </p:nvSpPr>
        <p:spPr>
          <a:xfrm>
            <a:off x="1163833" y="4000043"/>
            <a:ext cx="2431982" cy="246221"/>
          </a:xfrm>
          <a:prstGeom prst="rect">
            <a:avLst/>
          </a:prstGeom>
          <a:ln w="9144">
            <a:noFill/>
          </a:ln>
        </p:spPr>
        <p:txBody>
          <a:bodyPr vert="horz" wrap="square" lIns="0" tIns="0" rIns="0" bIns="0" rtlCol="0" anchor="t">
            <a:spAutoFit/>
          </a:bodyPr>
          <a:lstStyle/>
          <a:p>
            <a:pPr marL="108585">
              <a:buSzPct val="45833"/>
              <a:tabLst>
                <a:tab pos="431800" algn="l"/>
              </a:tabLst>
            </a:pPr>
            <a:r>
              <a:rPr lang="hu-HU" sz="1600" b="1">
                <a:latin typeface="Bookman Old Style"/>
                <a:cs typeface="Arial MT"/>
              </a:rPr>
              <a:t>Szerverpark hálózata</a:t>
            </a:r>
          </a:p>
        </p:txBody>
      </p:sp>
    </p:spTree>
  </p:cSld>
  <p:clrMapOvr>
    <a:masterClrMapping/>
  </p:clrMapOvr>
  <p:transition spd="med">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xit" presetSubtype="10" fill="hold" grpId="0" nodeType="withEffect">
                                  <p:stCondLst>
                                    <p:cond delay="275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14" presetClass="entr" presetSubtype="10" fill="hold" grpId="0" nodeType="withEffect">
                                  <p:stCondLst>
                                    <p:cond delay="2750"/>
                                  </p:stCondLst>
                                  <p:childTnLst>
                                    <p:set>
                                      <p:cBhvr>
                                        <p:cTn id="9" dur="1" fill="hold">
                                          <p:stCondLst>
                                            <p:cond delay="0"/>
                                          </p:stCondLst>
                                        </p:cTn>
                                        <p:tgtEl>
                                          <p:spTgt spid="6"/>
                                        </p:tgtEl>
                                        <p:attrNameLst>
                                          <p:attrName>style.visibility</p:attrName>
                                        </p:attrNameLst>
                                      </p:cBhvr>
                                      <p:to>
                                        <p:strVal val="visible"/>
                                      </p:to>
                                    </p:set>
                                    <p:animEffect transition="in" filter="randombar(horizontal)">
                                      <p:cBhvr>
                                        <p:cTn id="10" dur="500"/>
                                        <p:tgtEl>
                                          <p:spTgt spid="6"/>
                                        </p:tgtEl>
                                      </p:cBhvr>
                                    </p:animEffect>
                                  </p:childTnLst>
                                </p:cTn>
                              </p:par>
                              <p:par>
                                <p:cTn id="11" presetID="14" presetClass="exit" presetSubtype="10" fill="hold" grpId="0" nodeType="withEffect">
                                  <p:stCondLst>
                                    <p:cond delay="2750"/>
                                  </p:stCondLst>
                                  <p:childTnLst>
                                    <p:animEffect transition="out" filter="randombar(horizontal)">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388" y="374750"/>
            <a:ext cx="7778490" cy="567463"/>
          </a:xfrm>
          <a:prstGeom prst="rect">
            <a:avLst/>
          </a:prstGeom>
        </p:spPr>
        <p:txBody>
          <a:bodyPr vert="horz" wrap="square" lIns="0" tIns="13335" rIns="0" bIns="0" rtlCol="0">
            <a:spAutoFit/>
          </a:bodyPr>
          <a:lstStyle/>
          <a:p>
            <a:pPr marL="12700">
              <a:lnSpc>
                <a:spcPct val="100000"/>
              </a:lnSpc>
              <a:spcBef>
                <a:spcPts val="105"/>
              </a:spcBef>
            </a:pPr>
            <a:r>
              <a:rPr lang="hu-HU" sz="3600" u="sng">
                <a:latin typeface="Bookman Old Style"/>
              </a:rPr>
              <a:t>SSH</a:t>
            </a:r>
            <a:endParaRPr lang="en-US" u="sng" spc="-10">
              <a:latin typeface="Bookman Old Style"/>
            </a:endParaRPr>
          </a:p>
        </p:txBody>
      </p:sp>
      <p:sp>
        <p:nvSpPr>
          <p:cNvPr id="4" name="Élőláb helye 1">
            <a:extLst>
              <a:ext uri="{FF2B5EF4-FFF2-40B4-BE49-F238E27FC236}">
                <a16:creationId xmlns:a16="http://schemas.microsoft.com/office/drawing/2014/main" id="{0C420EAF-D927-4432-9539-C7DC7C8E4D26}"/>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3" name="Picture 2">
            <a:extLst>
              <a:ext uri="{FF2B5EF4-FFF2-40B4-BE49-F238E27FC236}">
                <a16:creationId xmlns:a16="http://schemas.microsoft.com/office/drawing/2014/main" id="{7CE2C650-C0B5-3FE6-590D-20FB231C361E}"/>
              </a:ext>
            </a:extLst>
          </p:cNvPr>
          <p:cNvPicPr>
            <a:picLocks noChangeAspect="1"/>
          </p:cNvPicPr>
          <p:nvPr/>
        </p:nvPicPr>
        <p:blipFill>
          <a:blip r:embed="rId3"/>
          <a:stretch>
            <a:fillRect/>
          </a:stretch>
        </p:blipFill>
        <p:spPr>
          <a:xfrm>
            <a:off x="1297352" y="1899377"/>
            <a:ext cx="7828186" cy="2466975"/>
          </a:xfrm>
          <a:prstGeom prst="rect">
            <a:avLst/>
          </a:prstGeom>
        </p:spPr>
      </p:pic>
    </p:spTree>
  </p:cSld>
  <p:clrMapOvr>
    <a:masterClrMapping/>
  </p:clrMapOvr>
  <p:transition spd="med">
    <p:pull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9900" y="323850"/>
            <a:ext cx="7750861" cy="1134285"/>
          </a:xfrm>
          <a:prstGeom prst="rect">
            <a:avLst/>
          </a:prstGeom>
        </p:spPr>
        <p:txBody>
          <a:bodyPr vert="horz" wrap="square" lIns="0" tIns="13335" rIns="0" bIns="0" rtlCol="0" anchor="t">
            <a:spAutoFit/>
          </a:bodyPr>
          <a:lstStyle/>
          <a:p>
            <a:pPr marL="12700">
              <a:lnSpc>
                <a:spcPct val="100000"/>
              </a:lnSpc>
              <a:spcBef>
                <a:spcPts val="105"/>
              </a:spcBef>
            </a:pPr>
            <a:r>
              <a:rPr lang="hu-HU" sz="3600" u="sng" spc="-95">
                <a:latin typeface="Bookman Old Style"/>
                <a:cs typeface="Arial MT"/>
              </a:rPr>
              <a:t>Automatikus mentés</a:t>
            </a:r>
            <a:endParaRPr lang="hu-HU" sz="3600" u="sng" spc="-95" dirty="0">
              <a:latin typeface="Bookman Old Style"/>
              <a:cs typeface="Arial MT"/>
            </a:endParaRPr>
          </a:p>
          <a:p>
            <a:pPr marL="12700">
              <a:lnSpc>
                <a:spcPct val="100000"/>
              </a:lnSpc>
              <a:spcBef>
                <a:spcPts val="105"/>
              </a:spcBef>
            </a:pPr>
            <a:r>
              <a:rPr lang="hu-HU" sz="3600" u="sng" spc="-95" err="1">
                <a:latin typeface="Bookman Old Style"/>
                <a:cs typeface="Arial MT"/>
              </a:rPr>
              <a:t>Cron</a:t>
            </a:r>
            <a:r>
              <a:rPr lang="hu-HU" sz="3600" u="sng" spc="-95" dirty="0">
                <a:latin typeface="Bookman Old Style"/>
                <a:cs typeface="Arial MT"/>
              </a:rPr>
              <a:t> </a:t>
            </a:r>
            <a:r>
              <a:rPr lang="hu-HU" sz="3600" u="sng" spc="-95" err="1">
                <a:latin typeface="Bookman Old Style"/>
                <a:cs typeface="Arial MT"/>
              </a:rPr>
              <a:t>job</a:t>
            </a:r>
            <a:endParaRPr sz="3600" u="sng">
              <a:latin typeface="Bookman Old Style"/>
              <a:cs typeface="Arial MT"/>
            </a:endParaRPr>
          </a:p>
        </p:txBody>
      </p:sp>
      <p:sp>
        <p:nvSpPr>
          <p:cNvPr id="5" name="Élőláb helye 1">
            <a:extLst>
              <a:ext uri="{FF2B5EF4-FFF2-40B4-BE49-F238E27FC236}">
                <a16:creationId xmlns:a16="http://schemas.microsoft.com/office/drawing/2014/main" id="{12CC7ED9-B15D-43D0-9BB9-938EED514E4C}"/>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3" name="Kép 2" descr="A képen szöveg, képernyőkép, Betűtípus látható&#10;&#10;Lehet, hogy az AI által létrehozott tartalom helytelen.">
            <a:extLst>
              <a:ext uri="{FF2B5EF4-FFF2-40B4-BE49-F238E27FC236}">
                <a16:creationId xmlns:a16="http://schemas.microsoft.com/office/drawing/2014/main" id="{5E08F44E-FFC8-648F-D4BE-B1C846E914C5}"/>
              </a:ext>
            </a:extLst>
          </p:cNvPr>
          <p:cNvPicPr>
            <a:picLocks noChangeAspect="1"/>
          </p:cNvPicPr>
          <p:nvPr/>
        </p:nvPicPr>
        <p:blipFill>
          <a:blip r:embed="rId3"/>
          <a:stretch>
            <a:fillRect/>
          </a:stretch>
        </p:blipFill>
        <p:spPr>
          <a:xfrm>
            <a:off x="3105871" y="1064043"/>
            <a:ext cx="4703221" cy="2946584"/>
          </a:xfrm>
          <a:prstGeom prst="rect">
            <a:avLst/>
          </a:prstGeom>
        </p:spPr>
      </p:pic>
      <p:pic>
        <p:nvPicPr>
          <p:cNvPr id="4" name="Kép 3" descr="A képen szöveg, Betűtípus, képernyőkép, fekete látható&#10;&#10;Lehet, hogy az AI által létrehozott tartalom helytelen.">
            <a:extLst>
              <a:ext uri="{FF2B5EF4-FFF2-40B4-BE49-F238E27FC236}">
                <a16:creationId xmlns:a16="http://schemas.microsoft.com/office/drawing/2014/main" id="{24FCA073-31D4-82AF-5088-F42A95D66186}"/>
              </a:ext>
            </a:extLst>
          </p:cNvPr>
          <p:cNvPicPr>
            <a:picLocks noChangeAspect="1"/>
          </p:cNvPicPr>
          <p:nvPr/>
        </p:nvPicPr>
        <p:blipFill>
          <a:blip r:embed="rId4"/>
          <a:stretch>
            <a:fillRect/>
          </a:stretch>
        </p:blipFill>
        <p:spPr>
          <a:xfrm>
            <a:off x="1033604" y="4510615"/>
            <a:ext cx="7741102" cy="552450"/>
          </a:xfrm>
          <a:prstGeom prst="rect">
            <a:avLst/>
          </a:prstGeom>
        </p:spPr>
      </p:pic>
    </p:spTree>
  </p:cSld>
  <p:clrMapOvr>
    <a:masterClrMapping/>
  </p:clrMapOvr>
  <p:transition spd="med">
    <p:pull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388" y="374750"/>
            <a:ext cx="7778490" cy="567463"/>
          </a:xfrm>
          <a:prstGeom prst="rect">
            <a:avLst/>
          </a:prstGeom>
        </p:spPr>
        <p:txBody>
          <a:bodyPr vert="horz" wrap="square" lIns="0" tIns="13335" rIns="0" bIns="0" rtlCol="0">
            <a:spAutoFit/>
          </a:bodyPr>
          <a:lstStyle/>
          <a:p>
            <a:pPr marL="12700">
              <a:lnSpc>
                <a:spcPct val="100000"/>
              </a:lnSpc>
              <a:spcBef>
                <a:spcPts val="105"/>
              </a:spcBef>
            </a:pPr>
            <a:r>
              <a:rPr sz="3600" u="sng" dirty="0">
                <a:latin typeface="Bookman Old Style"/>
              </a:rPr>
              <a:t>DNS</a:t>
            </a:r>
            <a:r>
              <a:rPr sz="3600" u="sng" spc="-15" dirty="0">
                <a:latin typeface="Bookman Old Style"/>
              </a:rPr>
              <a:t> </a:t>
            </a:r>
            <a:r>
              <a:rPr sz="3600" u="sng" dirty="0" err="1">
                <a:latin typeface="Bookman Old Style"/>
              </a:rPr>
              <a:t>bejegyzések</a:t>
            </a:r>
            <a:r>
              <a:rPr sz="3600" u="sng" spc="-35" dirty="0">
                <a:latin typeface="Bookman Old Style"/>
              </a:rPr>
              <a:t> </a:t>
            </a:r>
            <a:r>
              <a:rPr sz="3600" u="sng" spc="-10" dirty="0">
                <a:latin typeface="Bookman Old Style"/>
              </a:rPr>
              <a:t>(BIND9)</a:t>
            </a:r>
            <a:endParaRPr lang="en-US" sz="3600" u="sng" spc="-10">
              <a:latin typeface="Bookman Old Style"/>
            </a:endParaRPr>
          </a:p>
        </p:txBody>
      </p:sp>
      <p:sp>
        <p:nvSpPr>
          <p:cNvPr id="9" name="Élőláb helye 1">
            <a:extLst>
              <a:ext uri="{FF2B5EF4-FFF2-40B4-BE49-F238E27FC236}">
                <a16:creationId xmlns:a16="http://schemas.microsoft.com/office/drawing/2014/main" id="{A655E42A-E6A7-490E-AA07-EBFB432F6BD0}"/>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4" name="Kép 3" descr="A képen szöveg, képernyőkép, Betűtípus látható&#10;&#10;Lehet, hogy az AI által létrehozott tartalom helytelen.">
            <a:extLst>
              <a:ext uri="{FF2B5EF4-FFF2-40B4-BE49-F238E27FC236}">
                <a16:creationId xmlns:a16="http://schemas.microsoft.com/office/drawing/2014/main" id="{D7D2E484-5898-D1F7-D0B5-FF4A5EF6B28D}"/>
              </a:ext>
            </a:extLst>
          </p:cNvPr>
          <p:cNvPicPr>
            <a:picLocks noChangeAspect="1"/>
          </p:cNvPicPr>
          <p:nvPr/>
        </p:nvPicPr>
        <p:blipFill>
          <a:blip r:embed="rId3"/>
          <a:stretch>
            <a:fillRect/>
          </a:stretch>
        </p:blipFill>
        <p:spPr>
          <a:xfrm>
            <a:off x="1347305" y="2173458"/>
            <a:ext cx="7379230" cy="2552700"/>
          </a:xfrm>
          <a:prstGeom prst="rect">
            <a:avLst/>
          </a:prstGeom>
        </p:spPr>
      </p:pic>
    </p:spTree>
  </p:cSld>
  <p:clrMapOvr>
    <a:masterClrMapping/>
  </p:clrMapOvr>
  <p:transition spd="med">
    <p:pull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8C07C-5B48-ECA8-A986-780B4F1A542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9947A95-EE67-5581-FA9C-A8A80B91B49E}"/>
              </a:ext>
            </a:extLst>
          </p:cNvPr>
          <p:cNvSpPr txBox="1">
            <a:spLocks noGrp="1"/>
          </p:cNvSpPr>
          <p:nvPr>
            <p:ph type="title"/>
          </p:nvPr>
        </p:nvSpPr>
        <p:spPr>
          <a:xfrm>
            <a:off x="543861" y="242027"/>
            <a:ext cx="7778490" cy="567463"/>
          </a:xfrm>
          <a:prstGeom prst="rect">
            <a:avLst/>
          </a:prstGeom>
        </p:spPr>
        <p:txBody>
          <a:bodyPr vert="horz" wrap="square" lIns="0" tIns="13335" rIns="0" bIns="0" rtlCol="0">
            <a:spAutoFit/>
          </a:bodyPr>
          <a:lstStyle/>
          <a:p>
            <a:pPr marL="12700">
              <a:lnSpc>
                <a:spcPct val="100000"/>
              </a:lnSpc>
              <a:spcBef>
                <a:spcPts val="105"/>
              </a:spcBef>
            </a:pPr>
            <a:r>
              <a:rPr sz="3600" u="sng" dirty="0">
                <a:latin typeface="Bookman Old Style"/>
              </a:rPr>
              <a:t>DNS</a:t>
            </a:r>
            <a:r>
              <a:rPr sz="3600" u="sng" spc="-15" dirty="0">
                <a:latin typeface="Bookman Old Style"/>
              </a:rPr>
              <a:t> </a:t>
            </a:r>
            <a:r>
              <a:rPr sz="3600" u="sng" dirty="0" err="1">
                <a:latin typeface="Bookman Old Style"/>
              </a:rPr>
              <a:t>bejegyzések</a:t>
            </a:r>
            <a:r>
              <a:rPr sz="3600" u="sng" spc="-35" dirty="0">
                <a:latin typeface="Bookman Old Style"/>
              </a:rPr>
              <a:t> </a:t>
            </a:r>
            <a:r>
              <a:rPr sz="3600" u="sng" spc="-10" dirty="0">
                <a:latin typeface="Bookman Old Style"/>
              </a:rPr>
              <a:t>(BIND9)</a:t>
            </a:r>
            <a:endParaRPr lang="en-US" sz="3600" u="sng" spc="-10">
              <a:latin typeface="Bookman Old Style"/>
            </a:endParaRPr>
          </a:p>
        </p:txBody>
      </p:sp>
      <p:sp>
        <p:nvSpPr>
          <p:cNvPr id="9" name="Élőláb helye 1">
            <a:extLst>
              <a:ext uri="{FF2B5EF4-FFF2-40B4-BE49-F238E27FC236}">
                <a16:creationId xmlns:a16="http://schemas.microsoft.com/office/drawing/2014/main" id="{D3F44D77-77BC-75A4-2F93-BBEAFA9FA9A2}"/>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5" name="Kép 4" descr="A képen szöveg, képernyőkép, Betűtípus látható&#10;&#10;Lehet, hogy az AI által létrehozott tartalom helytelen.">
            <a:extLst>
              <a:ext uri="{FF2B5EF4-FFF2-40B4-BE49-F238E27FC236}">
                <a16:creationId xmlns:a16="http://schemas.microsoft.com/office/drawing/2014/main" id="{6CED9436-E2A8-DEA7-10AF-A1774BCE7263}"/>
              </a:ext>
            </a:extLst>
          </p:cNvPr>
          <p:cNvPicPr>
            <a:picLocks noChangeAspect="1"/>
          </p:cNvPicPr>
          <p:nvPr/>
        </p:nvPicPr>
        <p:blipFill>
          <a:blip r:embed="rId3"/>
          <a:stretch>
            <a:fillRect/>
          </a:stretch>
        </p:blipFill>
        <p:spPr>
          <a:xfrm>
            <a:off x="543537" y="919162"/>
            <a:ext cx="7655356" cy="2419350"/>
          </a:xfrm>
          <a:prstGeom prst="rect">
            <a:avLst/>
          </a:prstGeom>
        </p:spPr>
      </p:pic>
      <p:pic>
        <p:nvPicPr>
          <p:cNvPr id="6" name="Kép 5" descr="A képen szöveg, képernyőkép, Betűtípus látható&#10;&#10;Lehet, hogy az AI által létrehozott tartalom helytelen.">
            <a:extLst>
              <a:ext uri="{FF2B5EF4-FFF2-40B4-BE49-F238E27FC236}">
                <a16:creationId xmlns:a16="http://schemas.microsoft.com/office/drawing/2014/main" id="{6DC5539E-F44A-B663-C1CA-4245B9C03D76}"/>
              </a:ext>
            </a:extLst>
          </p:cNvPr>
          <p:cNvPicPr>
            <a:picLocks noChangeAspect="1"/>
          </p:cNvPicPr>
          <p:nvPr/>
        </p:nvPicPr>
        <p:blipFill>
          <a:blip r:embed="rId4"/>
          <a:stretch>
            <a:fillRect/>
          </a:stretch>
        </p:blipFill>
        <p:spPr>
          <a:xfrm>
            <a:off x="609015" y="3747575"/>
            <a:ext cx="7655356" cy="1609725"/>
          </a:xfrm>
          <a:prstGeom prst="rect">
            <a:avLst/>
          </a:prstGeom>
        </p:spPr>
      </p:pic>
    </p:spTree>
    <p:extLst>
      <p:ext uri="{BB962C8B-B14F-4D97-AF65-F5344CB8AC3E}">
        <p14:creationId xmlns:p14="http://schemas.microsoft.com/office/powerpoint/2010/main" val="888270634"/>
      </p:ext>
    </p:extLst>
  </p:cSld>
  <p:clrMapOvr>
    <a:masterClrMapping/>
  </p:clrMapOvr>
  <p:transition spd="med">
    <p:pull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94C96-A890-156E-D2C5-B941218594C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4634B25-220F-ACB6-F8A8-EEC45C528209}"/>
              </a:ext>
            </a:extLst>
          </p:cNvPr>
          <p:cNvSpPr txBox="1">
            <a:spLocks noGrp="1"/>
          </p:cNvSpPr>
          <p:nvPr>
            <p:ph type="title"/>
          </p:nvPr>
        </p:nvSpPr>
        <p:spPr>
          <a:xfrm>
            <a:off x="543861" y="242027"/>
            <a:ext cx="7778490" cy="567463"/>
          </a:xfrm>
          <a:prstGeom prst="rect">
            <a:avLst/>
          </a:prstGeom>
        </p:spPr>
        <p:txBody>
          <a:bodyPr vert="horz" wrap="square" lIns="0" tIns="13335" rIns="0" bIns="0" rtlCol="0">
            <a:spAutoFit/>
          </a:bodyPr>
          <a:lstStyle/>
          <a:p>
            <a:pPr marL="12700">
              <a:lnSpc>
                <a:spcPct val="100000"/>
              </a:lnSpc>
              <a:spcBef>
                <a:spcPts val="105"/>
              </a:spcBef>
            </a:pPr>
            <a:r>
              <a:rPr sz="3600" u="sng" dirty="0">
                <a:latin typeface="Bookman Old Style"/>
              </a:rPr>
              <a:t>DNS</a:t>
            </a:r>
            <a:r>
              <a:rPr sz="3600" u="sng" spc="-15" dirty="0">
                <a:latin typeface="Bookman Old Style"/>
              </a:rPr>
              <a:t> </a:t>
            </a:r>
            <a:r>
              <a:rPr sz="3600" u="sng" dirty="0" err="1">
                <a:latin typeface="Bookman Old Style"/>
              </a:rPr>
              <a:t>bejegyzések</a:t>
            </a:r>
            <a:r>
              <a:rPr sz="3600" u="sng" spc="-35" dirty="0">
                <a:latin typeface="Bookman Old Style"/>
              </a:rPr>
              <a:t> </a:t>
            </a:r>
            <a:r>
              <a:rPr sz="3600" u="sng" spc="-10" dirty="0">
                <a:latin typeface="Bookman Old Style"/>
              </a:rPr>
              <a:t>(BIND9)</a:t>
            </a:r>
            <a:endParaRPr lang="en-US" sz="3600" u="sng" spc="-10">
              <a:latin typeface="Bookman Old Style"/>
            </a:endParaRPr>
          </a:p>
        </p:txBody>
      </p:sp>
      <p:sp>
        <p:nvSpPr>
          <p:cNvPr id="9" name="Élőláb helye 1">
            <a:extLst>
              <a:ext uri="{FF2B5EF4-FFF2-40B4-BE49-F238E27FC236}">
                <a16:creationId xmlns:a16="http://schemas.microsoft.com/office/drawing/2014/main" id="{B684B818-B321-5EB3-0CE6-85F6DCF0DA1E}"/>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6" name="Kép 5" descr="A képen szöveg, képernyőkép, Betűtípus, fekete látható&#10;&#10;Lehet, hogy az AI által létrehozott tartalom helytelen.">
            <a:extLst>
              <a:ext uri="{FF2B5EF4-FFF2-40B4-BE49-F238E27FC236}">
                <a16:creationId xmlns:a16="http://schemas.microsoft.com/office/drawing/2014/main" id="{12D33B32-526E-6418-DA7E-6E5F3FF25E36}"/>
              </a:ext>
            </a:extLst>
          </p:cNvPr>
          <p:cNvPicPr>
            <a:picLocks noChangeAspect="1"/>
          </p:cNvPicPr>
          <p:nvPr/>
        </p:nvPicPr>
        <p:blipFill>
          <a:blip r:embed="rId3"/>
          <a:stretch>
            <a:fillRect/>
          </a:stretch>
        </p:blipFill>
        <p:spPr>
          <a:xfrm>
            <a:off x="1162806" y="1760000"/>
            <a:ext cx="7617270" cy="2571750"/>
          </a:xfrm>
          <a:prstGeom prst="rect">
            <a:avLst/>
          </a:prstGeom>
        </p:spPr>
      </p:pic>
    </p:spTree>
    <p:extLst>
      <p:ext uri="{BB962C8B-B14F-4D97-AF65-F5344CB8AC3E}">
        <p14:creationId xmlns:p14="http://schemas.microsoft.com/office/powerpoint/2010/main" val="2955767955"/>
      </p:ext>
    </p:extLst>
  </p:cSld>
  <p:clrMapOvr>
    <a:masterClrMapping/>
  </p:clrMapOvr>
  <p:transition spd="med">
    <p:pull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18735-59AF-35C0-D5DC-19A98E19B8B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E800CBF-926F-B415-8B39-52A68C8DDF73}"/>
              </a:ext>
            </a:extLst>
          </p:cNvPr>
          <p:cNvSpPr txBox="1">
            <a:spLocks noGrp="1"/>
          </p:cNvSpPr>
          <p:nvPr>
            <p:ph type="title"/>
          </p:nvPr>
        </p:nvSpPr>
        <p:spPr>
          <a:xfrm>
            <a:off x="543861" y="242027"/>
            <a:ext cx="7778490" cy="567463"/>
          </a:xfrm>
          <a:prstGeom prst="rect">
            <a:avLst/>
          </a:prstGeom>
        </p:spPr>
        <p:txBody>
          <a:bodyPr vert="horz" wrap="square" lIns="0" tIns="13335" rIns="0" bIns="0" rtlCol="0">
            <a:spAutoFit/>
          </a:bodyPr>
          <a:lstStyle/>
          <a:p>
            <a:pPr marL="12700">
              <a:lnSpc>
                <a:spcPct val="100000"/>
              </a:lnSpc>
              <a:spcBef>
                <a:spcPts val="105"/>
              </a:spcBef>
            </a:pPr>
            <a:r>
              <a:rPr sz="3600" u="sng" dirty="0">
                <a:latin typeface="Bookman Old Style"/>
              </a:rPr>
              <a:t>DNS</a:t>
            </a:r>
            <a:r>
              <a:rPr sz="3600" u="sng" spc="-15" dirty="0">
                <a:latin typeface="Bookman Old Style"/>
              </a:rPr>
              <a:t> </a:t>
            </a:r>
            <a:r>
              <a:rPr sz="3600" u="sng" dirty="0" err="1">
                <a:latin typeface="Bookman Old Style"/>
              </a:rPr>
              <a:t>bejegyzések</a:t>
            </a:r>
            <a:r>
              <a:rPr sz="3600" u="sng" spc="-35" dirty="0">
                <a:latin typeface="Bookman Old Style"/>
              </a:rPr>
              <a:t> </a:t>
            </a:r>
            <a:r>
              <a:rPr sz="3600" u="sng" spc="-10" dirty="0">
                <a:latin typeface="Bookman Old Style"/>
              </a:rPr>
              <a:t>(BIND9)</a:t>
            </a:r>
            <a:endParaRPr lang="en-US" sz="3600" u="sng" spc="-10">
              <a:latin typeface="Bookman Old Style"/>
            </a:endParaRPr>
          </a:p>
        </p:txBody>
      </p:sp>
      <p:sp>
        <p:nvSpPr>
          <p:cNvPr id="9" name="Élőláb helye 1">
            <a:extLst>
              <a:ext uri="{FF2B5EF4-FFF2-40B4-BE49-F238E27FC236}">
                <a16:creationId xmlns:a16="http://schemas.microsoft.com/office/drawing/2014/main" id="{1A027F08-3B46-3E52-0379-CF9CB858F4DE}"/>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4" name="Kép 3">
            <a:extLst>
              <a:ext uri="{FF2B5EF4-FFF2-40B4-BE49-F238E27FC236}">
                <a16:creationId xmlns:a16="http://schemas.microsoft.com/office/drawing/2014/main" id="{108951E7-EE13-C33D-3CB3-BD0CC5FD9DCC}"/>
              </a:ext>
            </a:extLst>
          </p:cNvPr>
          <p:cNvPicPr>
            <a:picLocks noChangeAspect="1"/>
          </p:cNvPicPr>
          <p:nvPr/>
        </p:nvPicPr>
        <p:blipFill>
          <a:blip r:embed="rId3"/>
          <a:stretch>
            <a:fillRect/>
          </a:stretch>
        </p:blipFill>
        <p:spPr>
          <a:xfrm>
            <a:off x="2984369" y="4885924"/>
            <a:ext cx="4122875" cy="457200"/>
          </a:xfrm>
          <a:prstGeom prst="rect">
            <a:avLst/>
          </a:prstGeom>
        </p:spPr>
      </p:pic>
      <p:pic>
        <p:nvPicPr>
          <p:cNvPr id="6" name="Kép 5" descr="A képen szöveg, képernyőkép, Betűtípus, fekete látható&#10;&#10;Lehet, hogy az AI által létrehozott tartalom helytelen.">
            <a:extLst>
              <a:ext uri="{FF2B5EF4-FFF2-40B4-BE49-F238E27FC236}">
                <a16:creationId xmlns:a16="http://schemas.microsoft.com/office/drawing/2014/main" id="{CF14D4D3-FBB3-570F-408A-25B3BDD968AB}"/>
              </a:ext>
            </a:extLst>
          </p:cNvPr>
          <p:cNvPicPr>
            <a:picLocks noChangeAspect="1"/>
          </p:cNvPicPr>
          <p:nvPr/>
        </p:nvPicPr>
        <p:blipFill>
          <a:blip r:embed="rId4"/>
          <a:stretch>
            <a:fillRect/>
          </a:stretch>
        </p:blipFill>
        <p:spPr>
          <a:xfrm>
            <a:off x="1318740" y="1585913"/>
            <a:ext cx="7436359" cy="2505075"/>
          </a:xfrm>
          <a:prstGeom prst="rect">
            <a:avLst/>
          </a:prstGeom>
        </p:spPr>
      </p:pic>
    </p:spTree>
    <p:extLst>
      <p:ext uri="{BB962C8B-B14F-4D97-AF65-F5344CB8AC3E}">
        <p14:creationId xmlns:p14="http://schemas.microsoft.com/office/powerpoint/2010/main" val="3666050527"/>
      </p:ext>
    </p:extLst>
  </p:cSld>
  <p:clrMapOvr>
    <a:masterClrMapping/>
  </p:clrMapOvr>
  <p:transition spd="med">
    <p:pull di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1439" y="340613"/>
            <a:ext cx="6012180" cy="567463"/>
          </a:xfrm>
          <a:prstGeom prst="rect">
            <a:avLst/>
          </a:prstGeom>
        </p:spPr>
        <p:txBody>
          <a:bodyPr vert="horz" wrap="square" lIns="0" tIns="13335" rIns="0" bIns="0" rtlCol="0">
            <a:spAutoFit/>
          </a:bodyPr>
          <a:lstStyle/>
          <a:p>
            <a:pPr marL="12700" marR="5080">
              <a:lnSpc>
                <a:spcPct val="100000"/>
              </a:lnSpc>
              <a:spcBef>
                <a:spcPts val="105"/>
              </a:spcBef>
            </a:pPr>
            <a:r>
              <a:rPr lang="hu-HU" sz="3600" u="sng" spc="-20">
                <a:latin typeface="Bookman Old Style"/>
              </a:rPr>
              <a:t>Apache2 HTML</a:t>
            </a:r>
            <a:endParaRPr lang="en-US" sz="3600" u="sng" spc="-10">
              <a:latin typeface="Century Gothic"/>
            </a:endParaRPr>
          </a:p>
        </p:txBody>
      </p:sp>
      <p:sp>
        <p:nvSpPr>
          <p:cNvPr id="5" name="Élőláb helye 1">
            <a:extLst>
              <a:ext uri="{FF2B5EF4-FFF2-40B4-BE49-F238E27FC236}">
                <a16:creationId xmlns:a16="http://schemas.microsoft.com/office/drawing/2014/main" id="{2D5308CB-AB54-4106-BFEE-0451ECCE7E61}"/>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3" name="Picture 2">
            <a:extLst>
              <a:ext uri="{FF2B5EF4-FFF2-40B4-BE49-F238E27FC236}">
                <a16:creationId xmlns:a16="http://schemas.microsoft.com/office/drawing/2014/main" id="{2115F777-7D6C-562B-6064-B2C64BD2FFF1}"/>
              </a:ext>
            </a:extLst>
          </p:cNvPr>
          <p:cNvPicPr>
            <a:picLocks noChangeAspect="1"/>
          </p:cNvPicPr>
          <p:nvPr/>
        </p:nvPicPr>
        <p:blipFill>
          <a:blip r:embed="rId3"/>
          <a:stretch>
            <a:fillRect/>
          </a:stretch>
        </p:blipFill>
        <p:spPr>
          <a:xfrm>
            <a:off x="2196397" y="1915033"/>
            <a:ext cx="5426279" cy="2707427"/>
          </a:xfrm>
          <a:prstGeom prst="rect">
            <a:avLst/>
          </a:prstGeom>
        </p:spPr>
      </p:pic>
    </p:spTree>
  </p:cSld>
  <p:clrMapOvr>
    <a:masterClrMapping/>
  </p:clrMapOvr>
  <p:transition spd="med">
    <p:pull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388" y="374750"/>
            <a:ext cx="7778490" cy="567463"/>
          </a:xfrm>
          <a:prstGeom prst="rect">
            <a:avLst/>
          </a:prstGeom>
        </p:spPr>
        <p:txBody>
          <a:bodyPr vert="horz" wrap="square" lIns="0" tIns="13335" rIns="0" bIns="0" rtlCol="0">
            <a:spAutoFit/>
          </a:bodyPr>
          <a:lstStyle/>
          <a:p>
            <a:pPr marL="12700">
              <a:lnSpc>
                <a:spcPct val="100000"/>
              </a:lnSpc>
              <a:spcBef>
                <a:spcPts val="105"/>
              </a:spcBef>
            </a:pPr>
            <a:r>
              <a:rPr lang="hu-HU" sz="3600" u="sng">
                <a:solidFill>
                  <a:schemeClr val="tx1"/>
                </a:solidFill>
                <a:latin typeface="Bookman Old Style"/>
              </a:rPr>
              <a:t>FTP</a:t>
            </a:r>
            <a:endParaRPr lang="en-US" sz="3600" u="sng" spc="-20">
              <a:solidFill>
                <a:schemeClr val="tx1"/>
              </a:solidFill>
              <a:latin typeface="Bookman Old Style"/>
            </a:endParaRPr>
          </a:p>
        </p:txBody>
      </p:sp>
      <p:sp>
        <p:nvSpPr>
          <p:cNvPr id="6" name="Élőláb helye 1">
            <a:extLst>
              <a:ext uri="{FF2B5EF4-FFF2-40B4-BE49-F238E27FC236}">
                <a16:creationId xmlns:a16="http://schemas.microsoft.com/office/drawing/2014/main" id="{0F660FDF-C21C-4F3B-AEF5-6C55F321175D}"/>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3" name="Kép 2" descr="A képen szöveg, képernyőkép, Betűtípus látható&#10;&#10;Lehet, hogy az AI által létrehozott tartalom helytelen.">
            <a:extLst>
              <a:ext uri="{FF2B5EF4-FFF2-40B4-BE49-F238E27FC236}">
                <a16:creationId xmlns:a16="http://schemas.microsoft.com/office/drawing/2014/main" id="{D1879124-D689-2DA2-B5D7-F9A8A9C2495B}"/>
              </a:ext>
            </a:extLst>
          </p:cNvPr>
          <p:cNvPicPr>
            <a:picLocks noChangeAspect="1"/>
          </p:cNvPicPr>
          <p:nvPr/>
        </p:nvPicPr>
        <p:blipFill>
          <a:blip r:embed="rId3"/>
          <a:stretch>
            <a:fillRect/>
          </a:stretch>
        </p:blipFill>
        <p:spPr>
          <a:xfrm>
            <a:off x="1165482" y="1235315"/>
            <a:ext cx="7144822" cy="4193039"/>
          </a:xfrm>
          <a:prstGeom prst="rect">
            <a:avLst/>
          </a:prstGeom>
        </p:spPr>
      </p:pic>
    </p:spTree>
  </p:cSld>
  <p:clrMapOvr>
    <a:masterClrMapping/>
  </p:clrMapOvr>
  <p:transition spd="med">
    <p:pull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5399" y="2000250"/>
            <a:ext cx="4953000" cy="566822"/>
          </a:xfrm>
          <a:prstGeom prst="rect">
            <a:avLst/>
          </a:prstGeom>
        </p:spPr>
        <p:txBody>
          <a:bodyPr vert="horz" wrap="square" lIns="0" tIns="12700" rIns="0" bIns="0" rtlCol="0">
            <a:spAutoFit/>
          </a:bodyPr>
          <a:lstStyle/>
          <a:p>
            <a:pPr marL="12700">
              <a:lnSpc>
                <a:spcPct val="100000"/>
              </a:lnSpc>
              <a:spcBef>
                <a:spcPts val="100"/>
              </a:spcBef>
            </a:pPr>
            <a:r>
              <a:rPr sz="3600" i="1" u="sng" dirty="0">
                <a:solidFill>
                  <a:schemeClr val="tx1"/>
                </a:solidFill>
                <a:latin typeface="Bookman Old Style"/>
              </a:rPr>
              <a:t>A</a:t>
            </a:r>
            <a:r>
              <a:rPr sz="3600" i="1" u="sng" spc="-215" dirty="0">
                <a:solidFill>
                  <a:schemeClr val="tx1"/>
                </a:solidFill>
                <a:latin typeface="Bookman Old Style"/>
              </a:rPr>
              <a:t> </a:t>
            </a:r>
            <a:r>
              <a:rPr sz="3600" i="1" u="sng" dirty="0">
                <a:solidFill>
                  <a:schemeClr val="tx1"/>
                </a:solidFill>
                <a:latin typeface="Bookman Old Style"/>
              </a:rPr>
              <a:t>Windows</a:t>
            </a:r>
            <a:r>
              <a:rPr sz="3600" i="1" u="sng" spc="-40" dirty="0">
                <a:solidFill>
                  <a:schemeClr val="tx1"/>
                </a:solidFill>
                <a:latin typeface="Bookman Old Style"/>
              </a:rPr>
              <a:t> </a:t>
            </a:r>
            <a:r>
              <a:rPr sz="3600" i="1" u="sng" spc="-10" dirty="0" err="1">
                <a:solidFill>
                  <a:schemeClr val="tx1"/>
                </a:solidFill>
                <a:latin typeface="Bookman Old Style"/>
              </a:rPr>
              <a:t>Szerverek</a:t>
            </a:r>
            <a:endParaRPr lang="en-US" sz="3600" i="1" u="sng" dirty="0" err="1">
              <a:solidFill>
                <a:schemeClr val="tx1"/>
              </a:solidFill>
              <a:latin typeface="Bookman Old Style"/>
            </a:endParaRPr>
          </a:p>
        </p:txBody>
      </p:sp>
      <p:sp>
        <p:nvSpPr>
          <p:cNvPr id="4" name="Élőláb helye 1">
            <a:extLst>
              <a:ext uri="{FF2B5EF4-FFF2-40B4-BE49-F238E27FC236}">
                <a16:creationId xmlns:a16="http://schemas.microsoft.com/office/drawing/2014/main" id="{BD326981-319F-4B50-94B3-1EC45A809FE8}"/>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5" name="Picture 4">
            <a:extLst>
              <a:ext uri="{FF2B5EF4-FFF2-40B4-BE49-F238E27FC236}">
                <a16:creationId xmlns:a16="http://schemas.microsoft.com/office/drawing/2014/main" id="{A7DFFBAA-DF27-2C0E-7C85-0B464DB12CC5}"/>
              </a:ext>
            </a:extLst>
          </p:cNvPr>
          <p:cNvPicPr>
            <a:picLocks noChangeAspect="1"/>
          </p:cNvPicPr>
          <p:nvPr/>
        </p:nvPicPr>
        <p:blipFill>
          <a:blip r:embed="rId3"/>
          <a:stretch>
            <a:fillRect/>
          </a:stretch>
        </p:blipFill>
        <p:spPr>
          <a:xfrm>
            <a:off x="3102828" y="2989848"/>
            <a:ext cx="3542561" cy="2200275"/>
          </a:xfrm>
          <a:prstGeom prst="rect">
            <a:avLst/>
          </a:prstGeom>
        </p:spPr>
      </p:pic>
    </p:spTree>
  </p:cSld>
  <p:clrMapOvr>
    <a:masterClrMapping/>
  </p:clrMapOvr>
  <p:transition spd="med">
    <p:pull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388" y="374750"/>
            <a:ext cx="7778490" cy="567463"/>
          </a:xfrm>
          <a:prstGeom prst="rect">
            <a:avLst/>
          </a:prstGeom>
        </p:spPr>
        <p:txBody>
          <a:bodyPr vert="horz" wrap="square" lIns="0" tIns="13335" rIns="0" bIns="0" rtlCol="0">
            <a:spAutoFit/>
          </a:bodyPr>
          <a:lstStyle/>
          <a:p>
            <a:pPr marL="12700">
              <a:lnSpc>
                <a:spcPct val="100000"/>
              </a:lnSpc>
              <a:spcBef>
                <a:spcPts val="105"/>
              </a:spcBef>
            </a:pPr>
            <a:r>
              <a:rPr lang="hu-HU" sz="3600" u="sng" err="1">
                <a:solidFill>
                  <a:srgbClr val="FFFFFF"/>
                </a:solidFill>
                <a:latin typeface="Bookman Old Style"/>
              </a:rPr>
              <a:t>Active</a:t>
            </a:r>
            <a:r>
              <a:rPr lang="hu-HU" sz="3600" u="sng" dirty="0">
                <a:solidFill>
                  <a:srgbClr val="FFFFFF"/>
                </a:solidFill>
                <a:latin typeface="Bookman Old Style"/>
              </a:rPr>
              <a:t> </a:t>
            </a:r>
            <a:r>
              <a:rPr lang="hu-HU" sz="3600" u="sng" err="1">
                <a:solidFill>
                  <a:srgbClr val="FFFFFF"/>
                </a:solidFill>
                <a:latin typeface="Bookman Old Style"/>
              </a:rPr>
              <a:t>Directory</a:t>
            </a:r>
            <a:endParaRPr lang="en-US" sz="3600" u="sng" spc="-10">
              <a:solidFill>
                <a:srgbClr val="FFFFFF"/>
              </a:solidFill>
              <a:latin typeface="Bookman Old Style"/>
            </a:endParaRPr>
          </a:p>
        </p:txBody>
      </p:sp>
      <p:sp>
        <p:nvSpPr>
          <p:cNvPr id="5" name="Élőláb helye 1">
            <a:extLst>
              <a:ext uri="{FF2B5EF4-FFF2-40B4-BE49-F238E27FC236}">
                <a16:creationId xmlns:a16="http://schemas.microsoft.com/office/drawing/2014/main" id="{74B7A515-9E88-48DD-A053-FBA845F004BA}"/>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dirty="0">
                <a:solidFill>
                  <a:srgbClr val="FFFFFF"/>
                </a:solidFill>
                <a:latin typeface="Bookman Old Style"/>
              </a:rPr>
              <a:t>2025-2026</a:t>
            </a:r>
            <a:endParaRPr lang="hu-HU" sz="1600" spc="-20" dirty="0">
              <a:solidFill>
                <a:srgbClr val="FFFFFF"/>
              </a:solidFill>
              <a:latin typeface="Bookman Old Style" panose="02050604050505020204" pitchFamily="18" charset="0"/>
            </a:endParaRPr>
          </a:p>
        </p:txBody>
      </p:sp>
      <p:pic>
        <p:nvPicPr>
          <p:cNvPr id="3" name="Picture 2">
            <a:extLst>
              <a:ext uri="{FF2B5EF4-FFF2-40B4-BE49-F238E27FC236}">
                <a16:creationId xmlns:a16="http://schemas.microsoft.com/office/drawing/2014/main" id="{A55E79C1-4C44-35F8-ADAD-EF254AC91827}"/>
              </a:ext>
            </a:extLst>
          </p:cNvPr>
          <p:cNvPicPr>
            <a:picLocks noChangeAspect="1"/>
          </p:cNvPicPr>
          <p:nvPr/>
        </p:nvPicPr>
        <p:blipFill>
          <a:blip r:embed="rId3"/>
          <a:stretch>
            <a:fillRect/>
          </a:stretch>
        </p:blipFill>
        <p:spPr>
          <a:xfrm>
            <a:off x="140801" y="1630353"/>
            <a:ext cx="4755934" cy="2767931"/>
          </a:xfrm>
          <a:prstGeom prst="rect">
            <a:avLst/>
          </a:prstGeom>
        </p:spPr>
      </p:pic>
      <p:pic>
        <p:nvPicPr>
          <p:cNvPr id="4" name="Picture 3">
            <a:extLst>
              <a:ext uri="{FF2B5EF4-FFF2-40B4-BE49-F238E27FC236}">
                <a16:creationId xmlns:a16="http://schemas.microsoft.com/office/drawing/2014/main" id="{C65594FB-07D7-C918-E92A-3F8E616F188F}"/>
              </a:ext>
            </a:extLst>
          </p:cNvPr>
          <p:cNvPicPr>
            <a:picLocks noChangeAspect="1"/>
          </p:cNvPicPr>
          <p:nvPr/>
        </p:nvPicPr>
        <p:blipFill>
          <a:blip r:embed="rId4"/>
          <a:stretch>
            <a:fillRect/>
          </a:stretch>
        </p:blipFill>
        <p:spPr>
          <a:xfrm>
            <a:off x="5042332" y="1627814"/>
            <a:ext cx="4766791" cy="2773011"/>
          </a:xfrm>
          <a:prstGeom prst="rect">
            <a:avLst/>
          </a:prstGeom>
        </p:spPr>
      </p:pic>
    </p:spTree>
  </p:cSld>
  <p:clrMapOvr>
    <a:masterClrMapping/>
  </p:clrMapOvr>
  <p:transition spd="med">
    <p:pull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388" y="374750"/>
            <a:ext cx="7778490" cy="1121461"/>
          </a:xfrm>
          <a:prstGeom prst="rect">
            <a:avLst/>
          </a:prstGeom>
        </p:spPr>
        <p:txBody>
          <a:bodyPr vert="horz" wrap="square" lIns="0" tIns="13335" rIns="0" bIns="0" rtlCol="0">
            <a:spAutoFit/>
          </a:bodyPr>
          <a:lstStyle/>
          <a:p>
            <a:pPr marL="12700">
              <a:lnSpc>
                <a:spcPct val="100000"/>
              </a:lnSpc>
              <a:spcBef>
                <a:spcPts val="105"/>
              </a:spcBef>
            </a:pPr>
            <a:r>
              <a:rPr lang="hu-HU" sz="3600" u="sng">
                <a:solidFill>
                  <a:schemeClr val="tx1"/>
                </a:solidFill>
                <a:latin typeface="Bookman Old Style"/>
              </a:rPr>
              <a:t>Automatikus telepítés</a:t>
            </a:r>
            <a:br>
              <a:rPr lang="hu-HU" sz="3600" u="sng" dirty="0">
                <a:solidFill>
                  <a:schemeClr val="tx1"/>
                </a:solidFill>
                <a:latin typeface="Bookman Old Style" panose="02050604050505020204" pitchFamily="18" charset="0"/>
              </a:rPr>
            </a:br>
            <a:r>
              <a:rPr lang="hu-HU" sz="3600" u="sng">
                <a:solidFill>
                  <a:schemeClr val="tx1"/>
                </a:solidFill>
                <a:latin typeface="Bookman Old Style"/>
              </a:rPr>
              <a:t>Csoportházirend</a:t>
            </a:r>
            <a:endParaRPr lang="en-US" u="sng" spc="-10">
              <a:solidFill>
                <a:schemeClr val="tx1"/>
              </a:solidFill>
              <a:latin typeface="Bookman Old Style"/>
            </a:endParaRPr>
          </a:p>
        </p:txBody>
      </p:sp>
      <p:sp>
        <p:nvSpPr>
          <p:cNvPr id="4" name="Élőláb helye 1">
            <a:extLst>
              <a:ext uri="{FF2B5EF4-FFF2-40B4-BE49-F238E27FC236}">
                <a16:creationId xmlns:a16="http://schemas.microsoft.com/office/drawing/2014/main" id="{3AE67B2B-A9F5-49DF-83AD-BC795E812C30}"/>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5" name="Picture 4">
            <a:extLst>
              <a:ext uri="{FF2B5EF4-FFF2-40B4-BE49-F238E27FC236}">
                <a16:creationId xmlns:a16="http://schemas.microsoft.com/office/drawing/2014/main" id="{99D70D6D-6DBF-3A06-959B-E1F736A95801}"/>
              </a:ext>
            </a:extLst>
          </p:cNvPr>
          <p:cNvPicPr>
            <a:picLocks noChangeAspect="1"/>
          </p:cNvPicPr>
          <p:nvPr/>
        </p:nvPicPr>
        <p:blipFill>
          <a:blip r:embed="rId3"/>
          <a:stretch>
            <a:fillRect/>
          </a:stretch>
        </p:blipFill>
        <p:spPr>
          <a:xfrm>
            <a:off x="198515" y="1661782"/>
            <a:ext cx="6832282" cy="1829817"/>
          </a:xfrm>
          <a:prstGeom prst="rect">
            <a:avLst/>
          </a:prstGeom>
        </p:spPr>
      </p:pic>
      <p:pic>
        <p:nvPicPr>
          <p:cNvPr id="7" name="Picture 6">
            <a:extLst>
              <a:ext uri="{FF2B5EF4-FFF2-40B4-BE49-F238E27FC236}">
                <a16:creationId xmlns:a16="http://schemas.microsoft.com/office/drawing/2014/main" id="{7F713429-FE77-AE69-6F30-1337978DCFFD}"/>
              </a:ext>
            </a:extLst>
          </p:cNvPr>
          <p:cNvPicPr>
            <a:picLocks noChangeAspect="1"/>
          </p:cNvPicPr>
          <p:nvPr/>
        </p:nvPicPr>
        <p:blipFill>
          <a:blip r:embed="rId4"/>
          <a:stretch>
            <a:fillRect/>
          </a:stretch>
        </p:blipFill>
        <p:spPr>
          <a:xfrm>
            <a:off x="6364912" y="2010488"/>
            <a:ext cx="3397438" cy="3291917"/>
          </a:xfrm>
          <a:prstGeom prst="rect">
            <a:avLst/>
          </a:prstGeom>
        </p:spPr>
      </p:pic>
    </p:spTree>
  </p:cSld>
  <p:clrMapOvr>
    <a:masterClrMapping/>
  </p:clrMapOvr>
  <p:transition spd="med">
    <p:pull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388" y="374750"/>
            <a:ext cx="7778490" cy="567463"/>
          </a:xfrm>
          <a:prstGeom prst="rect">
            <a:avLst/>
          </a:prstGeom>
        </p:spPr>
        <p:txBody>
          <a:bodyPr vert="horz" wrap="square" lIns="0" tIns="13335" rIns="0" bIns="0" rtlCol="0">
            <a:spAutoFit/>
          </a:bodyPr>
          <a:lstStyle/>
          <a:p>
            <a:r>
              <a:rPr lang="hu-HU" sz="3600" u="sng">
                <a:solidFill>
                  <a:schemeClr val="tx1"/>
                </a:solidFill>
                <a:latin typeface="Bookman Old Style"/>
              </a:rPr>
              <a:t>Fájl és nyomtató megosztás</a:t>
            </a:r>
          </a:p>
        </p:txBody>
      </p:sp>
      <p:sp>
        <p:nvSpPr>
          <p:cNvPr id="5" name="Élőláb helye 1">
            <a:extLst>
              <a:ext uri="{FF2B5EF4-FFF2-40B4-BE49-F238E27FC236}">
                <a16:creationId xmlns:a16="http://schemas.microsoft.com/office/drawing/2014/main" id="{709EC84E-B6CE-49D7-8A05-BD60BEB56224}"/>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3" name="Picture 2">
            <a:extLst>
              <a:ext uri="{FF2B5EF4-FFF2-40B4-BE49-F238E27FC236}">
                <a16:creationId xmlns:a16="http://schemas.microsoft.com/office/drawing/2014/main" id="{F752FCD6-E4DE-56D3-3DA7-907708B0A2A0}"/>
              </a:ext>
            </a:extLst>
          </p:cNvPr>
          <p:cNvPicPr>
            <a:picLocks noChangeAspect="1"/>
          </p:cNvPicPr>
          <p:nvPr/>
        </p:nvPicPr>
        <p:blipFill>
          <a:blip r:embed="rId3"/>
          <a:stretch>
            <a:fillRect/>
          </a:stretch>
        </p:blipFill>
        <p:spPr>
          <a:xfrm>
            <a:off x="815041" y="1640385"/>
            <a:ext cx="3939043" cy="2788767"/>
          </a:xfrm>
          <a:prstGeom prst="rect">
            <a:avLst/>
          </a:prstGeom>
        </p:spPr>
      </p:pic>
      <p:pic>
        <p:nvPicPr>
          <p:cNvPr id="4" name="Picture 3">
            <a:extLst>
              <a:ext uri="{FF2B5EF4-FFF2-40B4-BE49-F238E27FC236}">
                <a16:creationId xmlns:a16="http://schemas.microsoft.com/office/drawing/2014/main" id="{6BEAB673-9D97-FDB9-2360-A760E76D046A}"/>
              </a:ext>
            </a:extLst>
          </p:cNvPr>
          <p:cNvPicPr>
            <a:picLocks noChangeAspect="1"/>
          </p:cNvPicPr>
          <p:nvPr/>
        </p:nvPicPr>
        <p:blipFill>
          <a:blip r:embed="rId4"/>
          <a:stretch>
            <a:fillRect/>
          </a:stretch>
        </p:blipFill>
        <p:spPr>
          <a:xfrm>
            <a:off x="5678268" y="1637298"/>
            <a:ext cx="3404957" cy="3007622"/>
          </a:xfrm>
          <a:prstGeom prst="rect">
            <a:avLst/>
          </a:prstGeom>
        </p:spPr>
      </p:pic>
    </p:spTree>
  </p:cSld>
  <p:clrMapOvr>
    <a:masterClrMapping/>
  </p:clrMapOvr>
  <p:transition spd="med">
    <p:pull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34B72-BD3A-7678-DCB3-80B35ECA28A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A4F6C75-5EA9-BE32-774E-E6324B2B671F}"/>
              </a:ext>
            </a:extLst>
          </p:cNvPr>
          <p:cNvSpPr txBox="1">
            <a:spLocks noGrp="1"/>
          </p:cNvSpPr>
          <p:nvPr>
            <p:ph type="title"/>
          </p:nvPr>
        </p:nvSpPr>
        <p:spPr>
          <a:xfrm>
            <a:off x="534388" y="374750"/>
            <a:ext cx="7778490" cy="567463"/>
          </a:xfrm>
          <a:prstGeom prst="rect">
            <a:avLst/>
          </a:prstGeom>
        </p:spPr>
        <p:txBody>
          <a:bodyPr vert="horz" wrap="square" lIns="0" tIns="13335" rIns="0" bIns="0" rtlCol="0">
            <a:spAutoFit/>
          </a:bodyPr>
          <a:lstStyle/>
          <a:p>
            <a:pPr marL="12700">
              <a:lnSpc>
                <a:spcPct val="100000"/>
              </a:lnSpc>
              <a:spcBef>
                <a:spcPts val="105"/>
              </a:spcBef>
            </a:pPr>
            <a:r>
              <a:rPr lang="hu-HU" sz="3600" u="sng">
                <a:solidFill>
                  <a:schemeClr val="tx1"/>
                </a:solidFill>
                <a:latin typeface="Bookman Old Style"/>
              </a:rPr>
              <a:t>DHCP</a:t>
            </a:r>
            <a:endParaRPr lang="en-US" sz="3600" u="sng" spc="-10">
              <a:solidFill>
                <a:schemeClr val="tx1"/>
              </a:solidFill>
              <a:latin typeface="Bookman Old Style"/>
            </a:endParaRPr>
          </a:p>
        </p:txBody>
      </p:sp>
      <p:sp>
        <p:nvSpPr>
          <p:cNvPr id="4" name="Élőláb helye 1">
            <a:extLst>
              <a:ext uri="{FF2B5EF4-FFF2-40B4-BE49-F238E27FC236}">
                <a16:creationId xmlns:a16="http://schemas.microsoft.com/office/drawing/2014/main" id="{DE8EB8C4-1626-4C3A-88EC-E448BC7AC3DF}"/>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pic>
        <p:nvPicPr>
          <p:cNvPr id="5" name="Picture 4">
            <a:extLst>
              <a:ext uri="{FF2B5EF4-FFF2-40B4-BE49-F238E27FC236}">
                <a16:creationId xmlns:a16="http://schemas.microsoft.com/office/drawing/2014/main" id="{F0121B13-1C72-EF63-A97E-5469AB0CC9E7}"/>
              </a:ext>
            </a:extLst>
          </p:cNvPr>
          <p:cNvPicPr>
            <a:picLocks noChangeAspect="1"/>
          </p:cNvPicPr>
          <p:nvPr/>
        </p:nvPicPr>
        <p:blipFill>
          <a:blip r:embed="rId3"/>
          <a:stretch>
            <a:fillRect/>
          </a:stretch>
        </p:blipFill>
        <p:spPr>
          <a:xfrm>
            <a:off x="1066918" y="2312092"/>
            <a:ext cx="7960272" cy="1820544"/>
          </a:xfrm>
          <a:prstGeom prst="rect">
            <a:avLst/>
          </a:prstGeom>
        </p:spPr>
      </p:pic>
    </p:spTree>
    <p:extLst>
      <p:ext uri="{BB962C8B-B14F-4D97-AF65-F5344CB8AC3E}">
        <p14:creationId xmlns:p14="http://schemas.microsoft.com/office/powerpoint/2010/main" val="230365227"/>
      </p:ext>
    </p:extLst>
  </p:cSld>
  <p:clrMapOvr>
    <a:masterClrMapping/>
  </p:clrMapOvr>
  <p:transition spd="med">
    <p:pull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95126" y="2555039"/>
            <a:ext cx="1989773" cy="628377"/>
          </a:xfrm>
          <a:prstGeom prst="rect">
            <a:avLst/>
          </a:prstGeom>
        </p:spPr>
        <p:txBody>
          <a:bodyPr vert="horz" wrap="square" lIns="0" tIns="12700" rIns="0" bIns="0" rtlCol="0">
            <a:spAutoFit/>
          </a:bodyPr>
          <a:lstStyle/>
          <a:p>
            <a:pPr marL="12700">
              <a:lnSpc>
                <a:spcPct val="100000"/>
              </a:lnSpc>
              <a:spcBef>
                <a:spcPts val="100"/>
              </a:spcBef>
            </a:pPr>
            <a:r>
              <a:rPr sz="4000" i="1" u="sng">
                <a:solidFill>
                  <a:schemeClr val="tx1"/>
                </a:solidFill>
                <a:latin typeface="Bookman Old Style"/>
              </a:rPr>
              <a:t>Az</a:t>
            </a:r>
            <a:r>
              <a:rPr sz="4000" i="1" u="sng" spc="-190" dirty="0">
                <a:solidFill>
                  <a:schemeClr val="tx1"/>
                </a:solidFill>
                <a:latin typeface="Bookman Old Style"/>
              </a:rPr>
              <a:t> </a:t>
            </a:r>
            <a:r>
              <a:rPr sz="4000" i="1" u="sng" spc="-25">
                <a:solidFill>
                  <a:schemeClr val="tx1"/>
                </a:solidFill>
                <a:latin typeface="Bookman Old Style"/>
              </a:rPr>
              <a:t>ASA</a:t>
            </a:r>
            <a:endParaRPr lang="en-US" sz="4000" i="1" u="sng">
              <a:solidFill>
                <a:schemeClr val="tx1"/>
              </a:solidFill>
              <a:latin typeface="Bookman Old Style"/>
            </a:endParaRPr>
          </a:p>
        </p:txBody>
      </p:sp>
      <p:sp>
        <p:nvSpPr>
          <p:cNvPr id="3" name="Élőláb helye 1">
            <a:extLst>
              <a:ext uri="{FF2B5EF4-FFF2-40B4-BE49-F238E27FC236}">
                <a16:creationId xmlns:a16="http://schemas.microsoft.com/office/drawing/2014/main" id="{4E925A3A-A594-4D30-9713-C40B9F93AA73}"/>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spTree>
  </p:cSld>
  <p:clrMapOvr>
    <a:masterClrMapping/>
  </p:clrMapOvr>
  <p:transition spd="med">
    <p:pull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700" y="112352"/>
            <a:ext cx="7778490" cy="567463"/>
          </a:xfrm>
          <a:prstGeom prst="rect">
            <a:avLst/>
          </a:prstGeom>
        </p:spPr>
        <p:txBody>
          <a:bodyPr vert="horz" wrap="square" lIns="0" tIns="13335" rIns="0" bIns="0" rtlCol="0">
            <a:spAutoFit/>
          </a:bodyPr>
          <a:lstStyle/>
          <a:p>
            <a:pPr marL="12700">
              <a:lnSpc>
                <a:spcPct val="100000"/>
              </a:lnSpc>
              <a:spcBef>
                <a:spcPts val="105"/>
              </a:spcBef>
            </a:pPr>
            <a:r>
              <a:rPr sz="3600" u="sng" spc="-10" dirty="0" err="1">
                <a:solidFill>
                  <a:schemeClr val="tx1"/>
                </a:solidFill>
                <a:latin typeface="Bookman Old Style"/>
              </a:rPr>
              <a:t>Alapbeállítások</a:t>
            </a:r>
            <a:endParaRPr lang="en-US" sz="3600" u="sng" spc="-10" dirty="0" err="1">
              <a:solidFill>
                <a:schemeClr val="tx1"/>
              </a:solidFill>
              <a:latin typeface="Bookman Old Style"/>
            </a:endParaRPr>
          </a:p>
        </p:txBody>
      </p:sp>
      <p:sp>
        <p:nvSpPr>
          <p:cNvPr id="5" name="Élőláb helye 1">
            <a:extLst>
              <a:ext uri="{FF2B5EF4-FFF2-40B4-BE49-F238E27FC236}">
                <a16:creationId xmlns:a16="http://schemas.microsoft.com/office/drawing/2014/main" id="{75FD1E8E-DC00-43B2-B65F-D85E591DD206}"/>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3" name="Szövegdoboz 2">
            <a:extLst>
              <a:ext uri="{FF2B5EF4-FFF2-40B4-BE49-F238E27FC236}">
                <a16:creationId xmlns:a16="http://schemas.microsoft.com/office/drawing/2014/main" id="{3CDDE71D-EE8F-DEE1-499F-0BE854F139B3}"/>
              </a:ext>
            </a:extLst>
          </p:cNvPr>
          <p:cNvSpPr txBox="1"/>
          <p:nvPr/>
        </p:nvSpPr>
        <p:spPr>
          <a:xfrm>
            <a:off x="2610743" y="1194664"/>
            <a:ext cx="504190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hostname ASA</a:t>
            </a:r>
            <a:br>
              <a:rPr lang="en-US" dirty="0"/>
            </a:br>
            <a:r>
              <a:rPr lang="en-US"/>
              <a:t>domain-name projekt.info</a:t>
            </a:r>
            <a:br>
              <a:rPr lang="en-US" dirty="0"/>
            </a:br>
            <a:r>
              <a:rPr lang="en-US"/>
              <a:t>enable password Start123</a:t>
            </a:r>
          </a:p>
          <a:p>
            <a:r>
              <a:rPr lang="en-US"/>
              <a:t>username admin password Start123</a:t>
            </a:r>
          </a:p>
          <a:p>
            <a:endParaRPr lang="en-US" dirty="0"/>
          </a:p>
          <a:p>
            <a:r>
              <a:rPr lang="en-US" dirty="0"/>
              <a:t>interface Ethernet1/1</a:t>
            </a:r>
            <a:br>
              <a:rPr lang="en-US" dirty="0"/>
            </a:br>
            <a:r>
              <a:rPr lang="en-US" dirty="0" err="1"/>
              <a:t>nameif</a:t>
            </a:r>
            <a:r>
              <a:rPr lang="en-US" dirty="0"/>
              <a:t> outside</a:t>
            </a:r>
            <a:br>
              <a:rPr lang="en-US" dirty="0"/>
            </a:br>
            <a:r>
              <a:rPr lang="en-US" dirty="0"/>
              <a:t>security-level 0</a:t>
            </a:r>
            <a:br>
              <a:rPr lang="en-US" dirty="0"/>
            </a:br>
            <a:r>
              <a:rPr lang="en-US" dirty="0" err="1"/>
              <a:t>ip</a:t>
            </a:r>
            <a:r>
              <a:rPr lang="en-US" dirty="0"/>
              <a:t> address 200.100.50.252 255.255.255.0</a:t>
            </a:r>
          </a:p>
          <a:p>
            <a:endParaRPr lang="en-US" dirty="0"/>
          </a:p>
          <a:p>
            <a:r>
              <a:rPr lang="en-US" dirty="0"/>
              <a:t>interface Ethernet1/2</a:t>
            </a:r>
            <a:br>
              <a:rPr lang="en-US" dirty="0"/>
            </a:br>
            <a:r>
              <a:rPr lang="en-US" dirty="0" err="1"/>
              <a:t>nameif</a:t>
            </a:r>
            <a:r>
              <a:rPr lang="en-US" dirty="0"/>
              <a:t> INSIDE</a:t>
            </a:r>
            <a:br>
              <a:rPr lang="en-US" dirty="0"/>
            </a:br>
            <a:r>
              <a:rPr lang="en-US" dirty="0"/>
              <a:t>security-level 100</a:t>
            </a:r>
            <a:br>
              <a:rPr lang="en-US" dirty="0"/>
            </a:br>
            <a:r>
              <a:rPr lang="en-US" dirty="0" err="1"/>
              <a:t>ip</a:t>
            </a:r>
            <a:r>
              <a:rPr lang="en-US" dirty="0"/>
              <a:t> address 192.168.6.1 255.255.255.0</a:t>
            </a:r>
          </a:p>
          <a:p>
            <a:pPr algn="ctr"/>
            <a:endParaRPr lang="hu-HU"/>
          </a:p>
        </p:txBody>
      </p:sp>
      <p:sp>
        <p:nvSpPr>
          <p:cNvPr id="6" name="Rectangle 7">
            <a:extLst>
              <a:ext uri="{FF2B5EF4-FFF2-40B4-BE49-F238E27FC236}">
                <a16:creationId xmlns:a16="http://schemas.microsoft.com/office/drawing/2014/main" id="{D89DAFCC-4BCD-DD3C-562A-74057269E2CC}"/>
              </a:ext>
            </a:extLst>
          </p:cNvPr>
          <p:cNvSpPr/>
          <p:nvPr/>
        </p:nvSpPr>
        <p:spPr>
          <a:xfrm>
            <a:off x="2519457" y="1194122"/>
            <a:ext cx="4647527" cy="424787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transition spd="med">
    <p:pull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388" y="374750"/>
            <a:ext cx="7778490" cy="567463"/>
          </a:xfrm>
          <a:prstGeom prst="rect">
            <a:avLst/>
          </a:prstGeom>
        </p:spPr>
        <p:txBody>
          <a:bodyPr vert="horz" wrap="square" lIns="0" tIns="13335" rIns="0" bIns="0" rtlCol="0">
            <a:spAutoFit/>
          </a:bodyPr>
          <a:lstStyle/>
          <a:p>
            <a:pPr marL="12700">
              <a:lnSpc>
                <a:spcPct val="100000"/>
              </a:lnSpc>
              <a:spcBef>
                <a:spcPts val="105"/>
              </a:spcBef>
            </a:pPr>
            <a:r>
              <a:rPr sz="3600" u="sng" spc="-200" dirty="0">
                <a:solidFill>
                  <a:schemeClr val="tx1"/>
                </a:solidFill>
                <a:latin typeface="Bookman Old Style"/>
              </a:rPr>
              <a:t> </a:t>
            </a:r>
            <a:r>
              <a:rPr sz="3600" u="sng" spc="-25">
                <a:solidFill>
                  <a:schemeClr val="tx1"/>
                </a:solidFill>
                <a:latin typeface="Bookman Old Style"/>
              </a:rPr>
              <a:t>SSH</a:t>
            </a:r>
            <a:r>
              <a:rPr lang="hu-HU" sz="3600" u="sng" spc="-25">
                <a:solidFill>
                  <a:schemeClr val="tx1"/>
                </a:solidFill>
                <a:latin typeface="Bookman Old Style"/>
              </a:rPr>
              <a:t>, DHCP</a:t>
            </a:r>
            <a:endParaRPr lang="en-US" sz="3600" u="sng" spc="-25">
              <a:solidFill>
                <a:schemeClr val="tx1"/>
              </a:solidFill>
              <a:latin typeface="Bookman Old Style"/>
            </a:endParaRPr>
          </a:p>
        </p:txBody>
      </p:sp>
      <p:sp>
        <p:nvSpPr>
          <p:cNvPr id="4" name="Élőláb helye 1">
            <a:extLst>
              <a:ext uri="{FF2B5EF4-FFF2-40B4-BE49-F238E27FC236}">
                <a16:creationId xmlns:a16="http://schemas.microsoft.com/office/drawing/2014/main" id="{2D601734-DB7A-4D47-A960-C2C0C784CA7D}"/>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3" name="Szövegdoboz 2">
            <a:extLst>
              <a:ext uri="{FF2B5EF4-FFF2-40B4-BE49-F238E27FC236}">
                <a16:creationId xmlns:a16="http://schemas.microsoft.com/office/drawing/2014/main" id="{61652680-2C97-E550-EB1C-F0577EEEB22D}"/>
              </a:ext>
            </a:extLst>
          </p:cNvPr>
          <p:cNvSpPr txBox="1"/>
          <p:nvPr/>
        </p:nvSpPr>
        <p:spPr>
          <a:xfrm>
            <a:off x="2520950" y="1544979"/>
            <a:ext cx="50419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Bookman Old Style"/>
              </a:rPr>
              <a:t>username admin password Start123</a:t>
            </a:r>
            <a:endParaRPr lang="en-US" dirty="0">
              <a:latin typeface="Bookman Old Style"/>
            </a:endParaRPr>
          </a:p>
          <a:p>
            <a:r>
              <a:rPr lang="en-US" dirty="0" err="1">
                <a:latin typeface="Bookman Old Style"/>
              </a:rPr>
              <a:t>aaa</a:t>
            </a:r>
            <a:r>
              <a:rPr lang="en-US" dirty="0">
                <a:latin typeface="Bookman Old Style"/>
              </a:rPr>
              <a:t> authentication ssh console LOCAL</a:t>
            </a:r>
          </a:p>
          <a:p>
            <a:endParaRPr lang="en-US" dirty="0">
              <a:latin typeface="Bookman Old Style"/>
            </a:endParaRPr>
          </a:p>
          <a:p>
            <a:r>
              <a:rPr lang="en-US">
                <a:latin typeface="Bookman Old Style"/>
              </a:rPr>
              <a:t>ssh version 2</a:t>
            </a:r>
            <a:br>
              <a:rPr lang="en-US" dirty="0">
                <a:latin typeface="Bookman Old Style"/>
              </a:rPr>
            </a:br>
            <a:r>
              <a:rPr lang="en-US">
                <a:latin typeface="Bookman Old Style"/>
              </a:rPr>
              <a:t>ssh 192.168.6.0 255.255.255.0 INSIDE</a:t>
            </a:r>
            <a:endParaRPr lang="en-US" dirty="0">
              <a:latin typeface="Bookman Old Style"/>
            </a:endParaRPr>
          </a:p>
          <a:p>
            <a:endParaRPr lang="en-US" dirty="0">
              <a:latin typeface="Bookman Old Style"/>
            </a:endParaRPr>
          </a:p>
          <a:p>
            <a:r>
              <a:rPr lang="en-US" dirty="0" err="1">
                <a:latin typeface="Bookman Old Style"/>
                <a:ea typeface="+mn-lt"/>
                <a:cs typeface="+mn-lt"/>
              </a:rPr>
              <a:t>dhcpd</a:t>
            </a:r>
            <a:r>
              <a:rPr lang="en-US" dirty="0">
                <a:latin typeface="Bookman Old Style"/>
                <a:ea typeface="+mn-lt"/>
                <a:cs typeface="+mn-lt"/>
              </a:rPr>
              <a:t> address 192.168.6.5-192.168.6.100 INSIDE</a:t>
            </a:r>
            <a:endParaRPr lang="en-US" dirty="0">
              <a:latin typeface="Bookman Old Style"/>
            </a:endParaRPr>
          </a:p>
          <a:p>
            <a:r>
              <a:rPr lang="en-US" dirty="0" err="1">
                <a:latin typeface="Bookman Old Style"/>
                <a:ea typeface="+mn-lt"/>
                <a:cs typeface="+mn-lt"/>
              </a:rPr>
              <a:t>dhcpd</a:t>
            </a:r>
            <a:r>
              <a:rPr lang="en-US" dirty="0">
                <a:latin typeface="Bookman Old Style"/>
                <a:ea typeface="+mn-lt"/>
                <a:cs typeface="+mn-lt"/>
              </a:rPr>
              <a:t> </a:t>
            </a:r>
            <a:r>
              <a:rPr lang="en-US" dirty="0" err="1">
                <a:latin typeface="Bookman Old Style"/>
                <a:ea typeface="+mn-lt"/>
                <a:cs typeface="+mn-lt"/>
              </a:rPr>
              <a:t>dns</a:t>
            </a:r>
            <a:r>
              <a:rPr lang="en-US" dirty="0">
                <a:latin typeface="Bookman Old Style"/>
                <a:ea typeface="+mn-lt"/>
                <a:cs typeface="+mn-lt"/>
              </a:rPr>
              <a:t> 200.100.50.1</a:t>
            </a:r>
            <a:endParaRPr lang="en-US" dirty="0">
              <a:latin typeface="Bookman Old Style"/>
            </a:endParaRPr>
          </a:p>
          <a:p>
            <a:r>
              <a:rPr lang="en-US" dirty="0" err="1">
                <a:latin typeface="Bookman Old Style"/>
                <a:ea typeface="+mn-lt"/>
                <a:cs typeface="+mn-lt"/>
              </a:rPr>
              <a:t>dhcpd</a:t>
            </a:r>
            <a:r>
              <a:rPr lang="en-US" dirty="0">
                <a:latin typeface="Bookman Old Style"/>
                <a:ea typeface="+mn-lt"/>
                <a:cs typeface="+mn-lt"/>
              </a:rPr>
              <a:t> option 3 </a:t>
            </a:r>
            <a:r>
              <a:rPr lang="en-US" dirty="0" err="1">
                <a:latin typeface="Bookman Old Style"/>
                <a:ea typeface="+mn-lt"/>
                <a:cs typeface="+mn-lt"/>
              </a:rPr>
              <a:t>ip</a:t>
            </a:r>
            <a:r>
              <a:rPr lang="en-US" dirty="0">
                <a:latin typeface="Bookman Old Style"/>
                <a:ea typeface="+mn-lt"/>
                <a:cs typeface="+mn-lt"/>
              </a:rPr>
              <a:t> 192.168.6.1</a:t>
            </a:r>
            <a:endParaRPr lang="en-US" dirty="0">
              <a:latin typeface="Bookman Old Style"/>
            </a:endParaRPr>
          </a:p>
          <a:p>
            <a:r>
              <a:rPr lang="en-US" dirty="0" err="1">
                <a:latin typeface="Bookman Old Style"/>
                <a:ea typeface="+mn-lt"/>
                <a:cs typeface="+mn-lt"/>
              </a:rPr>
              <a:t>dhcpd</a:t>
            </a:r>
            <a:r>
              <a:rPr lang="en-US" dirty="0">
                <a:latin typeface="Bookman Old Style"/>
                <a:ea typeface="+mn-lt"/>
                <a:cs typeface="+mn-lt"/>
              </a:rPr>
              <a:t> enable INSIDE</a:t>
            </a:r>
            <a:endParaRPr lang="en-US" dirty="0">
              <a:latin typeface="Bookman Old Style"/>
            </a:endParaRPr>
          </a:p>
          <a:p>
            <a:endParaRPr lang="en-US" dirty="0">
              <a:latin typeface="Bookman Old Style"/>
            </a:endParaRPr>
          </a:p>
        </p:txBody>
      </p:sp>
      <p:sp>
        <p:nvSpPr>
          <p:cNvPr id="6" name="Rectangle 7">
            <a:extLst>
              <a:ext uri="{FF2B5EF4-FFF2-40B4-BE49-F238E27FC236}">
                <a16:creationId xmlns:a16="http://schemas.microsoft.com/office/drawing/2014/main" id="{0527ACBF-D5DE-99BA-2131-58DE2380191F}"/>
              </a:ext>
            </a:extLst>
          </p:cNvPr>
          <p:cNvSpPr/>
          <p:nvPr/>
        </p:nvSpPr>
        <p:spPr>
          <a:xfrm>
            <a:off x="2519457" y="1544437"/>
            <a:ext cx="5042618" cy="3134049"/>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transition spd="med">
    <p:pull di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388" y="374750"/>
            <a:ext cx="2373912" cy="567463"/>
          </a:xfrm>
          <a:prstGeom prst="rect">
            <a:avLst/>
          </a:prstGeom>
        </p:spPr>
        <p:txBody>
          <a:bodyPr vert="horz" wrap="square" lIns="0" tIns="13335" rIns="0" bIns="0" rtlCol="0">
            <a:spAutoFit/>
          </a:bodyPr>
          <a:lstStyle/>
          <a:p>
            <a:pPr marL="12700">
              <a:lnSpc>
                <a:spcPct val="100000"/>
              </a:lnSpc>
              <a:spcBef>
                <a:spcPts val="105"/>
              </a:spcBef>
            </a:pPr>
            <a:r>
              <a:rPr sz="3600" u="sng" spc="15">
                <a:solidFill>
                  <a:schemeClr val="tx1"/>
                </a:solidFill>
                <a:latin typeface="Bookman Old Style"/>
              </a:rPr>
              <a:t>N</a:t>
            </a:r>
            <a:r>
              <a:rPr sz="3600" u="sng" spc="-315">
                <a:solidFill>
                  <a:schemeClr val="tx1"/>
                </a:solidFill>
                <a:latin typeface="Bookman Old Style"/>
              </a:rPr>
              <a:t>A</a:t>
            </a:r>
            <a:r>
              <a:rPr sz="3600" u="sng" spc="-484">
                <a:solidFill>
                  <a:schemeClr val="tx1"/>
                </a:solidFill>
                <a:latin typeface="Bookman Old Style"/>
              </a:rPr>
              <a:t>T</a:t>
            </a:r>
            <a:r>
              <a:rPr sz="3600" u="sng" spc="15">
                <a:solidFill>
                  <a:schemeClr val="tx1"/>
                </a:solidFill>
                <a:latin typeface="Bookman Old Style"/>
              </a:rPr>
              <a:t>,</a:t>
            </a:r>
            <a:r>
              <a:rPr sz="3600" u="sng" spc="-100" dirty="0">
                <a:solidFill>
                  <a:schemeClr val="tx1"/>
                </a:solidFill>
                <a:latin typeface="Bookman Old Style"/>
              </a:rPr>
              <a:t> </a:t>
            </a:r>
            <a:r>
              <a:rPr sz="3600" u="sng" spc="-20">
                <a:solidFill>
                  <a:schemeClr val="tx1"/>
                </a:solidFill>
                <a:latin typeface="Bookman Old Style"/>
              </a:rPr>
              <a:t>ICMP</a:t>
            </a:r>
            <a:endParaRPr lang="en-US" sz="3600" u="sng" spc="-20">
              <a:solidFill>
                <a:schemeClr val="tx1"/>
              </a:solidFill>
              <a:latin typeface="Bookman Old Style"/>
            </a:endParaRPr>
          </a:p>
        </p:txBody>
      </p:sp>
      <p:sp>
        <p:nvSpPr>
          <p:cNvPr id="4" name="Élőláb helye 1">
            <a:extLst>
              <a:ext uri="{FF2B5EF4-FFF2-40B4-BE49-F238E27FC236}">
                <a16:creationId xmlns:a16="http://schemas.microsoft.com/office/drawing/2014/main" id="{D48DD9BB-C25D-4FF4-A05F-F986285C5825}"/>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3" name="Szövegdoboz 2">
            <a:extLst>
              <a:ext uri="{FF2B5EF4-FFF2-40B4-BE49-F238E27FC236}">
                <a16:creationId xmlns:a16="http://schemas.microsoft.com/office/drawing/2014/main" id="{744936E1-B6A5-B5D6-8802-A73BEC4AAA46}"/>
              </a:ext>
            </a:extLst>
          </p:cNvPr>
          <p:cNvSpPr txBox="1"/>
          <p:nvPr/>
        </p:nvSpPr>
        <p:spPr>
          <a:xfrm>
            <a:off x="2520950" y="1931224"/>
            <a:ext cx="545494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Bookman Old Style"/>
              </a:rPr>
              <a:t>object network INSIDE-NET</a:t>
            </a:r>
            <a:br>
              <a:rPr lang="en-US" dirty="0">
                <a:latin typeface="Bookman Old Style"/>
              </a:rPr>
            </a:br>
            <a:r>
              <a:rPr lang="en-US">
                <a:latin typeface="Bookman Old Style"/>
              </a:rPr>
              <a:t>subnet 192.168.6.0 255.255.255.0</a:t>
            </a:r>
            <a:endParaRPr lang="en-US" dirty="0">
              <a:latin typeface="Bookman Old Style"/>
            </a:endParaRPr>
          </a:p>
          <a:p>
            <a:r>
              <a:rPr lang="en-US" dirty="0" err="1">
                <a:latin typeface="Bookman Old Style"/>
              </a:rPr>
              <a:t>nat</a:t>
            </a:r>
            <a:r>
              <a:rPr lang="en-US" dirty="0">
                <a:latin typeface="Bookman Old Style"/>
              </a:rPr>
              <a:t> (</a:t>
            </a:r>
            <a:r>
              <a:rPr lang="en-US" dirty="0" err="1">
                <a:latin typeface="Bookman Old Style"/>
              </a:rPr>
              <a:t>INSIDE,outside</a:t>
            </a:r>
            <a:r>
              <a:rPr lang="en-US" dirty="0">
                <a:latin typeface="Bookman Old Style"/>
              </a:rPr>
              <a:t>) dynamic interface</a:t>
            </a:r>
          </a:p>
          <a:p>
            <a:endParaRPr lang="en-US" dirty="0">
              <a:latin typeface="Bookman Old Style"/>
            </a:endParaRPr>
          </a:p>
          <a:p>
            <a:r>
              <a:rPr lang="en-US" dirty="0">
                <a:latin typeface="Bookman Old Style"/>
                <a:ea typeface="+mn-lt"/>
                <a:cs typeface="+mn-lt"/>
              </a:rPr>
              <a:t>policy-map </a:t>
            </a:r>
            <a:r>
              <a:rPr lang="en-US" dirty="0" err="1">
                <a:latin typeface="Bookman Old Style"/>
                <a:ea typeface="+mn-lt"/>
                <a:cs typeface="+mn-lt"/>
              </a:rPr>
              <a:t>global_policy</a:t>
            </a:r>
            <a:endParaRPr lang="en-US">
              <a:latin typeface="Bookman Old Style"/>
            </a:endParaRPr>
          </a:p>
          <a:p>
            <a:r>
              <a:rPr lang="en-US" dirty="0">
                <a:latin typeface="Bookman Old Style"/>
                <a:ea typeface="+mn-lt"/>
                <a:cs typeface="+mn-lt"/>
              </a:rPr>
              <a:t>class </a:t>
            </a:r>
            <a:r>
              <a:rPr lang="en-US" dirty="0" err="1">
                <a:latin typeface="Bookman Old Style"/>
                <a:ea typeface="+mn-lt"/>
                <a:cs typeface="+mn-lt"/>
              </a:rPr>
              <a:t>inspection_default</a:t>
            </a:r>
            <a:endParaRPr lang="en-US">
              <a:latin typeface="Bookman Old Style"/>
            </a:endParaRPr>
          </a:p>
          <a:p>
            <a:r>
              <a:rPr lang="en-US" dirty="0">
                <a:latin typeface="Bookman Old Style"/>
                <a:ea typeface="+mn-lt"/>
                <a:cs typeface="+mn-lt"/>
              </a:rPr>
              <a:t>inspect </a:t>
            </a:r>
            <a:r>
              <a:rPr lang="en-US" dirty="0" err="1">
                <a:latin typeface="Bookman Old Style"/>
                <a:ea typeface="+mn-lt"/>
                <a:cs typeface="+mn-lt"/>
              </a:rPr>
              <a:t>icmp</a:t>
            </a:r>
          </a:p>
          <a:p>
            <a:endParaRPr lang="en-US" dirty="0">
              <a:latin typeface="Bookman Old Style"/>
            </a:endParaRPr>
          </a:p>
          <a:p>
            <a:r>
              <a:rPr lang="en-US">
                <a:latin typeface="Bookman Old Style"/>
                <a:ea typeface="+mn-lt"/>
                <a:cs typeface="+mn-lt"/>
              </a:rPr>
              <a:t>route outside 0.0.0.0 0.0.0.0 200.100.50.254</a:t>
            </a:r>
          </a:p>
        </p:txBody>
      </p:sp>
      <p:sp>
        <p:nvSpPr>
          <p:cNvPr id="6" name="Rectangle 7">
            <a:extLst>
              <a:ext uri="{FF2B5EF4-FFF2-40B4-BE49-F238E27FC236}">
                <a16:creationId xmlns:a16="http://schemas.microsoft.com/office/drawing/2014/main" id="{7D4DDB31-071A-853D-8D2D-31AC9BF165B0}"/>
              </a:ext>
            </a:extLst>
          </p:cNvPr>
          <p:cNvSpPr/>
          <p:nvPr/>
        </p:nvSpPr>
        <p:spPr>
          <a:xfrm>
            <a:off x="2519457" y="1840857"/>
            <a:ext cx="5329956" cy="2801699"/>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transition spd="med">
    <p:pull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56" y="1390650"/>
            <a:ext cx="9072880" cy="1611339"/>
          </a:xfrm>
          <a:prstGeom prst="rect">
            <a:avLst/>
          </a:prstGeom>
          <a:solidFill>
            <a:srgbClr val="C62339"/>
          </a:solidFill>
        </p:spPr>
        <p:txBody>
          <a:bodyPr vert="horz" wrap="square" lIns="0" tIns="376555" rIns="0" bIns="0" rtlCol="0">
            <a:spAutoFit/>
          </a:bodyPr>
          <a:lstStyle/>
          <a:p>
            <a:pPr>
              <a:lnSpc>
                <a:spcPct val="100000"/>
              </a:lnSpc>
              <a:spcBef>
                <a:spcPts val="2965"/>
              </a:spcBef>
            </a:pPr>
            <a:endParaRPr sz="3600">
              <a:latin typeface="Bookman Old Style" panose="02050604050505020204" pitchFamily="18" charset="0"/>
            </a:endParaRPr>
          </a:p>
          <a:p>
            <a:pPr marL="72390" algn="ctr">
              <a:lnSpc>
                <a:spcPct val="100000"/>
              </a:lnSpc>
            </a:pPr>
            <a:r>
              <a:rPr sz="4400" spc="-10">
                <a:solidFill>
                  <a:srgbClr val="FFFFFF"/>
                </a:solidFill>
                <a:latin typeface="Bookman Old Style" panose="02050604050505020204" pitchFamily="18" charset="0"/>
              </a:rPr>
              <a:t>Hálózatprogramozás</a:t>
            </a:r>
          </a:p>
        </p:txBody>
      </p:sp>
      <p:sp>
        <p:nvSpPr>
          <p:cNvPr id="3" name="Élőláb helye 1">
            <a:extLst>
              <a:ext uri="{FF2B5EF4-FFF2-40B4-BE49-F238E27FC236}">
                <a16:creationId xmlns:a16="http://schemas.microsoft.com/office/drawing/2014/main" id="{02765819-C385-471B-B61C-352D995BB6F3}"/>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Tree>
  </p:cSld>
  <p:clrMapOvr>
    <a:masterClrMapping/>
  </p:clrMapOvr>
  <p:transition spd="med">
    <p:pull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D0E9526-4E87-6493-718C-72E227460B41}"/>
              </a:ext>
            </a:extLst>
          </p:cNvPr>
          <p:cNvSpPr/>
          <p:nvPr/>
        </p:nvSpPr>
        <p:spPr>
          <a:xfrm>
            <a:off x="4706518" y="1054067"/>
            <a:ext cx="4725392" cy="4324878"/>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A4927-C58F-D877-5D54-E3E935C2E5C2}"/>
              </a:ext>
            </a:extLst>
          </p:cNvPr>
          <p:cNvSpPr/>
          <p:nvPr/>
        </p:nvSpPr>
        <p:spPr>
          <a:xfrm>
            <a:off x="378691" y="1902265"/>
            <a:ext cx="4095155" cy="2289764"/>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bject 2">
            <a:extLst>
              <a:ext uri="{FF2B5EF4-FFF2-40B4-BE49-F238E27FC236}">
                <a16:creationId xmlns:a16="http://schemas.microsoft.com/office/drawing/2014/main" id="{7D25F461-ED5F-EB6E-1121-38AF3029D4DA}"/>
              </a:ext>
            </a:extLst>
          </p:cNvPr>
          <p:cNvSpPr txBox="1">
            <a:spLocks noGrp="1"/>
          </p:cNvSpPr>
          <p:nvPr>
            <p:ph type="title"/>
          </p:nvPr>
        </p:nvSpPr>
        <p:spPr>
          <a:xfrm>
            <a:off x="534388" y="374750"/>
            <a:ext cx="4736112" cy="567463"/>
          </a:xfrm>
          <a:prstGeom prst="rect">
            <a:avLst/>
          </a:prstGeom>
        </p:spPr>
        <p:txBody>
          <a:bodyPr vert="horz" wrap="square" lIns="0" tIns="13335" rIns="0" bIns="0" rtlCol="0">
            <a:spAutoFit/>
          </a:bodyPr>
          <a:lstStyle/>
          <a:p>
            <a:pPr marL="12700">
              <a:lnSpc>
                <a:spcPct val="100000"/>
              </a:lnSpc>
              <a:spcBef>
                <a:spcPts val="105"/>
              </a:spcBef>
            </a:pPr>
            <a:r>
              <a:rPr lang="hu-HU" sz="3600" u="sng" spc="15">
                <a:solidFill>
                  <a:schemeClr val="tx1"/>
                </a:solidFill>
                <a:latin typeface="Bookman Old Style"/>
              </a:rPr>
              <a:t>Konfiguráció mentés</a:t>
            </a:r>
            <a:endParaRPr lang="hu-HU" sz="3600" u="sng" spc="-20">
              <a:solidFill>
                <a:schemeClr val="tx1"/>
              </a:solidFill>
              <a:latin typeface="Bookman Old Style"/>
            </a:endParaRPr>
          </a:p>
        </p:txBody>
      </p:sp>
      <p:sp>
        <p:nvSpPr>
          <p:cNvPr id="2" name="Élőláb helye 1">
            <a:extLst>
              <a:ext uri="{FF2B5EF4-FFF2-40B4-BE49-F238E27FC236}">
                <a16:creationId xmlns:a16="http://schemas.microsoft.com/office/drawing/2014/main" id="{0BEE9D38-BC42-9496-5E41-82E69C6FFD83}"/>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6" name="TextBox 5">
            <a:extLst>
              <a:ext uri="{FF2B5EF4-FFF2-40B4-BE49-F238E27FC236}">
                <a16:creationId xmlns:a16="http://schemas.microsoft.com/office/drawing/2014/main" id="{BB7A9128-3624-F700-1A84-69E330A7CDA8}"/>
              </a:ext>
            </a:extLst>
          </p:cNvPr>
          <p:cNvSpPr txBox="1"/>
          <p:nvPr/>
        </p:nvSpPr>
        <p:spPr>
          <a:xfrm>
            <a:off x="380653" y="1904521"/>
            <a:ext cx="50419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chemeClr val="accent3"/>
                </a:solidFill>
                <a:latin typeface="Bookman Old Style"/>
                <a:ea typeface="+mn-lt"/>
                <a:cs typeface="+mn-lt"/>
              </a:rPr>
              <a:t>def </a:t>
            </a:r>
            <a:r>
              <a:rPr lang="en-US" sz="1200" b="1" dirty="0" err="1">
                <a:solidFill>
                  <a:srgbClr val="00008E"/>
                </a:solidFill>
                <a:latin typeface="Bookman Old Style"/>
                <a:ea typeface="+mn-lt"/>
                <a:cs typeface="+mn-lt"/>
              </a:rPr>
              <a:t>eszkozfelvetel</a:t>
            </a:r>
            <a:r>
              <a:rPr lang="en-US" sz="1200" b="1" dirty="0">
                <a:solidFill>
                  <a:schemeClr val="bg1"/>
                </a:solidFill>
                <a:latin typeface="Bookman Old Style"/>
                <a:ea typeface="+mn-lt"/>
                <a:cs typeface="+mn-lt"/>
              </a:rPr>
              <a:t>():</a:t>
            </a:r>
          </a:p>
          <a:p>
            <a:r>
              <a:rPr lang="en-US" sz="1200" b="1" dirty="0">
                <a:solidFill>
                  <a:schemeClr val="bg1"/>
                </a:solidFill>
                <a:latin typeface="Bookman Old Style"/>
                <a:ea typeface="+mn-lt"/>
                <a:cs typeface="+mn-lt"/>
              </a:rPr>
              <a:t>    </a:t>
            </a:r>
            <a:r>
              <a:rPr lang="en-US" sz="1200" b="1" dirty="0" err="1">
                <a:solidFill>
                  <a:schemeClr val="bg1"/>
                </a:solidFill>
                <a:latin typeface="Bookman Old Style"/>
                <a:ea typeface="+mn-lt"/>
                <a:cs typeface="+mn-lt"/>
              </a:rPr>
              <a:t>ip</a:t>
            </a:r>
            <a:r>
              <a:rPr lang="en-US" sz="1200" b="1" dirty="0">
                <a:solidFill>
                  <a:schemeClr val="bg1"/>
                </a:solidFill>
                <a:latin typeface="Bookman Old Style"/>
                <a:ea typeface="+mn-lt"/>
                <a:cs typeface="+mn-lt"/>
              </a:rPr>
              <a:t> = </a:t>
            </a:r>
            <a:r>
              <a:rPr lang="en-US" sz="1200" b="1" dirty="0">
                <a:solidFill>
                  <a:schemeClr val="accent6">
                    <a:lumMod val="49000"/>
                  </a:schemeClr>
                </a:solidFill>
                <a:latin typeface="Bookman Old Style"/>
                <a:ea typeface="+mn-lt"/>
                <a:cs typeface="+mn-lt"/>
              </a:rPr>
              <a:t>input</a:t>
            </a:r>
            <a:r>
              <a:rPr lang="en-US" sz="1200" b="1" dirty="0">
                <a:solidFill>
                  <a:schemeClr val="bg1"/>
                </a:solidFill>
                <a:latin typeface="Bookman Old Style"/>
                <a:ea typeface="+mn-lt"/>
                <a:cs typeface="+mn-lt"/>
              </a:rPr>
              <a:t>(</a:t>
            </a:r>
            <a:r>
              <a:rPr lang="en-US" sz="1200" b="1" dirty="0">
                <a:solidFill>
                  <a:srgbClr val="92D050"/>
                </a:solidFill>
                <a:latin typeface="Bookman Old Style"/>
                <a:ea typeface="+mn-lt"/>
                <a:cs typeface="+mn-lt"/>
              </a:rPr>
              <a:t>'</a:t>
            </a:r>
            <a:r>
              <a:rPr lang="en-US" sz="1200" b="1" dirty="0" err="1">
                <a:solidFill>
                  <a:srgbClr val="92D050"/>
                </a:solidFill>
                <a:latin typeface="Bookman Old Style"/>
                <a:ea typeface="+mn-lt"/>
                <a:cs typeface="+mn-lt"/>
              </a:rPr>
              <a:t>Adja</a:t>
            </a:r>
            <a:r>
              <a:rPr lang="en-US" sz="1200" b="1" dirty="0">
                <a:solidFill>
                  <a:srgbClr val="92D050"/>
                </a:solidFill>
                <a:latin typeface="Bookman Old Style"/>
                <a:ea typeface="+mn-lt"/>
                <a:cs typeface="+mn-lt"/>
              </a:rPr>
              <a:t> meg </a:t>
            </a:r>
            <a:r>
              <a:rPr lang="en-US" sz="1200" b="1" dirty="0" err="1">
                <a:solidFill>
                  <a:srgbClr val="92D050"/>
                </a:solidFill>
                <a:latin typeface="Bookman Old Style"/>
                <a:ea typeface="+mn-lt"/>
                <a:cs typeface="+mn-lt"/>
              </a:rPr>
              <a:t>az</a:t>
            </a:r>
            <a:r>
              <a:rPr lang="en-US" sz="1200" b="1" dirty="0">
                <a:solidFill>
                  <a:srgbClr val="92D050"/>
                </a:solidFill>
                <a:latin typeface="Bookman Old Style"/>
                <a:ea typeface="+mn-lt"/>
                <a:cs typeface="+mn-lt"/>
              </a:rPr>
              <a:t> </a:t>
            </a:r>
            <a:r>
              <a:rPr lang="en-US" sz="1200" b="1" dirty="0" err="1">
                <a:solidFill>
                  <a:srgbClr val="92D050"/>
                </a:solidFill>
                <a:latin typeface="Bookman Old Style"/>
                <a:ea typeface="+mn-lt"/>
                <a:cs typeface="+mn-lt"/>
              </a:rPr>
              <a:t>eszköz</a:t>
            </a:r>
            <a:r>
              <a:rPr lang="en-US" sz="1200" b="1" dirty="0">
                <a:solidFill>
                  <a:srgbClr val="92D050"/>
                </a:solidFill>
                <a:latin typeface="Bookman Old Style"/>
                <a:ea typeface="+mn-lt"/>
                <a:cs typeface="+mn-lt"/>
              </a:rPr>
              <a:t> IP </a:t>
            </a:r>
            <a:r>
              <a:rPr lang="en-US" sz="1200" b="1" dirty="0" err="1">
                <a:solidFill>
                  <a:srgbClr val="92D050"/>
                </a:solidFill>
                <a:latin typeface="Bookman Old Style"/>
                <a:ea typeface="+mn-lt"/>
                <a:cs typeface="+mn-lt"/>
              </a:rPr>
              <a:t>címét</a:t>
            </a:r>
            <a:r>
              <a:rPr lang="en-US" sz="1200" b="1" dirty="0">
                <a:solidFill>
                  <a:srgbClr val="92D050"/>
                </a:solidFill>
                <a:latin typeface="Bookman Old Style"/>
                <a:ea typeface="+mn-lt"/>
                <a:cs typeface="+mn-lt"/>
              </a:rPr>
              <a:t>: '</a:t>
            </a:r>
            <a:r>
              <a:rPr lang="en-US" sz="1200" b="1" dirty="0">
                <a:solidFill>
                  <a:schemeClr val="bg1"/>
                </a:solidFill>
                <a:latin typeface="Bookman Old Style"/>
                <a:ea typeface="+mn-lt"/>
                <a:cs typeface="+mn-lt"/>
              </a:rPr>
              <a:t>)</a:t>
            </a:r>
          </a:p>
          <a:p>
            <a:r>
              <a:rPr lang="en-US" sz="1200" b="1" dirty="0">
                <a:solidFill>
                  <a:schemeClr val="bg1"/>
                </a:solidFill>
                <a:latin typeface="Bookman Old Style"/>
                <a:ea typeface="+mn-lt"/>
                <a:cs typeface="+mn-lt"/>
              </a:rPr>
              <a:t>    device = {</a:t>
            </a:r>
          </a:p>
          <a:p>
            <a:r>
              <a:rPr lang="en-US" sz="1200" b="1" dirty="0">
                <a:solidFill>
                  <a:schemeClr val="bg1"/>
                </a:solidFill>
                <a:latin typeface="Bookman Old Style"/>
                <a:ea typeface="+mn-lt"/>
                <a:cs typeface="+mn-lt"/>
              </a:rPr>
              <a:t>        </a:t>
            </a:r>
            <a:r>
              <a:rPr lang="en-US" sz="1200" b="1" dirty="0">
                <a:solidFill>
                  <a:srgbClr val="92D050"/>
                </a:solidFill>
                <a:latin typeface="Bookman Old Style"/>
                <a:ea typeface="+mn-lt"/>
                <a:cs typeface="+mn-lt"/>
              </a:rPr>
              <a:t>'</a:t>
            </a:r>
            <a:r>
              <a:rPr lang="en-US" sz="1200" b="1" dirty="0" err="1">
                <a:solidFill>
                  <a:srgbClr val="92D050"/>
                </a:solidFill>
                <a:latin typeface="Bookman Old Style"/>
                <a:ea typeface="+mn-lt"/>
                <a:cs typeface="+mn-lt"/>
              </a:rPr>
              <a:t>device_type</a:t>
            </a:r>
            <a:r>
              <a:rPr lang="en-US" sz="1200" b="1" dirty="0">
                <a:solidFill>
                  <a:srgbClr val="92D050"/>
                </a:solidFill>
                <a:latin typeface="Bookman Old Style"/>
                <a:ea typeface="+mn-lt"/>
                <a:cs typeface="+mn-lt"/>
              </a:rPr>
              <a:t>'</a:t>
            </a:r>
            <a:r>
              <a:rPr lang="en-US" sz="1200" b="1" dirty="0">
                <a:solidFill>
                  <a:schemeClr val="bg1"/>
                </a:solidFill>
                <a:latin typeface="Bookman Old Style"/>
                <a:ea typeface="+mn-lt"/>
                <a:cs typeface="+mn-lt"/>
              </a:rPr>
              <a:t>: </a:t>
            </a:r>
            <a:r>
              <a:rPr lang="en-US" sz="1200" b="1" dirty="0">
                <a:solidFill>
                  <a:srgbClr val="92D050"/>
                </a:solidFill>
                <a:latin typeface="Bookman Old Style"/>
                <a:ea typeface="+mn-lt"/>
                <a:cs typeface="+mn-lt"/>
              </a:rPr>
              <a:t>'</a:t>
            </a:r>
            <a:r>
              <a:rPr lang="en-US" sz="1200" b="1" dirty="0" err="1">
                <a:solidFill>
                  <a:srgbClr val="92D050"/>
                </a:solidFill>
                <a:latin typeface="Bookman Old Style"/>
                <a:ea typeface="+mn-lt"/>
                <a:cs typeface="+mn-lt"/>
              </a:rPr>
              <a:t>cisco_ios</a:t>
            </a:r>
            <a:r>
              <a:rPr lang="en-US" sz="1200" b="1" dirty="0">
                <a:solidFill>
                  <a:srgbClr val="92D050"/>
                </a:solidFill>
                <a:latin typeface="Bookman Old Style"/>
                <a:ea typeface="+mn-lt"/>
                <a:cs typeface="+mn-lt"/>
              </a:rPr>
              <a:t>'</a:t>
            </a:r>
            <a:r>
              <a:rPr lang="en-US" sz="1200" b="1" dirty="0">
                <a:solidFill>
                  <a:schemeClr val="bg1"/>
                </a:solidFill>
                <a:latin typeface="Bookman Old Style"/>
                <a:ea typeface="+mn-lt"/>
                <a:cs typeface="+mn-lt"/>
              </a:rPr>
              <a:t>,</a:t>
            </a:r>
          </a:p>
          <a:p>
            <a:r>
              <a:rPr lang="en-US" sz="1200" b="1" dirty="0">
                <a:solidFill>
                  <a:schemeClr val="bg1"/>
                </a:solidFill>
                <a:latin typeface="Bookman Old Style"/>
                <a:ea typeface="+mn-lt"/>
                <a:cs typeface="+mn-lt"/>
              </a:rPr>
              <a:t>        </a:t>
            </a:r>
            <a:r>
              <a:rPr lang="en-US" sz="1200" b="1" dirty="0">
                <a:solidFill>
                  <a:srgbClr val="92D050"/>
                </a:solidFill>
                <a:latin typeface="Bookman Old Style"/>
                <a:ea typeface="+mn-lt"/>
                <a:cs typeface="+mn-lt"/>
              </a:rPr>
              <a:t>'host’</a:t>
            </a:r>
            <a:r>
              <a:rPr lang="en-US" sz="1200" b="1" dirty="0">
                <a:solidFill>
                  <a:schemeClr val="bg1"/>
                </a:solidFill>
                <a:latin typeface="Bookman Old Style"/>
                <a:ea typeface="+mn-lt"/>
                <a:cs typeface="+mn-lt"/>
              </a:rPr>
              <a:t>: </a:t>
            </a:r>
            <a:r>
              <a:rPr lang="hu-HU" sz="1200" b="1" dirty="0">
                <a:solidFill>
                  <a:srgbClr val="92D050"/>
                </a:solidFill>
                <a:latin typeface="Bookman Old Style"/>
                <a:ea typeface="+mn-lt"/>
                <a:cs typeface="+mn-lt"/>
              </a:rPr>
              <a:t>’192.168.10.1’</a:t>
            </a:r>
            <a:r>
              <a:rPr lang="en-US" sz="1200" b="1" dirty="0">
                <a:solidFill>
                  <a:schemeClr val="bg1"/>
                </a:solidFill>
                <a:latin typeface="Bookman Old Style"/>
                <a:ea typeface="+mn-lt"/>
                <a:cs typeface="+mn-lt"/>
              </a:rPr>
              <a:t>,</a:t>
            </a:r>
          </a:p>
          <a:p>
            <a:r>
              <a:rPr lang="en-US" sz="1200" b="1" dirty="0">
                <a:solidFill>
                  <a:schemeClr val="bg1"/>
                </a:solidFill>
                <a:latin typeface="Bookman Old Style"/>
                <a:ea typeface="+mn-lt"/>
                <a:cs typeface="+mn-lt"/>
              </a:rPr>
              <a:t>        </a:t>
            </a:r>
            <a:r>
              <a:rPr lang="en-US" sz="1200" b="1" dirty="0">
                <a:solidFill>
                  <a:srgbClr val="92D050"/>
                </a:solidFill>
                <a:latin typeface="Bookman Old Style"/>
                <a:ea typeface="+mn-lt"/>
                <a:cs typeface="+mn-lt"/>
              </a:rPr>
              <a:t>'username'</a:t>
            </a:r>
            <a:r>
              <a:rPr lang="en-US" sz="1200" b="1" dirty="0">
                <a:solidFill>
                  <a:schemeClr val="bg1"/>
                </a:solidFill>
                <a:latin typeface="Bookman Old Style"/>
                <a:ea typeface="+mn-lt"/>
                <a:cs typeface="+mn-lt"/>
              </a:rPr>
              <a:t>: </a:t>
            </a:r>
            <a:r>
              <a:rPr lang="en-US" sz="1200" b="1" dirty="0">
                <a:solidFill>
                  <a:srgbClr val="92D050"/>
                </a:solidFill>
                <a:latin typeface="Bookman Old Style"/>
                <a:ea typeface="+mn-lt"/>
                <a:cs typeface="+mn-lt"/>
              </a:rPr>
              <a:t>'user'</a:t>
            </a:r>
            <a:r>
              <a:rPr lang="en-US" sz="1200" b="1" dirty="0">
                <a:solidFill>
                  <a:schemeClr val="bg1"/>
                </a:solidFill>
                <a:latin typeface="Bookman Old Style"/>
                <a:ea typeface="+mn-lt"/>
                <a:cs typeface="+mn-lt"/>
              </a:rPr>
              <a:t>,</a:t>
            </a:r>
          </a:p>
          <a:p>
            <a:r>
              <a:rPr lang="en-US" sz="1200" b="1" dirty="0">
                <a:solidFill>
                  <a:schemeClr val="bg1"/>
                </a:solidFill>
                <a:latin typeface="Bookman Old Style"/>
                <a:ea typeface="+mn-lt"/>
                <a:cs typeface="+mn-lt"/>
              </a:rPr>
              <a:t>        </a:t>
            </a:r>
            <a:r>
              <a:rPr lang="en-US" sz="1200" b="1" dirty="0">
                <a:solidFill>
                  <a:srgbClr val="92D050"/>
                </a:solidFill>
                <a:latin typeface="Bookman Old Style"/>
                <a:ea typeface="+mn-lt"/>
                <a:cs typeface="+mn-lt"/>
              </a:rPr>
              <a:t>'password'</a:t>
            </a:r>
            <a:r>
              <a:rPr lang="en-US" sz="1200" b="1" dirty="0">
                <a:solidFill>
                  <a:schemeClr val="bg1"/>
                </a:solidFill>
                <a:latin typeface="Bookman Old Style"/>
                <a:ea typeface="+mn-lt"/>
                <a:cs typeface="+mn-lt"/>
              </a:rPr>
              <a:t>: </a:t>
            </a:r>
            <a:r>
              <a:rPr lang="en-US" sz="1200" b="1" dirty="0">
                <a:solidFill>
                  <a:srgbClr val="92D050"/>
                </a:solidFill>
                <a:latin typeface="Bookman Old Style"/>
                <a:ea typeface="+mn-lt"/>
                <a:cs typeface="+mn-lt"/>
              </a:rPr>
              <a:t>'Start123'</a:t>
            </a:r>
            <a:r>
              <a:rPr lang="en-US" sz="1200" b="1" dirty="0">
                <a:solidFill>
                  <a:schemeClr val="bg1"/>
                </a:solidFill>
                <a:latin typeface="Bookman Old Style"/>
                <a:ea typeface="+mn-lt"/>
                <a:cs typeface="+mn-lt"/>
              </a:rPr>
              <a:t>,</a:t>
            </a:r>
          </a:p>
          <a:p>
            <a:r>
              <a:rPr lang="en-US" sz="1200" b="1" dirty="0">
                <a:solidFill>
                  <a:schemeClr val="bg1"/>
                </a:solidFill>
                <a:latin typeface="Bookman Old Style"/>
                <a:ea typeface="+mn-lt"/>
                <a:cs typeface="+mn-lt"/>
              </a:rPr>
              <a:t>        </a:t>
            </a:r>
            <a:r>
              <a:rPr lang="en-US" sz="1200" b="1" dirty="0">
                <a:solidFill>
                  <a:srgbClr val="92D050"/>
                </a:solidFill>
                <a:latin typeface="Bookman Old Style"/>
                <a:ea typeface="+mn-lt"/>
                <a:cs typeface="+mn-lt"/>
              </a:rPr>
              <a:t>'secret'</a:t>
            </a:r>
            <a:r>
              <a:rPr lang="en-US" sz="1200" b="1" dirty="0">
                <a:solidFill>
                  <a:schemeClr val="bg1"/>
                </a:solidFill>
                <a:latin typeface="Bookman Old Style"/>
                <a:ea typeface="+mn-lt"/>
                <a:cs typeface="+mn-lt"/>
              </a:rPr>
              <a:t>: </a:t>
            </a:r>
            <a:r>
              <a:rPr lang="en-US" sz="1200" b="1" dirty="0">
                <a:solidFill>
                  <a:srgbClr val="92D050"/>
                </a:solidFill>
                <a:latin typeface="Bookman Old Style"/>
                <a:ea typeface="+mn-lt"/>
                <a:cs typeface="+mn-lt"/>
              </a:rPr>
              <a:t>'Start123'</a:t>
            </a:r>
            <a:r>
              <a:rPr lang="en-US" sz="1200" b="1" dirty="0">
                <a:solidFill>
                  <a:schemeClr val="bg1"/>
                </a:solidFill>
                <a:latin typeface="Bookman Old Style"/>
                <a:ea typeface="+mn-lt"/>
                <a:cs typeface="+mn-lt"/>
              </a:rPr>
              <a:t>,</a:t>
            </a:r>
          </a:p>
          <a:p>
            <a:r>
              <a:rPr lang="en-US" sz="1200" b="1" dirty="0">
                <a:solidFill>
                  <a:schemeClr val="bg1"/>
                </a:solidFill>
                <a:latin typeface="Bookman Old Style"/>
                <a:ea typeface="+mn-lt"/>
                <a:cs typeface="+mn-lt"/>
              </a:rPr>
              <a:t>    }</a:t>
            </a:r>
          </a:p>
          <a:p>
            <a:r>
              <a:rPr lang="en-US" sz="1200" b="1" dirty="0">
                <a:solidFill>
                  <a:schemeClr val="bg1"/>
                </a:solidFill>
                <a:latin typeface="Bookman Old Style"/>
                <a:ea typeface="+mn-lt"/>
                <a:cs typeface="+mn-lt"/>
              </a:rPr>
              <a:t>    </a:t>
            </a:r>
            <a:r>
              <a:rPr lang="en-US" sz="1200" b="1" dirty="0">
                <a:solidFill>
                  <a:schemeClr val="accent3"/>
                </a:solidFill>
                <a:latin typeface="Bookman Old Style"/>
                <a:ea typeface="+mn-lt"/>
                <a:cs typeface="+mn-lt"/>
              </a:rPr>
              <a:t>return </a:t>
            </a:r>
            <a:r>
              <a:rPr lang="en-US" sz="1200" b="1" dirty="0">
                <a:solidFill>
                  <a:schemeClr val="bg1"/>
                </a:solidFill>
                <a:latin typeface="Bookman Old Style"/>
                <a:ea typeface="+mn-lt"/>
                <a:cs typeface="+mn-lt"/>
              </a:rPr>
              <a:t>device</a:t>
            </a:r>
          </a:p>
          <a:p>
            <a:endParaRPr lang="en-US" sz="1200" b="1" dirty="0">
              <a:solidFill>
                <a:schemeClr val="bg1"/>
              </a:solidFill>
              <a:latin typeface="Bookman Old Style"/>
            </a:endParaRPr>
          </a:p>
          <a:p>
            <a:r>
              <a:rPr lang="en-US" sz="1200" b="1" dirty="0">
                <a:solidFill>
                  <a:schemeClr val="accent3"/>
                </a:solidFill>
                <a:latin typeface="Bookman Old Style"/>
                <a:ea typeface="+mn-lt"/>
                <a:cs typeface="+mn-lt"/>
              </a:rPr>
              <a:t>from </a:t>
            </a:r>
            <a:r>
              <a:rPr lang="en-US" sz="1200" b="1" dirty="0" err="1">
                <a:solidFill>
                  <a:schemeClr val="bg1"/>
                </a:solidFill>
                <a:latin typeface="Bookman Old Style"/>
                <a:ea typeface="+mn-lt"/>
                <a:cs typeface="+mn-lt"/>
              </a:rPr>
              <a:t>netmiko</a:t>
            </a:r>
            <a:r>
              <a:rPr lang="en-US" sz="1200" b="1" dirty="0">
                <a:solidFill>
                  <a:schemeClr val="bg1"/>
                </a:solidFill>
                <a:latin typeface="Bookman Old Style"/>
                <a:ea typeface="+mn-lt"/>
                <a:cs typeface="+mn-lt"/>
              </a:rPr>
              <a:t> </a:t>
            </a:r>
            <a:r>
              <a:rPr lang="en-US" sz="1200" b="1" dirty="0">
                <a:solidFill>
                  <a:schemeClr val="accent3"/>
                </a:solidFill>
                <a:latin typeface="Bookman Old Style"/>
                <a:ea typeface="+mn-lt"/>
                <a:cs typeface="+mn-lt"/>
              </a:rPr>
              <a:t>import </a:t>
            </a:r>
            <a:r>
              <a:rPr lang="en-US" sz="1200" b="1" dirty="0" err="1">
                <a:solidFill>
                  <a:schemeClr val="bg1"/>
                </a:solidFill>
                <a:latin typeface="Bookman Old Style"/>
                <a:ea typeface="+mn-lt"/>
                <a:cs typeface="+mn-lt"/>
              </a:rPr>
              <a:t>ConnectHandler</a:t>
            </a:r>
            <a:endParaRPr lang="en-US" sz="1200" b="1" dirty="0">
              <a:solidFill>
                <a:schemeClr val="bg1"/>
              </a:solidFill>
              <a:latin typeface="Bookman Old Style"/>
              <a:ea typeface="+mn-lt"/>
              <a:cs typeface="+mn-lt"/>
            </a:endParaRPr>
          </a:p>
        </p:txBody>
      </p:sp>
      <p:sp>
        <p:nvSpPr>
          <p:cNvPr id="11" name="TextBox 10">
            <a:extLst>
              <a:ext uri="{FF2B5EF4-FFF2-40B4-BE49-F238E27FC236}">
                <a16:creationId xmlns:a16="http://schemas.microsoft.com/office/drawing/2014/main" id="{C40B362D-D51D-663C-F2F6-7C40658CD3DA}"/>
              </a:ext>
            </a:extLst>
          </p:cNvPr>
          <p:cNvSpPr txBox="1"/>
          <p:nvPr/>
        </p:nvSpPr>
        <p:spPr>
          <a:xfrm>
            <a:off x="4706518" y="1109272"/>
            <a:ext cx="5038215"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chemeClr val="accent3"/>
                </a:solidFill>
                <a:latin typeface="Bookman Old Style"/>
                <a:ea typeface="+mn-lt"/>
                <a:cs typeface="+mn-lt"/>
              </a:rPr>
              <a:t>def </a:t>
            </a:r>
            <a:r>
              <a:rPr lang="en-US" sz="1200" b="1" dirty="0" err="1">
                <a:solidFill>
                  <a:srgbClr val="00008E"/>
                </a:solidFill>
                <a:latin typeface="Bookman Old Style"/>
                <a:ea typeface="+mn-lt"/>
                <a:cs typeface="+mn-lt"/>
              </a:rPr>
              <a:t>futtatas</a:t>
            </a:r>
            <a:r>
              <a:rPr lang="en-US" sz="1200" b="1" dirty="0">
                <a:solidFill>
                  <a:schemeClr val="bg1"/>
                </a:solidFill>
                <a:latin typeface="Bookman Old Style"/>
                <a:ea typeface="+mn-lt"/>
                <a:cs typeface="+mn-lt"/>
              </a:rPr>
              <a:t>(device):</a:t>
            </a:r>
            <a:endParaRPr lang="en-US" sz="1200" b="1" dirty="0">
              <a:solidFill>
                <a:schemeClr val="bg1"/>
              </a:solidFill>
              <a:latin typeface="Bookman Old Style"/>
            </a:endParaRPr>
          </a:p>
          <a:p>
            <a:r>
              <a:rPr lang="en-US" sz="1200" b="1" dirty="0">
                <a:latin typeface="Bookman Old Style"/>
                <a:ea typeface="+mn-lt"/>
                <a:cs typeface="+mn-lt"/>
              </a:rPr>
              <a:t>    </a:t>
            </a:r>
            <a:r>
              <a:rPr lang="en-US" sz="1200" b="1" dirty="0">
                <a:solidFill>
                  <a:schemeClr val="accent3"/>
                </a:solidFill>
                <a:latin typeface="Bookman Old Style"/>
                <a:ea typeface="+mn-lt"/>
                <a:cs typeface="+mn-lt"/>
              </a:rPr>
              <a:t>try</a:t>
            </a:r>
            <a:r>
              <a:rPr lang="en-US" sz="1200" b="1" dirty="0">
                <a:latin typeface="Bookman Old Style"/>
                <a:ea typeface="+mn-lt"/>
                <a:cs typeface="+mn-lt"/>
              </a:rPr>
              <a:t>:</a:t>
            </a:r>
            <a:endParaRPr lang="en-US" sz="1200" b="1" dirty="0">
              <a:latin typeface="Bookman Old Style"/>
            </a:endParaRPr>
          </a:p>
          <a:p>
            <a:r>
              <a:rPr lang="en-US" sz="1200" b="1" dirty="0">
                <a:latin typeface="Bookman Old Style"/>
                <a:ea typeface="+mn-lt"/>
                <a:cs typeface="+mn-lt"/>
              </a:rPr>
              <a:t>       </a:t>
            </a:r>
            <a:r>
              <a:rPr lang="en-US" sz="1200" b="1" dirty="0">
                <a:solidFill>
                  <a:schemeClr val="bg1"/>
                </a:solidFill>
                <a:latin typeface="Bookman Old Style"/>
                <a:ea typeface="+mn-lt"/>
                <a:cs typeface="+mn-lt"/>
              </a:rPr>
              <a:t> conn = </a:t>
            </a:r>
            <a:r>
              <a:rPr lang="en-US" sz="1200" b="1" dirty="0" err="1">
                <a:solidFill>
                  <a:schemeClr val="bg1"/>
                </a:solidFill>
                <a:latin typeface="Bookman Old Style"/>
                <a:ea typeface="+mn-lt"/>
                <a:cs typeface="+mn-lt"/>
              </a:rPr>
              <a:t>ConnectHandler</a:t>
            </a:r>
            <a:r>
              <a:rPr lang="en-US" sz="1200" b="1" dirty="0">
                <a:solidFill>
                  <a:schemeClr val="bg1"/>
                </a:solidFill>
                <a:latin typeface="Bookman Old Style"/>
                <a:ea typeface="+mn-lt"/>
                <a:cs typeface="+mn-lt"/>
              </a:rPr>
              <a:t>(**device)</a:t>
            </a:r>
            <a:endParaRPr lang="en-US" sz="1200" b="1" dirty="0">
              <a:solidFill>
                <a:schemeClr val="bg1"/>
              </a:solidFill>
              <a:latin typeface="Bookman Old Style"/>
            </a:endParaRPr>
          </a:p>
          <a:p>
            <a:r>
              <a:rPr lang="en-US" sz="1200" b="1" dirty="0">
                <a:latin typeface="Bookman Old Style"/>
                <a:ea typeface="+mn-lt"/>
                <a:cs typeface="+mn-lt"/>
              </a:rPr>
              <a:t>        </a:t>
            </a:r>
            <a:r>
              <a:rPr lang="en-US" sz="1200" b="1" dirty="0" err="1">
                <a:solidFill>
                  <a:schemeClr val="bg1"/>
                </a:solidFill>
                <a:latin typeface="Bookman Old Style"/>
                <a:ea typeface="+mn-lt"/>
                <a:cs typeface="+mn-lt"/>
              </a:rPr>
              <a:t>ipconf</a:t>
            </a:r>
            <a:r>
              <a:rPr lang="en-US" sz="1200" b="1" dirty="0">
                <a:solidFill>
                  <a:schemeClr val="bg1"/>
                </a:solidFill>
                <a:latin typeface="Bookman Old Style"/>
                <a:ea typeface="+mn-lt"/>
                <a:cs typeface="+mn-lt"/>
              </a:rPr>
              <a:t> = </a:t>
            </a:r>
            <a:r>
              <a:rPr lang="en-US" sz="1200" b="1" dirty="0" err="1">
                <a:solidFill>
                  <a:schemeClr val="bg1"/>
                </a:solidFill>
                <a:latin typeface="Bookman Old Style"/>
                <a:ea typeface="+mn-lt"/>
                <a:cs typeface="+mn-lt"/>
              </a:rPr>
              <a:t>conn.send_command</a:t>
            </a:r>
            <a:r>
              <a:rPr lang="en-US" sz="1200" b="1" dirty="0">
                <a:solidFill>
                  <a:schemeClr val="bg1"/>
                </a:solidFill>
                <a:latin typeface="Bookman Old Style"/>
                <a:ea typeface="+mn-lt"/>
                <a:cs typeface="+mn-lt"/>
              </a:rPr>
              <a:t>(</a:t>
            </a:r>
            <a:r>
              <a:rPr lang="en-US" sz="1200" b="1" dirty="0">
                <a:solidFill>
                  <a:srgbClr val="92D050"/>
                </a:solidFill>
                <a:latin typeface="Bookman Old Style"/>
                <a:ea typeface="+mn-lt"/>
                <a:cs typeface="+mn-lt"/>
              </a:rPr>
              <a:t>'show </a:t>
            </a:r>
            <a:r>
              <a:rPr lang="en-US" sz="1200" b="1" dirty="0" err="1">
                <a:solidFill>
                  <a:srgbClr val="92D050"/>
                </a:solidFill>
                <a:latin typeface="Bookman Old Style"/>
                <a:ea typeface="+mn-lt"/>
                <a:cs typeface="+mn-lt"/>
              </a:rPr>
              <a:t>ip</a:t>
            </a:r>
            <a:r>
              <a:rPr lang="en-US" sz="1200" b="1" dirty="0">
                <a:solidFill>
                  <a:srgbClr val="92D050"/>
                </a:solidFill>
                <a:latin typeface="Bookman Old Style"/>
                <a:ea typeface="+mn-lt"/>
                <a:cs typeface="+mn-lt"/>
              </a:rPr>
              <a:t> int brief'</a:t>
            </a:r>
            <a:r>
              <a:rPr lang="en-US" sz="1200" b="1" dirty="0">
                <a:solidFill>
                  <a:schemeClr val="bg1"/>
                </a:solidFill>
                <a:latin typeface="Bookman Old Style"/>
                <a:ea typeface="+mn-lt"/>
                <a:cs typeface="+mn-lt"/>
              </a:rPr>
              <a:t>)</a:t>
            </a:r>
            <a:endParaRPr lang="en-US" sz="1200" b="1" dirty="0">
              <a:solidFill>
                <a:schemeClr val="bg1"/>
              </a:solidFill>
              <a:latin typeface="Bookman Old Style"/>
            </a:endParaRPr>
          </a:p>
          <a:p>
            <a:r>
              <a:rPr lang="en-US" sz="1200" b="1" dirty="0">
                <a:latin typeface="Bookman Old Style"/>
                <a:ea typeface="+mn-lt"/>
                <a:cs typeface="+mn-lt"/>
              </a:rPr>
              <a:t>        </a:t>
            </a:r>
            <a:r>
              <a:rPr lang="en-US" sz="1200" b="1" dirty="0">
                <a:solidFill>
                  <a:schemeClr val="accent6">
                    <a:lumMod val="49000"/>
                  </a:schemeClr>
                </a:solidFill>
                <a:latin typeface="Bookman Old Style"/>
                <a:ea typeface="+mn-lt"/>
                <a:cs typeface="+mn-lt"/>
              </a:rPr>
              <a:t>print</a:t>
            </a:r>
            <a:r>
              <a:rPr lang="en-US" sz="1200" b="1" dirty="0">
                <a:solidFill>
                  <a:schemeClr val="bg1"/>
                </a:solidFill>
                <a:latin typeface="Bookman Old Style"/>
                <a:ea typeface="+mn-lt"/>
                <a:cs typeface="+mn-lt"/>
              </a:rPr>
              <a:t>(</a:t>
            </a:r>
            <a:r>
              <a:rPr lang="en-US" sz="1200" b="1" dirty="0" err="1">
                <a:solidFill>
                  <a:schemeClr val="bg1"/>
                </a:solidFill>
                <a:latin typeface="Bookman Old Style"/>
                <a:ea typeface="+mn-lt"/>
                <a:cs typeface="+mn-lt"/>
              </a:rPr>
              <a:t>ipconf</a:t>
            </a:r>
            <a:r>
              <a:rPr lang="en-US" sz="1200" b="1" dirty="0">
                <a:solidFill>
                  <a:schemeClr val="bg1"/>
                </a:solidFill>
                <a:latin typeface="Bookman Old Style"/>
                <a:ea typeface="+mn-lt"/>
                <a:cs typeface="+mn-lt"/>
              </a:rPr>
              <a:t>)</a:t>
            </a:r>
            <a:endParaRPr lang="en-US" sz="1200" b="1" dirty="0">
              <a:solidFill>
                <a:schemeClr val="bg1"/>
              </a:solidFill>
              <a:latin typeface="Bookman Old Style"/>
            </a:endParaRPr>
          </a:p>
          <a:p>
            <a:endParaRPr lang="en-US" sz="1200" b="1" dirty="0">
              <a:latin typeface="Bookman Old Style"/>
            </a:endParaRPr>
          </a:p>
          <a:p>
            <a:r>
              <a:rPr lang="en-US" sz="1200" b="1" dirty="0">
                <a:latin typeface="Bookman Old Style"/>
                <a:ea typeface="+mn-lt"/>
                <a:cs typeface="+mn-lt"/>
              </a:rPr>
              <a:t>      </a:t>
            </a:r>
            <a:r>
              <a:rPr lang="en-US" sz="1200" b="1" dirty="0">
                <a:solidFill>
                  <a:schemeClr val="bg1"/>
                </a:solidFill>
                <a:latin typeface="Bookman Old Style"/>
                <a:ea typeface="+mn-lt"/>
                <a:cs typeface="+mn-lt"/>
              </a:rPr>
              <a:t>  </a:t>
            </a:r>
            <a:r>
              <a:rPr lang="en-US" sz="1200" b="1" dirty="0" err="1">
                <a:solidFill>
                  <a:schemeClr val="bg1"/>
                </a:solidFill>
                <a:latin typeface="Bookman Old Style"/>
                <a:ea typeface="+mn-lt"/>
                <a:cs typeface="+mn-lt"/>
              </a:rPr>
              <a:t>conn.enable</a:t>
            </a:r>
            <a:r>
              <a:rPr lang="en-US" sz="1200" b="1" dirty="0">
                <a:solidFill>
                  <a:schemeClr val="bg1"/>
                </a:solidFill>
                <a:latin typeface="Bookman Old Style"/>
                <a:ea typeface="+mn-lt"/>
                <a:cs typeface="+mn-lt"/>
              </a:rPr>
              <a:t>()</a:t>
            </a:r>
            <a:endParaRPr lang="en-US" sz="1200" b="1" dirty="0">
              <a:solidFill>
                <a:schemeClr val="bg1"/>
              </a:solidFill>
              <a:latin typeface="Bookman Old Style"/>
            </a:endParaRPr>
          </a:p>
          <a:p>
            <a:r>
              <a:rPr lang="en-US" sz="1200" b="1" dirty="0">
                <a:solidFill>
                  <a:schemeClr val="bg1"/>
                </a:solidFill>
                <a:latin typeface="Bookman Old Style"/>
                <a:ea typeface="+mn-lt"/>
                <a:cs typeface="+mn-lt"/>
              </a:rPr>
              <a:t>        </a:t>
            </a:r>
            <a:r>
              <a:rPr lang="en-US" sz="1200" b="1" dirty="0" err="1">
                <a:solidFill>
                  <a:schemeClr val="bg1"/>
                </a:solidFill>
                <a:latin typeface="Bookman Old Style"/>
                <a:ea typeface="+mn-lt"/>
                <a:cs typeface="+mn-lt"/>
              </a:rPr>
              <a:t>shrun</a:t>
            </a:r>
            <a:r>
              <a:rPr lang="en-US" sz="1200" b="1" dirty="0">
                <a:solidFill>
                  <a:schemeClr val="bg1"/>
                </a:solidFill>
                <a:latin typeface="Bookman Old Style"/>
                <a:ea typeface="+mn-lt"/>
                <a:cs typeface="+mn-lt"/>
              </a:rPr>
              <a:t> = </a:t>
            </a:r>
            <a:r>
              <a:rPr lang="en-US" sz="1200" b="1" dirty="0" err="1">
                <a:solidFill>
                  <a:schemeClr val="bg1"/>
                </a:solidFill>
                <a:latin typeface="Bookman Old Style"/>
                <a:ea typeface="+mn-lt"/>
                <a:cs typeface="+mn-lt"/>
              </a:rPr>
              <a:t>conn.send_command</a:t>
            </a:r>
            <a:r>
              <a:rPr lang="en-US" sz="1200" b="1" dirty="0">
                <a:solidFill>
                  <a:schemeClr val="bg1"/>
                </a:solidFill>
                <a:latin typeface="Bookman Old Style"/>
                <a:ea typeface="+mn-lt"/>
                <a:cs typeface="+mn-lt"/>
              </a:rPr>
              <a:t>(</a:t>
            </a:r>
            <a:r>
              <a:rPr lang="en-US" sz="1200" b="1" dirty="0">
                <a:solidFill>
                  <a:srgbClr val="92D050"/>
                </a:solidFill>
                <a:latin typeface="Bookman Old Style"/>
                <a:ea typeface="+mn-lt"/>
                <a:cs typeface="+mn-lt"/>
              </a:rPr>
              <a:t>'show running-config'</a:t>
            </a:r>
            <a:r>
              <a:rPr lang="en-US" sz="1200" b="1" dirty="0">
                <a:solidFill>
                  <a:schemeClr val="bg1"/>
                </a:solidFill>
                <a:latin typeface="Bookman Old Style"/>
                <a:ea typeface="+mn-lt"/>
                <a:cs typeface="+mn-lt"/>
              </a:rPr>
              <a:t>)</a:t>
            </a:r>
            <a:endParaRPr lang="en-US" sz="1200" b="1" dirty="0">
              <a:solidFill>
                <a:schemeClr val="bg1"/>
              </a:solidFill>
              <a:latin typeface="Bookman Old Style"/>
            </a:endParaRPr>
          </a:p>
          <a:p>
            <a:r>
              <a:rPr lang="en-US" sz="1200" b="1" dirty="0">
                <a:latin typeface="Bookman Old Style"/>
                <a:ea typeface="+mn-lt"/>
                <a:cs typeface="+mn-lt"/>
              </a:rPr>
              <a:t>       </a:t>
            </a:r>
            <a:r>
              <a:rPr lang="en-US" sz="1200" b="1" dirty="0">
                <a:solidFill>
                  <a:schemeClr val="bg1"/>
                </a:solidFill>
                <a:latin typeface="Bookman Old Style"/>
                <a:ea typeface="+mn-lt"/>
                <a:cs typeface="+mn-lt"/>
              </a:rPr>
              <a:t> </a:t>
            </a:r>
            <a:r>
              <a:rPr lang="en-US" sz="1200" b="1" dirty="0" err="1">
                <a:solidFill>
                  <a:schemeClr val="bg1"/>
                </a:solidFill>
                <a:latin typeface="Bookman Old Style"/>
                <a:ea typeface="+mn-lt"/>
                <a:cs typeface="+mn-lt"/>
              </a:rPr>
              <a:t>device_name</a:t>
            </a:r>
            <a:r>
              <a:rPr lang="en-US" sz="1200" b="1" dirty="0">
                <a:solidFill>
                  <a:schemeClr val="bg1"/>
                </a:solidFill>
                <a:latin typeface="Bookman Old Style"/>
                <a:ea typeface="+mn-lt"/>
                <a:cs typeface="+mn-lt"/>
              </a:rPr>
              <a:t> = </a:t>
            </a:r>
            <a:r>
              <a:rPr lang="en-US" sz="1200" b="1" dirty="0" err="1">
                <a:solidFill>
                  <a:schemeClr val="bg1"/>
                </a:solidFill>
                <a:latin typeface="Bookman Old Style"/>
                <a:ea typeface="+mn-lt"/>
                <a:cs typeface="+mn-lt"/>
              </a:rPr>
              <a:t>conn.send_command</a:t>
            </a:r>
            <a:r>
              <a:rPr lang="en-US" sz="1200" b="1" dirty="0">
                <a:solidFill>
                  <a:schemeClr val="bg1"/>
                </a:solidFill>
                <a:latin typeface="Bookman Old Style"/>
                <a:ea typeface="+mn-lt"/>
                <a:cs typeface="+mn-lt"/>
              </a:rPr>
              <a:t>(</a:t>
            </a:r>
            <a:r>
              <a:rPr lang="en-US" sz="1200" b="1" dirty="0">
                <a:solidFill>
                  <a:srgbClr val="92D050"/>
                </a:solidFill>
                <a:latin typeface="Bookman Old Style"/>
                <a:ea typeface="+mn-lt"/>
                <a:cs typeface="+mn-lt"/>
              </a:rPr>
              <a:t>'show running-config | include hostname'</a:t>
            </a:r>
            <a:r>
              <a:rPr lang="en-US" sz="1200" b="1" dirty="0">
                <a:solidFill>
                  <a:schemeClr val="bg1"/>
                </a:solidFill>
                <a:latin typeface="Bookman Old Style"/>
                <a:ea typeface="+mn-lt"/>
                <a:cs typeface="+mn-lt"/>
              </a:rPr>
              <a:t>).split()[1]</a:t>
            </a:r>
            <a:endParaRPr lang="en-US" sz="1200" b="1" dirty="0">
              <a:solidFill>
                <a:schemeClr val="bg1"/>
              </a:solidFill>
              <a:latin typeface="Bookman Old Style"/>
            </a:endParaRPr>
          </a:p>
          <a:p>
            <a:r>
              <a:rPr lang="en-US" sz="1200" b="1" dirty="0">
                <a:latin typeface="Bookman Old Style"/>
                <a:ea typeface="+mn-lt"/>
                <a:cs typeface="+mn-lt"/>
              </a:rPr>
              <a:t>        </a:t>
            </a:r>
            <a:r>
              <a:rPr lang="en-US" sz="1200" b="1" dirty="0" err="1">
                <a:solidFill>
                  <a:schemeClr val="bg1"/>
                </a:solidFill>
                <a:latin typeface="Bookman Old Style"/>
                <a:ea typeface="+mn-lt"/>
                <a:cs typeface="+mn-lt"/>
              </a:rPr>
              <a:t>file_name</a:t>
            </a:r>
            <a:r>
              <a:rPr lang="en-US" sz="1200" b="1" dirty="0">
                <a:solidFill>
                  <a:schemeClr val="bg1"/>
                </a:solidFill>
                <a:latin typeface="Bookman Old Style"/>
                <a:ea typeface="+mn-lt"/>
                <a:cs typeface="+mn-lt"/>
              </a:rPr>
              <a:t> = </a:t>
            </a:r>
            <a:r>
              <a:rPr lang="en-US" sz="1200" b="1" dirty="0" err="1">
                <a:solidFill>
                  <a:schemeClr val="bg1"/>
                </a:solidFill>
                <a:latin typeface="Bookman Old Style"/>
                <a:ea typeface="+mn-lt"/>
                <a:cs typeface="+mn-lt"/>
              </a:rPr>
              <a:t>device_name</a:t>
            </a:r>
            <a:r>
              <a:rPr lang="en-US" sz="1200" b="1" dirty="0">
                <a:solidFill>
                  <a:schemeClr val="bg1"/>
                </a:solidFill>
                <a:latin typeface="Bookman Old Style"/>
                <a:ea typeface="+mn-lt"/>
                <a:cs typeface="+mn-lt"/>
              </a:rPr>
              <a:t> +</a:t>
            </a:r>
            <a:r>
              <a:rPr lang="en-US" sz="1200" b="1" dirty="0">
                <a:latin typeface="Bookman Old Style"/>
                <a:ea typeface="+mn-lt"/>
                <a:cs typeface="+mn-lt"/>
              </a:rPr>
              <a:t> </a:t>
            </a:r>
            <a:r>
              <a:rPr lang="en-US" sz="1200" b="1" dirty="0">
                <a:solidFill>
                  <a:srgbClr val="92D050"/>
                </a:solidFill>
                <a:latin typeface="Bookman Old Style"/>
                <a:ea typeface="+mn-lt"/>
                <a:cs typeface="+mn-lt"/>
              </a:rPr>
              <a:t>'_backup.txt'</a:t>
            </a:r>
            <a:endParaRPr lang="en-US" sz="1200" b="1" dirty="0">
              <a:solidFill>
                <a:srgbClr val="92D050"/>
              </a:solidFill>
              <a:latin typeface="Bookman Old Style"/>
            </a:endParaRPr>
          </a:p>
          <a:p>
            <a:r>
              <a:rPr lang="en-US" sz="1200" b="1" dirty="0">
                <a:latin typeface="Bookman Old Style"/>
                <a:ea typeface="+mn-lt"/>
                <a:cs typeface="+mn-lt"/>
              </a:rPr>
              <a:t>        </a:t>
            </a:r>
            <a:r>
              <a:rPr lang="en-US" sz="1200" b="1" dirty="0" err="1">
                <a:solidFill>
                  <a:schemeClr val="bg1"/>
                </a:solidFill>
                <a:latin typeface="Bookman Old Style"/>
                <a:ea typeface="+mn-lt"/>
                <a:cs typeface="+mn-lt"/>
              </a:rPr>
              <a:t>conn.disconnect</a:t>
            </a:r>
            <a:r>
              <a:rPr lang="en-US" sz="1200" b="1" dirty="0">
                <a:solidFill>
                  <a:schemeClr val="bg1"/>
                </a:solidFill>
                <a:latin typeface="Bookman Old Style"/>
                <a:ea typeface="+mn-lt"/>
                <a:cs typeface="+mn-lt"/>
              </a:rPr>
              <a:t>()</a:t>
            </a:r>
            <a:endParaRPr lang="hu-HU" sz="1200" b="1" dirty="0">
              <a:solidFill>
                <a:schemeClr val="bg1"/>
              </a:solidFill>
              <a:latin typeface="Bookman Old Style"/>
              <a:ea typeface="+mn-lt"/>
              <a:cs typeface="+mn-lt"/>
            </a:endParaRPr>
          </a:p>
          <a:p>
            <a:endParaRPr lang="en-US" sz="1200" b="1" dirty="0">
              <a:solidFill>
                <a:schemeClr val="bg1"/>
              </a:solidFill>
              <a:latin typeface="Bookman Old Style"/>
            </a:endParaRPr>
          </a:p>
          <a:p>
            <a:r>
              <a:rPr lang="en-US" sz="1200" b="1" dirty="0">
                <a:latin typeface="Bookman Old Style"/>
                <a:ea typeface="+mn-lt"/>
                <a:cs typeface="+mn-lt"/>
              </a:rPr>
              <a:t>        </a:t>
            </a:r>
            <a:r>
              <a:rPr lang="en-US" sz="1200" b="1" dirty="0">
                <a:solidFill>
                  <a:schemeClr val="accent3"/>
                </a:solidFill>
                <a:latin typeface="Bookman Old Style"/>
                <a:ea typeface="+mn-lt"/>
                <a:cs typeface="+mn-lt"/>
              </a:rPr>
              <a:t>with </a:t>
            </a:r>
            <a:r>
              <a:rPr lang="en-US" sz="1200" b="1" dirty="0">
                <a:solidFill>
                  <a:schemeClr val="accent6">
                    <a:lumMod val="49000"/>
                  </a:schemeClr>
                </a:solidFill>
                <a:latin typeface="Bookman Old Style"/>
                <a:ea typeface="+mn-lt"/>
                <a:cs typeface="+mn-lt"/>
              </a:rPr>
              <a:t>open</a:t>
            </a:r>
            <a:r>
              <a:rPr lang="en-US" sz="1200" b="1" dirty="0">
                <a:solidFill>
                  <a:schemeClr val="bg1"/>
                </a:solidFill>
                <a:latin typeface="Bookman Old Style"/>
                <a:ea typeface="+mn-lt"/>
                <a:cs typeface="+mn-lt"/>
              </a:rPr>
              <a:t>(</a:t>
            </a:r>
            <a:r>
              <a:rPr lang="en-US" sz="1200" b="1" dirty="0" err="1">
                <a:solidFill>
                  <a:schemeClr val="bg1"/>
                </a:solidFill>
                <a:latin typeface="Bookman Old Style"/>
                <a:ea typeface="+mn-lt"/>
                <a:cs typeface="+mn-lt"/>
              </a:rPr>
              <a:t>file_name</a:t>
            </a:r>
            <a:r>
              <a:rPr lang="en-US" sz="1200" b="1" dirty="0">
                <a:solidFill>
                  <a:schemeClr val="bg1"/>
                </a:solidFill>
                <a:latin typeface="Bookman Old Style"/>
                <a:ea typeface="+mn-lt"/>
                <a:cs typeface="+mn-lt"/>
              </a:rPr>
              <a:t>,</a:t>
            </a:r>
            <a:r>
              <a:rPr lang="en-US" sz="1200" b="1" dirty="0">
                <a:latin typeface="Bookman Old Style"/>
                <a:ea typeface="+mn-lt"/>
                <a:cs typeface="+mn-lt"/>
              </a:rPr>
              <a:t> </a:t>
            </a:r>
            <a:r>
              <a:rPr lang="en-US" sz="1200" b="1" dirty="0">
                <a:solidFill>
                  <a:srgbClr val="92D050"/>
                </a:solidFill>
                <a:latin typeface="Bookman Old Style"/>
                <a:ea typeface="+mn-lt"/>
                <a:cs typeface="+mn-lt"/>
              </a:rPr>
              <a:t>'w'</a:t>
            </a:r>
            <a:r>
              <a:rPr lang="en-US" sz="1200" b="1" dirty="0">
                <a:solidFill>
                  <a:schemeClr val="bg1"/>
                </a:solidFill>
                <a:latin typeface="Bookman Old Style"/>
                <a:ea typeface="+mn-lt"/>
                <a:cs typeface="+mn-lt"/>
              </a:rPr>
              <a:t>)</a:t>
            </a:r>
            <a:r>
              <a:rPr lang="en-US" sz="1200" b="1" dirty="0">
                <a:latin typeface="Bookman Old Style"/>
                <a:ea typeface="+mn-lt"/>
                <a:cs typeface="+mn-lt"/>
              </a:rPr>
              <a:t> </a:t>
            </a:r>
            <a:r>
              <a:rPr lang="en-US" sz="1200" b="1" dirty="0">
                <a:solidFill>
                  <a:schemeClr val="accent3"/>
                </a:solidFill>
                <a:latin typeface="Bookman Old Style"/>
                <a:ea typeface="+mn-lt"/>
                <a:cs typeface="+mn-lt"/>
              </a:rPr>
              <a:t>as </a:t>
            </a:r>
            <a:r>
              <a:rPr lang="en-US" sz="1200" b="1" dirty="0">
                <a:solidFill>
                  <a:schemeClr val="bg1"/>
                </a:solidFill>
                <a:latin typeface="Bookman Old Style"/>
                <a:ea typeface="+mn-lt"/>
                <a:cs typeface="+mn-lt"/>
              </a:rPr>
              <a:t>f:</a:t>
            </a:r>
            <a:endParaRPr lang="en-US" sz="1200" b="1" dirty="0">
              <a:solidFill>
                <a:schemeClr val="bg1"/>
              </a:solidFill>
              <a:latin typeface="Bookman Old Style"/>
            </a:endParaRPr>
          </a:p>
          <a:p>
            <a:r>
              <a:rPr lang="en-US" sz="1200" b="1" dirty="0">
                <a:latin typeface="Bookman Old Style"/>
                <a:ea typeface="+mn-lt"/>
                <a:cs typeface="+mn-lt"/>
              </a:rPr>
              <a:t>               </a:t>
            </a:r>
            <a:r>
              <a:rPr lang="en-US" sz="1200" b="1" dirty="0">
                <a:solidFill>
                  <a:schemeClr val="bg1"/>
                </a:solidFill>
                <a:latin typeface="Bookman Old Style"/>
                <a:ea typeface="+mn-lt"/>
                <a:cs typeface="+mn-lt"/>
              </a:rPr>
              <a:t> </a:t>
            </a:r>
            <a:r>
              <a:rPr lang="en-US" sz="1200" b="1" dirty="0" err="1">
                <a:solidFill>
                  <a:schemeClr val="bg1"/>
                </a:solidFill>
                <a:latin typeface="Bookman Old Style"/>
                <a:ea typeface="+mn-lt"/>
                <a:cs typeface="+mn-lt"/>
              </a:rPr>
              <a:t>f.write</a:t>
            </a:r>
            <a:r>
              <a:rPr lang="en-US" sz="1200" b="1" dirty="0">
                <a:solidFill>
                  <a:schemeClr val="bg1"/>
                </a:solidFill>
                <a:latin typeface="Bookman Old Style"/>
                <a:ea typeface="+mn-lt"/>
                <a:cs typeface="+mn-lt"/>
              </a:rPr>
              <a:t>(</a:t>
            </a:r>
            <a:r>
              <a:rPr lang="en-US" sz="1200" b="1" dirty="0" err="1">
                <a:solidFill>
                  <a:schemeClr val="bg1"/>
                </a:solidFill>
                <a:latin typeface="Bookman Old Style"/>
                <a:ea typeface="+mn-lt"/>
                <a:cs typeface="+mn-lt"/>
              </a:rPr>
              <a:t>shrun</a:t>
            </a:r>
            <a:r>
              <a:rPr lang="en-US" sz="1200" b="1" dirty="0">
                <a:solidFill>
                  <a:schemeClr val="bg1"/>
                </a:solidFill>
                <a:latin typeface="Bookman Old Style"/>
                <a:ea typeface="+mn-lt"/>
                <a:cs typeface="+mn-lt"/>
              </a:rPr>
              <a:t>)</a:t>
            </a:r>
            <a:endParaRPr lang="hu-HU" sz="1200" b="1" dirty="0">
              <a:solidFill>
                <a:schemeClr val="bg1"/>
              </a:solidFill>
              <a:latin typeface="Bookman Old Style"/>
              <a:ea typeface="+mn-lt"/>
              <a:cs typeface="+mn-lt"/>
            </a:endParaRPr>
          </a:p>
          <a:p>
            <a:endParaRPr lang="en-US" sz="1200" b="1" dirty="0">
              <a:solidFill>
                <a:schemeClr val="bg1"/>
              </a:solidFill>
              <a:latin typeface="Bookman Old Style"/>
            </a:endParaRPr>
          </a:p>
          <a:p>
            <a:r>
              <a:rPr lang="en-US" sz="1200" b="1" dirty="0">
                <a:latin typeface="Bookman Old Style"/>
                <a:ea typeface="+mn-lt"/>
                <a:cs typeface="+mn-lt"/>
              </a:rPr>
              <a:t>        </a:t>
            </a:r>
            <a:r>
              <a:rPr lang="en-US" sz="1200" b="1" dirty="0">
                <a:solidFill>
                  <a:schemeClr val="accent6">
                    <a:lumMod val="49000"/>
                  </a:schemeClr>
                </a:solidFill>
                <a:latin typeface="Bookman Old Style"/>
                <a:ea typeface="+mn-lt"/>
                <a:cs typeface="+mn-lt"/>
              </a:rPr>
              <a:t>print</a:t>
            </a:r>
            <a:r>
              <a:rPr lang="en-US" sz="1200" b="1" dirty="0">
                <a:solidFill>
                  <a:schemeClr val="bg1"/>
                </a:solidFill>
                <a:latin typeface="Bookman Old Style"/>
                <a:ea typeface="+mn-lt"/>
                <a:cs typeface="+mn-lt"/>
              </a:rPr>
              <a:t>(</a:t>
            </a:r>
            <a:r>
              <a:rPr lang="en-US" sz="1200" b="1" dirty="0">
                <a:solidFill>
                  <a:srgbClr val="92D050"/>
                </a:solidFill>
                <a:latin typeface="Bookman Old Style"/>
                <a:ea typeface="+mn-lt"/>
                <a:cs typeface="+mn-lt"/>
              </a:rPr>
              <a:t>'</a:t>
            </a:r>
            <a:r>
              <a:rPr lang="en-US" sz="1200" b="1" dirty="0" err="1">
                <a:solidFill>
                  <a:srgbClr val="92D050"/>
                </a:solidFill>
                <a:latin typeface="Bookman Old Style"/>
                <a:ea typeface="+mn-lt"/>
                <a:cs typeface="+mn-lt"/>
              </a:rPr>
              <a:t>Sikeres</a:t>
            </a:r>
            <a:r>
              <a:rPr lang="en-US" sz="1200" b="1" dirty="0">
                <a:solidFill>
                  <a:srgbClr val="92D050"/>
                </a:solidFill>
                <a:latin typeface="Bookman Old Style"/>
                <a:ea typeface="+mn-lt"/>
                <a:cs typeface="+mn-lt"/>
              </a:rPr>
              <a:t> </a:t>
            </a:r>
            <a:r>
              <a:rPr lang="en-US" sz="1200" b="1" dirty="0" err="1">
                <a:solidFill>
                  <a:srgbClr val="92D050"/>
                </a:solidFill>
                <a:latin typeface="Bookman Old Style"/>
                <a:ea typeface="+mn-lt"/>
                <a:cs typeface="+mn-lt"/>
              </a:rPr>
              <a:t>mentés</a:t>
            </a:r>
            <a:r>
              <a:rPr lang="en-US" sz="1200" b="1" dirty="0">
                <a:solidFill>
                  <a:srgbClr val="92D050"/>
                </a:solidFill>
                <a:latin typeface="Bookman Old Style"/>
                <a:ea typeface="+mn-lt"/>
                <a:cs typeface="+mn-lt"/>
              </a:rPr>
              <a:t>’</a:t>
            </a:r>
            <a:r>
              <a:rPr lang="en-US" sz="1200" b="1" dirty="0">
                <a:solidFill>
                  <a:schemeClr val="bg1"/>
                </a:solidFill>
                <a:latin typeface="Bookman Old Style"/>
                <a:ea typeface="+mn-lt"/>
                <a:cs typeface="+mn-lt"/>
              </a:rPr>
              <a:t>)</a:t>
            </a:r>
            <a:endParaRPr lang="hu-HU" sz="1200" b="1" dirty="0">
              <a:solidFill>
                <a:schemeClr val="bg1"/>
              </a:solidFill>
              <a:latin typeface="Bookman Old Style"/>
              <a:ea typeface="+mn-lt"/>
              <a:cs typeface="+mn-lt"/>
            </a:endParaRPr>
          </a:p>
          <a:p>
            <a:endParaRPr lang="hu-HU" sz="1200" b="1" dirty="0">
              <a:solidFill>
                <a:schemeClr val="bg1"/>
              </a:solidFill>
              <a:latin typeface="Bookman Old Style"/>
            </a:endParaRPr>
          </a:p>
          <a:p>
            <a:r>
              <a:rPr lang="hu-HU" sz="1200" b="1" dirty="0">
                <a:solidFill>
                  <a:schemeClr val="bg1"/>
                </a:solidFill>
                <a:latin typeface="Bookman Old Style"/>
                <a:ea typeface="+mn-lt"/>
                <a:cs typeface="+mn-lt"/>
              </a:rPr>
              <a:t>   </a:t>
            </a:r>
            <a:r>
              <a:rPr lang="en-US" sz="1200" b="1" dirty="0">
                <a:solidFill>
                  <a:schemeClr val="accent3"/>
                </a:solidFill>
                <a:latin typeface="Bookman Old Style"/>
                <a:ea typeface="+mn-lt"/>
                <a:cs typeface="+mn-lt"/>
              </a:rPr>
              <a:t>except</a:t>
            </a:r>
            <a:r>
              <a:rPr lang="hu-HU" sz="1200" b="1" dirty="0">
                <a:solidFill>
                  <a:schemeClr val="accent3"/>
                </a:solidFill>
                <a:latin typeface="Bookman Old Style"/>
                <a:ea typeface="+mn-lt"/>
                <a:cs typeface="+mn-lt"/>
              </a:rPr>
              <a:t> </a:t>
            </a:r>
            <a:r>
              <a:rPr lang="hu-HU" sz="1200" b="1" dirty="0" err="1">
                <a:solidFill>
                  <a:srgbClr val="00008E"/>
                </a:solidFill>
                <a:latin typeface="Bookman Old Style"/>
                <a:ea typeface="+mn-lt"/>
                <a:cs typeface="+mn-lt"/>
              </a:rPr>
              <a:t>Exception</a:t>
            </a:r>
            <a:r>
              <a:rPr lang="hu-HU" sz="1200" b="1" dirty="0">
                <a:solidFill>
                  <a:schemeClr val="accent3"/>
                </a:solidFill>
                <a:latin typeface="Bookman Old Style"/>
                <a:ea typeface="+mn-lt"/>
                <a:cs typeface="+mn-lt"/>
              </a:rPr>
              <a:t> </a:t>
            </a:r>
            <a:r>
              <a:rPr lang="hu-HU" sz="1200" b="1" dirty="0" err="1">
                <a:solidFill>
                  <a:schemeClr val="accent3"/>
                </a:solidFill>
                <a:latin typeface="Bookman Old Style"/>
                <a:ea typeface="+mn-lt"/>
                <a:cs typeface="+mn-lt"/>
              </a:rPr>
              <a:t>as</a:t>
            </a:r>
            <a:r>
              <a:rPr lang="hu-HU" sz="1200" b="1" dirty="0">
                <a:solidFill>
                  <a:schemeClr val="accent3"/>
                </a:solidFill>
                <a:latin typeface="Bookman Old Style"/>
                <a:ea typeface="+mn-lt"/>
                <a:cs typeface="+mn-lt"/>
              </a:rPr>
              <a:t> </a:t>
            </a:r>
            <a:r>
              <a:rPr lang="hu-HU" sz="1200" b="1" dirty="0">
                <a:solidFill>
                  <a:schemeClr val="bg1"/>
                </a:solidFill>
                <a:latin typeface="Bookman Old Style"/>
                <a:ea typeface="+mn-lt"/>
                <a:cs typeface="+mn-lt"/>
              </a:rPr>
              <a:t>e</a:t>
            </a:r>
            <a:r>
              <a:rPr lang="en-US" sz="1200" b="1" dirty="0">
                <a:solidFill>
                  <a:schemeClr val="bg1"/>
                </a:solidFill>
                <a:latin typeface="Bookman Old Style"/>
                <a:ea typeface="+mn-lt"/>
                <a:cs typeface="+mn-lt"/>
              </a:rPr>
              <a:t>:</a:t>
            </a:r>
            <a:endParaRPr lang="en-US" sz="1200" b="1" dirty="0">
              <a:solidFill>
                <a:schemeClr val="bg1"/>
              </a:solidFill>
              <a:latin typeface="Bookman Old Style"/>
            </a:endParaRPr>
          </a:p>
          <a:p>
            <a:r>
              <a:rPr lang="en-US" sz="1200" b="1" dirty="0">
                <a:latin typeface="Bookman Old Style"/>
                <a:ea typeface="+mn-lt"/>
                <a:cs typeface="+mn-lt"/>
              </a:rPr>
              <a:t>        </a:t>
            </a:r>
            <a:r>
              <a:rPr lang="en-US" sz="1200" b="1" dirty="0">
                <a:solidFill>
                  <a:schemeClr val="accent6">
                    <a:lumMod val="49000"/>
                  </a:schemeClr>
                </a:solidFill>
                <a:latin typeface="Bookman Old Style"/>
                <a:ea typeface="+mn-lt"/>
                <a:cs typeface="+mn-lt"/>
              </a:rPr>
              <a:t>print</a:t>
            </a:r>
            <a:r>
              <a:rPr lang="en-US" sz="1200" b="1" dirty="0">
                <a:solidFill>
                  <a:schemeClr val="bg1"/>
                </a:solidFill>
                <a:latin typeface="Bookman Old Style"/>
                <a:ea typeface="+mn-lt"/>
                <a:cs typeface="+mn-lt"/>
              </a:rPr>
              <a:t>(</a:t>
            </a:r>
            <a:r>
              <a:rPr lang="hu-HU" sz="1200" b="1" dirty="0">
                <a:solidFill>
                  <a:srgbClr val="92D050"/>
                </a:solidFill>
                <a:latin typeface="Bookman Old Style"/>
                <a:ea typeface="+mn-lt"/>
                <a:cs typeface="+mn-lt"/>
              </a:rPr>
              <a:t>Hiba történt:</a:t>
            </a:r>
            <a:r>
              <a:rPr lang="en-US" sz="1200" b="1" dirty="0">
                <a:solidFill>
                  <a:srgbClr val="92D050"/>
                </a:solidFill>
                <a:latin typeface="Bookman Old Style"/>
                <a:ea typeface="+mn-lt"/>
                <a:cs typeface="+mn-lt"/>
              </a:rPr>
              <a:t>’</a:t>
            </a:r>
            <a:r>
              <a:rPr lang="hu-HU" sz="1200" b="1" dirty="0">
                <a:solidFill>
                  <a:schemeClr val="bg1"/>
                </a:solidFill>
                <a:latin typeface="Bookman Old Style"/>
                <a:ea typeface="+mn-lt"/>
                <a:cs typeface="+mn-lt"/>
              </a:rPr>
              <a:t>, e</a:t>
            </a:r>
            <a:r>
              <a:rPr lang="en-US" sz="1200" b="1" dirty="0">
                <a:solidFill>
                  <a:schemeClr val="bg1"/>
                </a:solidFill>
                <a:latin typeface="Bookman Old Style"/>
                <a:ea typeface="+mn-lt"/>
                <a:cs typeface="+mn-lt"/>
              </a:rPr>
              <a:t>)</a:t>
            </a:r>
            <a:endParaRPr lang="en-US" sz="1200" b="1" dirty="0">
              <a:solidFill>
                <a:schemeClr val="bg1"/>
              </a:solidFill>
              <a:latin typeface="Bookman Old Style"/>
            </a:endParaRPr>
          </a:p>
          <a:p>
            <a:endParaRPr lang="en-US" sz="1200" b="1" dirty="0">
              <a:latin typeface="Bookman Old Style"/>
            </a:endParaRPr>
          </a:p>
          <a:p>
            <a:r>
              <a:rPr lang="en-US" sz="1200" b="1" dirty="0">
                <a:solidFill>
                  <a:schemeClr val="bg1"/>
                </a:solidFill>
                <a:latin typeface="Bookman Old Style"/>
                <a:ea typeface="+mn-lt"/>
                <a:cs typeface="+mn-lt"/>
              </a:rPr>
              <a:t>device =</a:t>
            </a:r>
            <a:r>
              <a:rPr lang="en-US" sz="1200" b="1" dirty="0">
                <a:latin typeface="Bookman Old Style"/>
                <a:ea typeface="+mn-lt"/>
                <a:cs typeface="+mn-lt"/>
              </a:rPr>
              <a:t> </a:t>
            </a:r>
            <a:r>
              <a:rPr lang="en-US" sz="1200" b="1" dirty="0" err="1">
                <a:solidFill>
                  <a:srgbClr val="00008E"/>
                </a:solidFill>
                <a:latin typeface="Bookman Old Style"/>
                <a:ea typeface="+mn-lt"/>
                <a:cs typeface="+mn-lt"/>
              </a:rPr>
              <a:t>eszkozfelvetel</a:t>
            </a:r>
            <a:r>
              <a:rPr lang="en-US" sz="1200" b="1" dirty="0">
                <a:solidFill>
                  <a:schemeClr val="bg1"/>
                </a:solidFill>
                <a:latin typeface="Bookman Old Style"/>
                <a:ea typeface="+mn-lt"/>
                <a:cs typeface="+mn-lt"/>
              </a:rPr>
              <a:t>()</a:t>
            </a:r>
            <a:endParaRPr lang="en-US" sz="1200" b="1" dirty="0">
              <a:solidFill>
                <a:schemeClr val="bg1"/>
              </a:solidFill>
              <a:latin typeface="Bookman Old Style"/>
            </a:endParaRPr>
          </a:p>
          <a:p>
            <a:r>
              <a:rPr lang="en-US" sz="1200" b="1" dirty="0" err="1">
                <a:solidFill>
                  <a:srgbClr val="00008E"/>
                </a:solidFill>
                <a:latin typeface="Bookman Old Style"/>
                <a:ea typeface="+mn-lt"/>
                <a:cs typeface="+mn-lt"/>
              </a:rPr>
              <a:t>futtatas</a:t>
            </a:r>
            <a:r>
              <a:rPr lang="en-US" sz="1200" b="1" dirty="0">
                <a:solidFill>
                  <a:schemeClr val="bg1"/>
                </a:solidFill>
                <a:latin typeface="Bookman Old Style"/>
                <a:ea typeface="+mn-lt"/>
                <a:cs typeface="+mn-lt"/>
              </a:rPr>
              <a:t>(device)</a:t>
            </a:r>
            <a:endParaRPr lang="en-US" sz="1200" b="1" dirty="0">
              <a:solidFill>
                <a:schemeClr val="bg1"/>
              </a:solidFill>
              <a:latin typeface="Bookman Old Style"/>
            </a:endParaRPr>
          </a:p>
          <a:p>
            <a:pPr algn="l"/>
            <a:endParaRPr lang="en-US" sz="1200" b="1" dirty="0">
              <a:latin typeface="Bookman Old Style"/>
            </a:endParaRPr>
          </a:p>
        </p:txBody>
      </p:sp>
    </p:spTree>
  </p:cSld>
  <p:clrMapOvr>
    <a:masterClrMapping/>
  </p:clrMapOvr>
  <p:transition spd="med">
    <p:pull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DBFC5315-2BE3-D215-A501-E1FCDEA1077A}"/>
              </a:ext>
            </a:extLst>
          </p:cNvPr>
          <p:cNvSpPr txBox="1">
            <a:spLocks noGrp="1"/>
          </p:cNvSpPr>
          <p:nvPr>
            <p:ph type="title"/>
          </p:nvPr>
        </p:nvSpPr>
        <p:spPr>
          <a:xfrm>
            <a:off x="534388" y="374750"/>
            <a:ext cx="4736112" cy="567463"/>
          </a:xfrm>
          <a:prstGeom prst="rect">
            <a:avLst/>
          </a:prstGeom>
        </p:spPr>
        <p:txBody>
          <a:bodyPr vert="horz" wrap="square" lIns="0" tIns="13335" rIns="0" bIns="0" rtlCol="0">
            <a:spAutoFit/>
          </a:bodyPr>
          <a:lstStyle/>
          <a:p>
            <a:pPr marL="12700">
              <a:lnSpc>
                <a:spcPct val="100000"/>
              </a:lnSpc>
              <a:spcBef>
                <a:spcPts val="105"/>
              </a:spcBef>
            </a:pPr>
            <a:r>
              <a:rPr lang="hu-HU" sz="3600" u="sng" spc="-20">
                <a:solidFill>
                  <a:schemeClr val="tx1"/>
                </a:solidFill>
                <a:latin typeface="Bookman Old Style"/>
              </a:rPr>
              <a:t>Munkamegosztás</a:t>
            </a:r>
            <a:endParaRPr lang="en-US" sz="3600" u="sng" spc="-20">
              <a:solidFill>
                <a:schemeClr val="tx1"/>
              </a:solidFill>
              <a:latin typeface="Bookman Old Style"/>
            </a:endParaRPr>
          </a:p>
        </p:txBody>
      </p:sp>
      <p:sp>
        <p:nvSpPr>
          <p:cNvPr id="2" name="Élőláb helye 1">
            <a:extLst>
              <a:ext uri="{FF2B5EF4-FFF2-40B4-BE49-F238E27FC236}">
                <a16:creationId xmlns:a16="http://schemas.microsoft.com/office/drawing/2014/main" id="{E1D133D2-3CF7-7E00-C467-5562273F37A3}"/>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5" name="object 3">
            <a:extLst>
              <a:ext uri="{FF2B5EF4-FFF2-40B4-BE49-F238E27FC236}">
                <a16:creationId xmlns:a16="http://schemas.microsoft.com/office/drawing/2014/main" id="{15DA0EC8-D359-ED6D-8DD1-01CCD6813B12}"/>
              </a:ext>
            </a:extLst>
          </p:cNvPr>
          <p:cNvSpPr txBox="1"/>
          <p:nvPr/>
        </p:nvSpPr>
        <p:spPr>
          <a:xfrm>
            <a:off x="2260600" y="1554635"/>
            <a:ext cx="5562600" cy="1938992"/>
          </a:xfrm>
          <a:prstGeom prst="rect">
            <a:avLst/>
          </a:prstGeom>
          <a:ln w="9144">
            <a:noFill/>
          </a:ln>
        </p:spPr>
        <p:txBody>
          <a:bodyPr vert="horz" wrap="square" lIns="0" tIns="0" rIns="0" bIns="0" rtlCol="0" anchor="t">
            <a:spAutoFit/>
          </a:bodyPr>
          <a:lstStyle/>
          <a:p>
            <a:pPr marL="1270"/>
            <a:r>
              <a:rPr lang="hu-HU" spc="-10" dirty="0">
                <a:ea typeface="+mn-lt"/>
                <a:cs typeface="+mn-lt"/>
              </a:rPr>
              <a:t>Dominik villámgyorsan kiszúrta a hibákat, Máté kreatívan hozta a megoldásokat, Milán pedig gondoskodott róla, hogy minden tökéletesen </a:t>
            </a:r>
            <a:r>
              <a:rPr lang="hu-HU" spc="-10" dirty="0" err="1">
                <a:ea typeface="+mn-lt"/>
                <a:cs typeface="+mn-lt"/>
              </a:rPr>
              <a:t>működjön</a:t>
            </a:r>
            <a:r>
              <a:rPr lang="hu-HU" spc="-10" dirty="0">
                <a:ea typeface="+mn-lt"/>
                <a:cs typeface="+mn-lt"/>
              </a:rPr>
              <a:t>. Így hárman együtt igazi nyerő csapatot alkottunk jókedvvel, lendülettel és sok nevetéssel!</a:t>
            </a:r>
            <a:br>
              <a:rPr lang="hu-HU" spc="-10" dirty="0">
                <a:ea typeface="+mn-lt"/>
                <a:cs typeface="+mn-lt"/>
              </a:rPr>
            </a:br>
            <a:r>
              <a:rPr lang="hu-HU" spc="-10" dirty="0"/>
              <a:t>A legfontosabb dolgok azok a kommunikáció, bizalom, illetve a szenvedély.</a:t>
            </a:r>
            <a:endParaRPr lang="en-US" dirty="0"/>
          </a:p>
        </p:txBody>
      </p:sp>
      <p:sp>
        <p:nvSpPr>
          <p:cNvPr id="7" name="object 3">
            <a:extLst>
              <a:ext uri="{FF2B5EF4-FFF2-40B4-BE49-F238E27FC236}">
                <a16:creationId xmlns:a16="http://schemas.microsoft.com/office/drawing/2014/main" id="{4F2319CC-29FF-45A9-E0A6-501F44C75E8A}"/>
              </a:ext>
            </a:extLst>
          </p:cNvPr>
          <p:cNvSpPr txBox="1"/>
          <p:nvPr/>
        </p:nvSpPr>
        <p:spPr>
          <a:xfrm>
            <a:off x="774700" y="3829050"/>
            <a:ext cx="3200400" cy="1107996"/>
          </a:xfrm>
          <a:prstGeom prst="rect">
            <a:avLst/>
          </a:prstGeom>
          <a:ln w="9144">
            <a:noFill/>
          </a:ln>
        </p:spPr>
        <p:txBody>
          <a:bodyPr vert="horz" wrap="square" lIns="0" tIns="0" rIns="0" bIns="0" rtlCol="0" anchor="t">
            <a:spAutoFit/>
          </a:bodyPr>
          <a:lstStyle/>
          <a:p>
            <a:pPr marL="1270"/>
            <a:r>
              <a:rPr lang="hu-HU" spc="-10">
                <a:latin typeface="Bookman Old Style"/>
                <a:cs typeface="Arial MT"/>
              </a:rPr>
              <a:t>Munkamegosztás eszközei:</a:t>
            </a:r>
          </a:p>
          <a:p>
            <a:pPr marL="287020" indent="-285750">
              <a:buFont typeface="Wingdings" panose="05000000000000000000" pitchFamily="2" charset="2"/>
              <a:buChar char="Ø"/>
            </a:pPr>
            <a:r>
              <a:rPr lang="hu-HU" spc="-10" err="1">
                <a:latin typeface="Bookman Old Style"/>
                <a:cs typeface="Arial MT"/>
              </a:rPr>
              <a:t>Teams</a:t>
            </a:r>
            <a:endParaRPr lang="hu-HU" spc="-10">
              <a:latin typeface="Bookman Old Style"/>
              <a:cs typeface="Arial MT"/>
            </a:endParaRPr>
          </a:p>
          <a:p>
            <a:pPr marL="287020" indent="-285750">
              <a:buFont typeface="Wingdings" panose="05000000000000000000" pitchFamily="2" charset="2"/>
              <a:buChar char="Ø"/>
            </a:pPr>
            <a:r>
              <a:rPr lang="hu-HU" spc="-10" err="1">
                <a:latin typeface="Bookman Old Style"/>
                <a:cs typeface="Arial MT"/>
              </a:rPr>
              <a:t>Trello</a:t>
            </a:r>
            <a:endParaRPr lang="hu-HU" spc="-10">
              <a:latin typeface="Bookman Old Style"/>
              <a:cs typeface="Arial MT"/>
            </a:endParaRPr>
          </a:p>
          <a:p>
            <a:pPr marL="287020" indent="-285750">
              <a:buFont typeface="Wingdings" panose="05000000000000000000" pitchFamily="2" charset="2"/>
              <a:buChar char="Ø"/>
            </a:pPr>
            <a:r>
              <a:rPr lang="hu-HU" spc="-10" err="1">
                <a:latin typeface="Bookman Old Style"/>
                <a:cs typeface="Arial MT"/>
              </a:rPr>
              <a:t>Git</a:t>
            </a:r>
            <a:r>
              <a:rPr lang="hu-HU" spc="-10">
                <a:latin typeface="Bookman Old Style"/>
                <a:cs typeface="Arial MT"/>
              </a:rPr>
              <a:t>, GitHub</a:t>
            </a:r>
          </a:p>
        </p:txBody>
      </p:sp>
    </p:spTree>
    <p:extLst>
      <p:ext uri="{BB962C8B-B14F-4D97-AF65-F5344CB8AC3E}">
        <p14:creationId xmlns:p14="http://schemas.microsoft.com/office/powerpoint/2010/main" val="4210208034"/>
      </p:ext>
    </p:extLst>
  </p:cSld>
  <p:clrMapOvr>
    <a:masterClrMapping/>
  </p:clrMapOvr>
  <p:transition spd="med">
    <p:pull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1E6EB-3F38-7786-BD03-F7F41ADA237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BB00514-19C0-7D61-23B4-5A5F80BBE16A}"/>
              </a:ext>
            </a:extLst>
          </p:cNvPr>
          <p:cNvSpPr txBox="1">
            <a:spLocks noGrp="1"/>
          </p:cNvSpPr>
          <p:nvPr>
            <p:ph type="title"/>
          </p:nvPr>
        </p:nvSpPr>
        <p:spPr>
          <a:xfrm>
            <a:off x="-7056" y="1390650"/>
            <a:ext cx="9072880" cy="1611339"/>
          </a:xfrm>
          <a:prstGeom prst="rect">
            <a:avLst/>
          </a:prstGeom>
          <a:solidFill>
            <a:srgbClr val="C62339"/>
          </a:solidFill>
        </p:spPr>
        <p:txBody>
          <a:bodyPr vert="horz" wrap="square" lIns="0" tIns="376555" rIns="0" bIns="0" rtlCol="0">
            <a:spAutoFit/>
          </a:bodyPr>
          <a:lstStyle/>
          <a:p>
            <a:pPr>
              <a:lnSpc>
                <a:spcPct val="100000"/>
              </a:lnSpc>
              <a:spcBef>
                <a:spcPts val="2965"/>
              </a:spcBef>
            </a:pPr>
            <a:endParaRPr sz="3600">
              <a:latin typeface="Bookman Old Style" panose="02050604050505020204" pitchFamily="18" charset="0"/>
            </a:endParaRPr>
          </a:p>
          <a:p>
            <a:pPr marL="72390" algn="ctr">
              <a:lnSpc>
                <a:spcPct val="100000"/>
              </a:lnSpc>
            </a:pPr>
            <a:r>
              <a:rPr lang="hu-HU" sz="4400" spc="-10">
                <a:solidFill>
                  <a:srgbClr val="FFFFFF"/>
                </a:solidFill>
                <a:latin typeface="Bookman Old Style" panose="02050604050505020204" pitchFamily="18" charset="0"/>
              </a:rPr>
              <a:t>English </a:t>
            </a:r>
            <a:r>
              <a:rPr lang="hu-HU" sz="4400" spc="-10" err="1">
                <a:solidFill>
                  <a:srgbClr val="FFFFFF"/>
                </a:solidFill>
                <a:latin typeface="Bookman Old Style" panose="02050604050505020204" pitchFamily="18" charset="0"/>
              </a:rPr>
              <a:t>Presentation</a:t>
            </a:r>
            <a:endParaRPr sz="4400" spc="-10">
              <a:solidFill>
                <a:srgbClr val="FFFFFF"/>
              </a:solidFill>
              <a:latin typeface="Bookman Old Style" panose="02050604050505020204" pitchFamily="18" charset="0"/>
            </a:endParaRPr>
          </a:p>
        </p:txBody>
      </p:sp>
      <p:sp>
        <p:nvSpPr>
          <p:cNvPr id="3" name="Élőláb helye 1">
            <a:extLst>
              <a:ext uri="{FF2B5EF4-FFF2-40B4-BE49-F238E27FC236}">
                <a16:creationId xmlns:a16="http://schemas.microsoft.com/office/drawing/2014/main" id="{9897665C-B16A-1C1B-A824-2468B593C200}"/>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Tree>
    <p:extLst>
      <p:ext uri="{BB962C8B-B14F-4D97-AF65-F5344CB8AC3E}">
        <p14:creationId xmlns:p14="http://schemas.microsoft.com/office/powerpoint/2010/main" val="1528123194"/>
      </p:ext>
    </p:extLst>
  </p:cSld>
  <p:clrMapOvr>
    <a:masterClrMapping/>
  </p:clrMapOvr>
  <p:transition spd="med">
    <p:pull di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653CC0C6-0817-FE40-9352-2C39256BB1A3}"/>
              </a:ext>
            </a:extLst>
          </p:cNvPr>
          <p:cNvSpPr txBox="1">
            <a:spLocks noGrp="1"/>
          </p:cNvSpPr>
          <p:nvPr>
            <p:ph type="title"/>
          </p:nvPr>
        </p:nvSpPr>
        <p:spPr>
          <a:xfrm>
            <a:off x="534388" y="374750"/>
            <a:ext cx="6717312" cy="567463"/>
          </a:xfrm>
          <a:prstGeom prst="rect">
            <a:avLst/>
          </a:prstGeom>
        </p:spPr>
        <p:txBody>
          <a:bodyPr vert="horz" wrap="square" lIns="0" tIns="13335" rIns="0" bIns="0" rtlCol="0">
            <a:spAutoFit/>
          </a:bodyPr>
          <a:lstStyle/>
          <a:p>
            <a:pPr marL="12700">
              <a:lnSpc>
                <a:spcPct val="100000"/>
              </a:lnSpc>
              <a:spcBef>
                <a:spcPts val="105"/>
              </a:spcBef>
            </a:pPr>
            <a:r>
              <a:rPr lang="hu-HU" sz="3600" u="sng" spc="-20" err="1">
                <a:solidFill>
                  <a:schemeClr val="tx1"/>
                </a:solidFill>
                <a:latin typeface="Bookman Old Style"/>
              </a:rPr>
              <a:t>Comprehensive</a:t>
            </a:r>
            <a:r>
              <a:rPr lang="hu-HU" sz="3600" u="sng" spc="-20" dirty="0">
                <a:solidFill>
                  <a:schemeClr val="tx1"/>
                </a:solidFill>
                <a:latin typeface="Bookman Old Style"/>
              </a:rPr>
              <a:t> </a:t>
            </a:r>
            <a:r>
              <a:rPr lang="hu-HU" sz="3600" u="sng" spc="-20" err="1">
                <a:solidFill>
                  <a:schemeClr val="tx1"/>
                </a:solidFill>
                <a:latin typeface="Bookman Old Style"/>
              </a:rPr>
              <a:t>Presentation</a:t>
            </a:r>
            <a:endParaRPr lang="en-US" sz="3600" u="sng" spc="-20">
              <a:solidFill>
                <a:schemeClr val="tx1"/>
              </a:solidFill>
              <a:latin typeface="Bookman Old Style"/>
            </a:endParaRPr>
          </a:p>
        </p:txBody>
      </p:sp>
      <p:sp>
        <p:nvSpPr>
          <p:cNvPr id="2" name="Élőláb helye 1">
            <a:extLst>
              <a:ext uri="{FF2B5EF4-FFF2-40B4-BE49-F238E27FC236}">
                <a16:creationId xmlns:a16="http://schemas.microsoft.com/office/drawing/2014/main" id="{42C4B16E-9344-BEE1-979F-7687AEA44FE0}"/>
              </a:ext>
            </a:extLst>
          </p:cNvPr>
          <p:cNvSpPr>
            <a:spLocks noGrp="1"/>
          </p:cNvSpPr>
          <p:nvPr>
            <p:ph type="ftr" sz="quarter" idx="11"/>
          </p:nvPr>
        </p:nvSpPr>
        <p:spPr>
          <a:xfrm rot="5400000">
            <a:off x="8371264" y="404436"/>
            <a:ext cx="1060968" cy="252096"/>
          </a:xfrm>
        </p:spPr>
        <p:txBody>
          <a:bodyPr/>
          <a:lstStyle/>
          <a:p>
            <a:pPr marL="297180" marR="5080" indent="-285115">
              <a:lnSpc>
                <a:spcPct val="100000"/>
              </a:lnSpc>
              <a:spcBef>
                <a:spcPts val="25"/>
              </a:spcBef>
            </a:pPr>
            <a:r>
              <a:rPr lang="hu-HU" sz="1200" spc="-20">
                <a:solidFill>
                  <a:schemeClr val="tx1"/>
                </a:solidFill>
                <a:latin typeface="Bookman Old Style"/>
              </a:rPr>
              <a:t>2025-2026</a:t>
            </a:r>
            <a:endParaRPr lang="hu-HU" sz="1600" spc="-20">
              <a:solidFill>
                <a:schemeClr val="tx1"/>
              </a:solidFill>
              <a:latin typeface="Bookman Old Style" panose="02050604050505020204" pitchFamily="18" charset="0"/>
            </a:endParaRPr>
          </a:p>
        </p:txBody>
      </p:sp>
      <p:sp>
        <p:nvSpPr>
          <p:cNvPr id="8" name="object 3">
            <a:extLst>
              <a:ext uri="{FF2B5EF4-FFF2-40B4-BE49-F238E27FC236}">
                <a16:creationId xmlns:a16="http://schemas.microsoft.com/office/drawing/2014/main" id="{1983DEB2-CEE4-5B1E-98E4-59184A642F64}"/>
              </a:ext>
            </a:extLst>
          </p:cNvPr>
          <p:cNvSpPr txBox="1"/>
          <p:nvPr/>
        </p:nvSpPr>
        <p:spPr>
          <a:xfrm>
            <a:off x="1126566" y="1653510"/>
            <a:ext cx="3915334" cy="3447098"/>
          </a:xfrm>
          <a:prstGeom prst="rect">
            <a:avLst/>
          </a:prstGeom>
          <a:ln w="9144">
            <a:noFill/>
          </a:ln>
        </p:spPr>
        <p:txBody>
          <a:bodyPr vert="horz" wrap="square" lIns="0" tIns="0" rIns="0" bIns="0" rtlCol="0" anchor="t">
            <a:spAutoFit/>
          </a:bodyPr>
          <a:lstStyle/>
          <a:p>
            <a:pPr marL="1270"/>
            <a:r>
              <a:rPr lang="hu-HU" sz="1600" spc="-10" err="1">
                <a:latin typeface="Bookman Old Style"/>
                <a:cs typeface="Arial MT"/>
              </a:rPr>
              <a:t>LANs</a:t>
            </a:r>
            <a:endParaRPr lang="hu-HU" sz="1600" spc="-10">
              <a:latin typeface="Bookman Old Style"/>
              <a:cs typeface="Arial MT"/>
            </a:endParaRPr>
          </a:p>
          <a:p>
            <a:pPr marL="287020" indent="-285750">
              <a:buFont typeface="Wingdings" panose="05000000000000000000" pitchFamily="2" charset="2"/>
              <a:buChar char="Ø"/>
            </a:pPr>
            <a:r>
              <a:rPr lang="hu-HU" sz="1600" spc="-10">
                <a:latin typeface="Bookman Old Style"/>
                <a:cs typeface="Arial MT"/>
              </a:rPr>
              <a:t>Office</a:t>
            </a:r>
          </a:p>
          <a:p>
            <a:pPr marL="744220" lvl="1" indent="-285750">
              <a:buFont typeface="Wingdings" panose="05000000000000000000" pitchFamily="2" charset="2"/>
              <a:buChar char="Ø"/>
            </a:pPr>
            <a:r>
              <a:rPr lang="hu-HU" sz="1600" spc="-10" err="1">
                <a:latin typeface="Bookman Old Style"/>
                <a:cs typeface="Arial MT"/>
              </a:rPr>
              <a:t>VLANs</a:t>
            </a:r>
            <a:endParaRPr lang="hu-HU" sz="1600" spc="-10">
              <a:latin typeface="Bookman Old Style"/>
              <a:cs typeface="Arial MT"/>
            </a:endParaRPr>
          </a:p>
          <a:p>
            <a:pPr marL="744220" lvl="1" indent="-285750">
              <a:buFont typeface="Wingdings" panose="05000000000000000000" pitchFamily="2" charset="2"/>
              <a:buChar char="Ø"/>
            </a:pPr>
            <a:r>
              <a:rPr lang="hu-HU" sz="1600" spc="-10" err="1">
                <a:latin typeface="Bookman Old Style"/>
                <a:cs typeface="Arial MT"/>
              </a:rPr>
              <a:t>EtherChannel</a:t>
            </a:r>
            <a:endParaRPr lang="hu-HU" sz="1600" spc="-10">
              <a:latin typeface="Bookman Old Style"/>
              <a:cs typeface="Arial MT"/>
            </a:endParaRPr>
          </a:p>
          <a:p>
            <a:pPr marL="744220" lvl="1" indent="-285750">
              <a:buFont typeface="Wingdings" panose="05000000000000000000" pitchFamily="2" charset="2"/>
              <a:buChar char="Ø"/>
            </a:pPr>
            <a:r>
              <a:rPr lang="hu-HU" sz="1600" spc="-10" dirty="0" err="1">
                <a:latin typeface="Bookman Old Style"/>
                <a:cs typeface="Arial MT"/>
              </a:rPr>
              <a:t>Spanning</a:t>
            </a:r>
            <a:r>
              <a:rPr lang="hu-HU" sz="1600" spc="-10" dirty="0">
                <a:latin typeface="Bookman Old Style"/>
                <a:cs typeface="Arial MT"/>
              </a:rPr>
              <a:t> </a:t>
            </a:r>
            <a:r>
              <a:rPr lang="hu-HU" sz="1600" spc="-10" dirty="0" err="1">
                <a:latin typeface="Bookman Old Style"/>
                <a:cs typeface="Arial MT"/>
              </a:rPr>
              <a:t>Tree</a:t>
            </a:r>
            <a:r>
              <a:rPr lang="hu-HU" sz="1600" spc="-10" dirty="0">
                <a:latin typeface="Bookman Old Style"/>
                <a:cs typeface="Arial MT"/>
              </a:rPr>
              <a:t> </a:t>
            </a:r>
            <a:r>
              <a:rPr lang="hu-HU" sz="1600" spc="-10" dirty="0" err="1">
                <a:latin typeface="Bookman Old Style"/>
                <a:cs typeface="Arial MT"/>
              </a:rPr>
              <a:t>Protocol</a:t>
            </a:r>
            <a:endParaRPr lang="hu-HU" sz="1600" spc="-10" dirty="0">
              <a:latin typeface="Bookman Old Style"/>
              <a:cs typeface="Arial MT"/>
            </a:endParaRPr>
          </a:p>
          <a:p>
            <a:pPr marL="287020" indent="-285750">
              <a:buFont typeface="Wingdings" panose="05000000000000000000" pitchFamily="2" charset="2"/>
              <a:buChar char="Ø"/>
            </a:pPr>
            <a:r>
              <a:rPr lang="hu-HU" sz="1600" spc="-10" err="1">
                <a:latin typeface="Bookman Old Style"/>
                <a:cs typeface="Arial MT"/>
              </a:rPr>
              <a:t>Warehouse</a:t>
            </a:r>
            <a:endParaRPr lang="hu-HU" sz="1600" spc="-10">
              <a:latin typeface="Bookman Old Style"/>
              <a:cs typeface="Arial MT"/>
            </a:endParaRPr>
          </a:p>
          <a:p>
            <a:pPr marL="744220" lvl="1" indent="-285750">
              <a:buFont typeface="Wingdings" panose="05000000000000000000" pitchFamily="2" charset="2"/>
              <a:buChar char="Ø"/>
            </a:pPr>
            <a:r>
              <a:rPr lang="hu-HU" sz="1600" spc="-10">
                <a:latin typeface="Bookman Old Style"/>
                <a:cs typeface="Arial MT"/>
              </a:rPr>
              <a:t>HSRPv2, HSRPv3</a:t>
            </a:r>
          </a:p>
          <a:p>
            <a:pPr marL="744220" lvl="1" indent="-285750">
              <a:buFont typeface="Wingdings" panose="05000000000000000000" pitchFamily="2" charset="2"/>
              <a:buChar char="Ø"/>
            </a:pPr>
            <a:r>
              <a:rPr lang="hu-HU" sz="1600" spc="-10" dirty="0" err="1">
                <a:latin typeface="Bookman Old Style"/>
                <a:cs typeface="Arial MT"/>
              </a:rPr>
              <a:t>Tunnel</a:t>
            </a:r>
            <a:r>
              <a:rPr lang="hu-HU" sz="1600" spc="-10" dirty="0">
                <a:latin typeface="Bookman Old Style"/>
                <a:cs typeface="Arial MT"/>
              </a:rPr>
              <a:t> </a:t>
            </a:r>
            <a:r>
              <a:rPr lang="hu-HU" sz="1600" spc="-10" dirty="0" err="1">
                <a:latin typeface="Bookman Old Style"/>
                <a:cs typeface="Arial MT"/>
              </a:rPr>
              <a:t>connection</a:t>
            </a:r>
            <a:r>
              <a:rPr lang="hu-HU" sz="1600" spc="-10" dirty="0">
                <a:latin typeface="Bookman Old Style"/>
                <a:cs typeface="Arial MT"/>
              </a:rPr>
              <a:t> </a:t>
            </a:r>
            <a:r>
              <a:rPr lang="hu-HU" sz="1600" spc="-10" dirty="0" err="1">
                <a:latin typeface="Bookman Old Style"/>
                <a:cs typeface="Arial MT"/>
              </a:rPr>
              <a:t>with</a:t>
            </a:r>
            <a:r>
              <a:rPr lang="hu-HU" sz="1600" spc="-10" dirty="0">
                <a:latin typeface="Bookman Old Style"/>
                <a:cs typeface="Arial MT"/>
              </a:rPr>
              <a:t> Office</a:t>
            </a:r>
          </a:p>
          <a:p>
            <a:pPr marL="287020" indent="-285750">
              <a:buFont typeface="Wingdings" panose="05000000000000000000" pitchFamily="2" charset="2"/>
              <a:buChar char="Ø"/>
            </a:pPr>
            <a:r>
              <a:rPr lang="hu-HU" sz="1600" spc="-10">
                <a:latin typeface="Bookman Old Style"/>
                <a:cs typeface="Arial MT"/>
              </a:rPr>
              <a:t>Server farm</a:t>
            </a:r>
          </a:p>
          <a:p>
            <a:pPr marL="744220" lvl="1" indent="-285750">
              <a:buFont typeface="Wingdings" panose="05000000000000000000" pitchFamily="2" charset="2"/>
              <a:buChar char="Ø"/>
            </a:pPr>
            <a:r>
              <a:rPr lang="hu-HU" sz="1600" spc="-10">
                <a:latin typeface="Bookman Old Style"/>
                <a:cs typeface="Arial MT"/>
              </a:rPr>
              <a:t>Servers</a:t>
            </a:r>
          </a:p>
          <a:p>
            <a:pPr marL="744220" lvl="1" indent="-285750">
              <a:buFont typeface="Wingdings" panose="05000000000000000000" pitchFamily="2" charset="2"/>
              <a:buChar char="Ø"/>
            </a:pPr>
            <a:r>
              <a:rPr lang="hu-HU" sz="1600" spc="-10" dirty="0">
                <a:latin typeface="Bookman Old Style"/>
                <a:cs typeface="Arial MT"/>
              </a:rPr>
              <a:t>ASA </a:t>
            </a:r>
            <a:r>
              <a:rPr lang="hu-HU" sz="1600" spc="-10" dirty="0" err="1">
                <a:latin typeface="Bookman Old Style"/>
                <a:cs typeface="Arial MT"/>
              </a:rPr>
              <a:t>firewall</a:t>
            </a:r>
            <a:endParaRPr lang="hu-HU" sz="1600" spc="-10" dirty="0">
              <a:latin typeface="Bookman Old Style"/>
              <a:cs typeface="Arial MT"/>
            </a:endParaRPr>
          </a:p>
          <a:p>
            <a:pPr marL="287020" indent="-285750">
              <a:buFont typeface="Wingdings" panose="05000000000000000000" pitchFamily="2" charset="2"/>
              <a:buChar char="Ø"/>
            </a:pPr>
            <a:r>
              <a:rPr lang="hu-HU" sz="1600" spc="-10" dirty="0" err="1">
                <a:latin typeface="Bookman Old Style"/>
                <a:cs typeface="Arial MT"/>
              </a:rPr>
              <a:t>Remote</a:t>
            </a:r>
            <a:r>
              <a:rPr lang="hu-HU" sz="1600" spc="-10" dirty="0">
                <a:latin typeface="Bookman Old Style"/>
                <a:cs typeface="Arial MT"/>
              </a:rPr>
              <a:t> </a:t>
            </a:r>
            <a:r>
              <a:rPr lang="hu-HU" sz="1600" spc="-10" dirty="0" err="1">
                <a:latin typeface="Bookman Old Style"/>
                <a:cs typeface="Arial MT"/>
              </a:rPr>
              <a:t>worker</a:t>
            </a:r>
            <a:endParaRPr lang="hu-HU" sz="1600" spc="-10" dirty="0">
              <a:latin typeface="Bookman Old Style"/>
              <a:cs typeface="Arial MT"/>
            </a:endParaRPr>
          </a:p>
          <a:p>
            <a:pPr marL="744220" lvl="1" indent="-285750">
              <a:buFont typeface="Wingdings" panose="05000000000000000000" pitchFamily="2" charset="2"/>
              <a:buChar char="Ø"/>
            </a:pPr>
            <a:r>
              <a:rPr lang="hu-HU" sz="1600" spc="-10" dirty="0" err="1">
                <a:latin typeface="Bookman Old Style"/>
                <a:cs typeface="Arial MT"/>
              </a:rPr>
              <a:t>Wireless</a:t>
            </a:r>
            <a:r>
              <a:rPr lang="hu-HU" sz="1600" spc="-10" dirty="0">
                <a:latin typeface="Bookman Old Style"/>
                <a:cs typeface="Arial MT"/>
              </a:rPr>
              <a:t> </a:t>
            </a:r>
            <a:r>
              <a:rPr lang="hu-HU" sz="1600" spc="-10" dirty="0" err="1">
                <a:latin typeface="Bookman Old Style"/>
                <a:cs typeface="Arial MT"/>
              </a:rPr>
              <a:t>connection</a:t>
            </a:r>
            <a:endParaRPr lang="hu-HU" sz="1600" spc="-10" dirty="0">
              <a:latin typeface="Bookman Old Style"/>
              <a:cs typeface="Arial MT"/>
            </a:endParaRPr>
          </a:p>
          <a:p>
            <a:pPr marL="287020" indent="-285750">
              <a:buFont typeface="Wingdings" panose="05000000000000000000" pitchFamily="2" charset="2"/>
              <a:buChar char="Ø"/>
            </a:pPr>
            <a:endParaRPr lang="hu-HU" sz="1600" spc="-10">
              <a:latin typeface="Bookman Old Style" panose="02050604050505020204" pitchFamily="18" charset="0"/>
              <a:cs typeface="Arial MT"/>
            </a:endParaRPr>
          </a:p>
        </p:txBody>
      </p:sp>
      <p:sp>
        <p:nvSpPr>
          <p:cNvPr id="10" name="Szövegdoboz 9">
            <a:extLst>
              <a:ext uri="{FF2B5EF4-FFF2-40B4-BE49-F238E27FC236}">
                <a16:creationId xmlns:a16="http://schemas.microsoft.com/office/drawing/2014/main" id="{9FCAA899-92E7-99CE-3B3B-EF9943571921}"/>
              </a:ext>
            </a:extLst>
          </p:cNvPr>
          <p:cNvSpPr txBox="1"/>
          <p:nvPr/>
        </p:nvSpPr>
        <p:spPr>
          <a:xfrm>
            <a:off x="6216276" y="2381250"/>
            <a:ext cx="2102224" cy="1077218"/>
          </a:xfrm>
          <a:prstGeom prst="rect">
            <a:avLst/>
          </a:prstGeom>
          <a:noFill/>
        </p:spPr>
        <p:txBody>
          <a:bodyPr wrap="square" lIns="91440" tIns="45720" rIns="91440" bIns="45720" anchor="t">
            <a:spAutoFit/>
          </a:bodyPr>
          <a:lstStyle/>
          <a:p>
            <a:pPr marL="1270"/>
            <a:r>
              <a:rPr lang="hu-HU" sz="1600" spc="-10">
                <a:latin typeface="Bookman Old Style"/>
                <a:cs typeface="Arial MT"/>
              </a:rPr>
              <a:t>WAN</a:t>
            </a:r>
          </a:p>
          <a:p>
            <a:pPr marL="287020" indent="-285750">
              <a:buFont typeface="Wingdings" panose="05000000000000000000" pitchFamily="2" charset="2"/>
              <a:buChar char="Ø"/>
            </a:pPr>
            <a:r>
              <a:rPr lang="hu-HU" sz="1600" spc="-10">
                <a:latin typeface="Bookman Old Style"/>
                <a:cs typeface="Arial MT"/>
              </a:rPr>
              <a:t>Service </a:t>
            </a:r>
            <a:r>
              <a:rPr lang="hu-HU" sz="1600" spc="-10" err="1">
                <a:latin typeface="Bookman Old Style"/>
                <a:cs typeface="Arial MT"/>
              </a:rPr>
              <a:t>Provider</a:t>
            </a:r>
            <a:endParaRPr lang="hu-HU" sz="1600" spc="-10">
              <a:latin typeface="Bookman Old Style"/>
              <a:cs typeface="Arial MT"/>
            </a:endParaRPr>
          </a:p>
          <a:p>
            <a:pPr marL="744220" lvl="1" indent="-285750">
              <a:buFont typeface="Wingdings" panose="05000000000000000000" pitchFamily="2" charset="2"/>
              <a:buChar char="Ø"/>
            </a:pPr>
            <a:r>
              <a:rPr lang="hu-HU" sz="1600" spc="-10">
                <a:latin typeface="Bookman Old Style"/>
                <a:cs typeface="Arial MT"/>
              </a:rPr>
              <a:t>OSPF</a:t>
            </a:r>
          </a:p>
          <a:p>
            <a:pPr marL="744220" lvl="1" indent="-285750">
              <a:buFont typeface="Wingdings" panose="05000000000000000000" pitchFamily="2" charset="2"/>
              <a:buChar char="Ø"/>
            </a:pPr>
            <a:r>
              <a:rPr lang="hu-HU" sz="1600" spc="-10">
                <a:latin typeface="Bookman Old Style"/>
                <a:cs typeface="Arial MT"/>
              </a:rPr>
              <a:t>PPP</a:t>
            </a:r>
          </a:p>
        </p:txBody>
      </p:sp>
    </p:spTree>
    <p:extLst>
      <p:ext uri="{BB962C8B-B14F-4D97-AF65-F5344CB8AC3E}">
        <p14:creationId xmlns:p14="http://schemas.microsoft.com/office/powerpoint/2010/main" val="556402721"/>
      </p:ext>
    </p:extLst>
  </p:cSld>
  <p:clrMapOvr>
    <a:masterClrMapping/>
  </p:clrMapOvr>
  <p:transition spd="med">
    <p:pull di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0256" y="1979467"/>
            <a:ext cx="7696200" cy="843821"/>
          </a:xfrm>
          <a:prstGeom prst="rect">
            <a:avLst/>
          </a:prstGeom>
        </p:spPr>
        <p:txBody>
          <a:bodyPr vert="horz" wrap="square" lIns="0" tIns="12700" rIns="0" bIns="0" rtlCol="0">
            <a:spAutoFit/>
          </a:bodyPr>
          <a:lstStyle/>
          <a:p>
            <a:pPr marL="12700">
              <a:lnSpc>
                <a:spcPct val="100000"/>
              </a:lnSpc>
              <a:spcBef>
                <a:spcPts val="100"/>
              </a:spcBef>
            </a:pPr>
            <a:r>
              <a:rPr sz="5400" i="1" u="sng" dirty="0" err="1">
                <a:solidFill>
                  <a:schemeClr val="tx1"/>
                </a:solidFill>
                <a:latin typeface="Bookman Old Style"/>
              </a:rPr>
              <a:t>Köszön</a:t>
            </a:r>
            <a:r>
              <a:rPr lang="hu-HU" sz="5400" i="1" u="sng" dirty="0" err="1">
                <a:solidFill>
                  <a:schemeClr val="tx1"/>
                </a:solidFill>
                <a:latin typeface="Bookman Old Style"/>
              </a:rPr>
              <a:t>jük</a:t>
            </a:r>
            <a:r>
              <a:rPr sz="5400" i="1" u="sng" spc="-60" dirty="0">
                <a:solidFill>
                  <a:schemeClr val="tx1"/>
                </a:solidFill>
                <a:latin typeface="Bookman Old Style"/>
              </a:rPr>
              <a:t> </a:t>
            </a:r>
            <a:r>
              <a:rPr sz="5400" i="1" u="sng" dirty="0">
                <a:solidFill>
                  <a:schemeClr val="tx1"/>
                </a:solidFill>
                <a:latin typeface="Bookman Old Style"/>
              </a:rPr>
              <a:t>a</a:t>
            </a:r>
            <a:r>
              <a:rPr sz="5400" i="1" u="sng" spc="-40" dirty="0">
                <a:solidFill>
                  <a:schemeClr val="tx1"/>
                </a:solidFill>
                <a:latin typeface="Bookman Old Style"/>
              </a:rPr>
              <a:t> </a:t>
            </a:r>
            <a:r>
              <a:rPr sz="5400" i="1" u="sng" spc="-10" dirty="0" err="1">
                <a:solidFill>
                  <a:schemeClr val="tx1"/>
                </a:solidFill>
                <a:latin typeface="Bookman Old Style"/>
              </a:rPr>
              <a:t>figyelmet</a:t>
            </a:r>
            <a:r>
              <a:rPr sz="5400" i="1" u="sng" spc="-10" dirty="0">
                <a:solidFill>
                  <a:schemeClr val="tx1"/>
                </a:solidFill>
                <a:latin typeface="Bookman Old Style"/>
              </a:rPr>
              <a:t>!</a:t>
            </a:r>
            <a:endParaRPr lang="en-US" sz="5400" i="1" u="sng" dirty="0">
              <a:solidFill>
                <a:schemeClr val="tx1"/>
              </a:solidFill>
              <a:latin typeface="Bookman Old Style"/>
            </a:endParaRPr>
          </a:p>
        </p:txBody>
      </p:sp>
      <p:sp>
        <p:nvSpPr>
          <p:cNvPr id="3" name="Élőláb helye 1">
            <a:extLst>
              <a:ext uri="{FF2B5EF4-FFF2-40B4-BE49-F238E27FC236}">
                <a16:creationId xmlns:a16="http://schemas.microsoft.com/office/drawing/2014/main" id="{9AD85422-FD8A-4B02-8910-6DDAC45C04D9}"/>
              </a:ext>
            </a:extLst>
          </p:cNvPr>
          <p:cNvSpPr txBox="1">
            <a:spLocks/>
          </p:cNvSpPr>
          <p:nvPr/>
        </p:nvSpPr>
        <p:spPr>
          <a:xfrm rot="5400000">
            <a:off x="8371264" y="404436"/>
            <a:ext cx="1060968" cy="25209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97180" marR="5080" indent="-285115">
              <a:spcBef>
                <a:spcPts val="25"/>
              </a:spcBef>
            </a:pPr>
            <a:r>
              <a:rPr lang="hu-HU" sz="1200" spc="-20">
                <a:latin typeface="Bookman Old Style"/>
              </a:rPr>
              <a:t>2025-2026</a:t>
            </a:r>
            <a:endParaRPr lang="hu-HU" sz="1600" spc="-20">
              <a:latin typeface="Bookman Old Style" panose="02050604050505020204" pitchFamily="18" charset="0"/>
            </a:endParaRPr>
          </a:p>
        </p:txBody>
      </p:sp>
      <p:sp>
        <p:nvSpPr>
          <p:cNvPr id="5" name="Rectangle 1">
            <a:extLst>
              <a:ext uri="{FF2B5EF4-FFF2-40B4-BE49-F238E27FC236}">
                <a16:creationId xmlns:a16="http://schemas.microsoft.com/office/drawing/2014/main" id="{F5980015-E394-4D76-B64A-A2800D2CA10D}"/>
              </a:ext>
            </a:extLst>
          </p:cNvPr>
          <p:cNvSpPr>
            <a:spLocks noChangeArrowheads="1"/>
          </p:cNvSpPr>
          <p:nvPr/>
        </p:nvSpPr>
        <p:spPr bwMode="auto">
          <a:xfrm>
            <a:off x="4430333" y="4262907"/>
            <a:ext cx="10083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hu-HU" altLang="hu-HU" sz="1800" b="0" i="0" u="none" strike="noStrike" cap="none" normalizeH="0" baseline="0">
                <a:ln>
                  <a:noFill/>
                </a:ln>
                <a:solidFill>
                  <a:schemeClr val="tx1"/>
                </a:solidFill>
                <a:effectLst/>
                <a:latin typeface="Arial" panose="020B0604020202020204" pitchFamily="34" charset="0"/>
                <a:hlinkClick r:id="rId3"/>
              </a:rPr>
              <a:t>teszt.mp4</a:t>
            </a:r>
            <a:endParaRPr kumimoji="0" lang="hu-HU" altLang="hu-HU"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spd="med">
    <p:pull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um" ma:contentTypeID="0x0101003815619940225F48ADC4D9ED1F008E83" ma:contentTypeVersion="12" ma:contentTypeDescription="Új dokumentum létrehozása." ma:contentTypeScope="" ma:versionID="b8b889cb5320e59d6af7a6b5897dbbd7">
  <xsd:schema xmlns:xsd="http://www.w3.org/2001/XMLSchema" xmlns:xs="http://www.w3.org/2001/XMLSchema" xmlns:p="http://schemas.microsoft.com/office/2006/metadata/properties" xmlns:ns2="f8c65ba7-21ab-4928-9909-3e15be063334" xmlns:ns3="7801e4a4-51b2-4913-9d1a-372ce1e3c317" targetNamespace="http://schemas.microsoft.com/office/2006/metadata/properties" ma:root="true" ma:fieldsID="77d54c3f2f0efdbcee8abca553ec5ed6" ns2:_="" ns3:_="">
    <xsd:import namespace="f8c65ba7-21ab-4928-9909-3e15be063334"/>
    <xsd:import namespace="7801e4a4-51b2-4913-9d1a-372ce1e3c31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c65ba7-21ab-4928-9909-3e15be0633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Képcímkék" ma:readOnly="false" ma:fieldId="{5cf76f15-5ced-4ddc-b409-7134ff3c332f}" ma:taxonomyMulti="true" ma:sspId="7cea84af-ca51-4782-b807-38ccc885637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01e4a4-51b2-4913-9d1a-372ce1e3c31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418252c-5452-41fb-8be3-959867dabe87}" ma:internalName="TaxCatchAll" ma:showField="CatchAllData" ma:web="7801e4a4-51b2-4913-9d1a-372ce1e3c31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artalomtípus"/>
        <xsd:element ref="dc:title" minOccurs="0" maxOccurs="1" ma:index="4" ma:displayName="Cí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8c65ba7-21ab-4928-9909-3e15be063334">
      <Terms xmlns="http://schemas.microsoft.com/office/infopath/2007/PartnerControls"/>
    </lcf76f155ced4ddcb4097134ff3c332f>
    <TaxCatchAll xmlns="7801e4a4-51b2-4913-9d1a-372ce1e3c317" xsi:nil="true"/>
  </documentManagement>
</p:properties>
</file>

<file path=customXml/itemProps1.xml><?xml version="1.0" encoding="utf-8"?>
<ds:datastoreItem xmlns:ds="http://schemas.openxmlformats.org/officeDocument/2006/customXml" ds:itemID="{E84FFD4F-5EC9-47FA-8ACA-244B3145F7A6}">
  <ds:schemaRefs>
    <ds:schemaRef ds:uri="7801e4a4-51b2-4913-9d1a-372ce1e3c317"/>
    <ds:schemaRef ds:uri="f8c65ba7-21ab-4928-9909-3e15be06333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F4414ED-5A91-46B7-8408-731B6D5F0B58}">
  <ds:schemaRefs>
    <ds:schemaRef ds:uri="http://schemas.microsoft.com/sharepoint/v3/contenttype/forms"/>
  </ds:schemaRefs>
</ds:datastoreItem>
</file>

<file path=customXml/itemProps3.xml><?xml version="1.0" encoding="utf-8"?>
<ds:datastoreItem xmlns:ds="http://schemas.openxmlformats.org/officeDocument/2006/customXml" ds:itemID="{414908E0-4C87-49CE-9746-95B341D15E8B}">
  <ds:schemaRefs>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http://schemas.microsoft.com/office/2006/metadata/properties"/>
    <ds:schemaRef ds:uri="http://purl.org/dc/elements/1.1/"/>
    <ds:schemaRef ds:uri="f8c65ba7-21ab-4928-9909-3e15be063334"/>
    <ds:schemaRef ds:uri="7801e4a4-51b2-4913-9d1a-372ce1e3c317"/>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Ion</Template>
  <TotalTime>0</TotalTime>
  <Words>4859</Words>
  <Application>Microsoft Office PowerPoint</Application>
  <PresentationFormat>Egyéni</PresentationFormat>
  <Paragraphs>1089</Paragraphs>
  <Slides>71</Slides>
  <Notes>71</Notes>
  <HiddenSlides>0</HiddenSlides>
  <MMClips>0</MMClips>
  <ScaleCrop>false</ScaleCrop>
  <HeadingPairs>
    <vt:vector size="6" baseType="variant">
      <vt:variant>
        <vt:lpstr>Használt betűtípusok</vt:lpstr>
      </vt:variant>
      <vt:variant>
        <vt:i4>8</vt:i4>
      </vt:variant>
      <vt:variant>
        <vt:lpstr>Téma</vt:lpstr>
      </vt:variant>
      <vt:variant>
        <vt:i4>1</vt:i4>
      </vt:variant>
      <vt:variant>
        <vt:lpstr>Diacímek</vt:lpstr>
      </vt:variant>
      <vt:variant>
        <vt:i4>71</vt:i4>
      </vt:variant>
    </vt:vector>
  </HeadingPairs>
  <TitlesOfParts>
    <vt:vector size="80" baseType="lpstr">
      <vt:lpstr>Arial</vt:lpstr>
      <vt:lpstr>Arial MT</vt:lpstr>
      <vt:lpstr>Bookman Old Style</vt:lpstr>
      <vt:lpstr>Calibri</vt:lpstr>
      <vt:lpstr>Century Gothic</vt:lpstr>
      <vt:lpstr>Segoe UI</vt:lpstr>
      <vt:lpstr>Wingdings</vt:lpstr>
      <vt:lpstr>Wingdings 3</vt:lpstr>
      <vt:lpstr>Ion</vt:lpstr>
      <vt:lpstr> CrazyDrive Zrt.</vt:lpstr>
      <vt:lpstr>Bevezető</vt:lpstr>
      <vt:lpstr>A megvalósítás során használt eszközök</vt:lpstr>
      <vt:lpstr>A dokumentáció részei</vt:lpstr>
      <vt:lpstr>A projekt részeinek bemutatása</vt:lpstr>
      <vt:lpstr>IP cím kiosztások</vt:lpstr>
      <vt:lpstr>IP cím kiosztások</vt:lpstr>
      <vt:lpstr> Az Iroda</vt:lpstr>
      <vt:lpstr>Iroda</vt:lpstr>
      <vt:lpstr>VLAN-ok</vt:lpstr>
      <vt:lpstr>PowerPoint-bemutató</vt:lpstr>
      <vt:lpstr>Portkiosztások</vt:lpstr>
      <vt:lpstr>VLSM</vt:lpstr>
      <vt:lpstr>VLSM</vt:lpstr>
      <vt:lpstr>Emelet1_SW Etherchannel, RPVST+</vt:lpstr>
      <vt:lpstr>Emelet2_SW Etherchannel, RPVST+</vt:lpstr>
      <vt:lpstr>Emelet3_SW Etherchannel, RPVST+</vt:lpstr>
      <vt:lpstr>Emelet1/2/3_SW Portbiztonság</vt:lpstr>
      <vt:lpstr>SSH a távoli eléréshez</vt:lpstr>
      <vt:lpstr>Iroda_R GRE TUNNEL</vt:lpstr>
      <vt:lpstr> A Telephely</vt:lpstr>
      <vt:lpstr>HSRP IPv4 kapcsolat a Telephelyen</vt:lpstr>
      <vt:lpstr>HSRP IPv6 kapcsolat a Telephelyen</vt:lpstr>
      <vt:lpstr> A Szolgáltató</vt:lpstr>
      <vt:lpstr>PowerPoint-bemutató</vt:lpstr>
      <vt:lpstr>OSPF terület - IPv4</vt:lpstr>
      <vt:lpstr>Telep_R1 forgalomirányító</vt:lpstr>
      <vt:lpstr>Telep_R2 forgalomirányító</vt:lpstr>
      <vt:lpstr>Iroda_R forgalomirányító</vt:lpstr>
      <vt:lpstr>Szerverpark_R forgalomirányító</vt:lpstr>
      <vt:lpstr>ISP_R1 forgalomirányító</vt:lpstr>
      <vt:lpstr>ISP_R2 forgalomirányító</vt:lpstr>
      <vt:lpstr>ISP_R3 forgalomirányító</vt:lpstr>
      <vt:lpstr>OSPF terület – IPv6</vt:lpstr>
      <vt:lpstr>Telep_R1 forgalomirányító</vt:lpstr>
      <vt:lpstr>Telep_R2 forgalomirányító</vt:lpstr>
      <vt:lpstr>Iroda_R forgalomirányító</vt:lpstr>
      <vt:lpstr>Szerverpark_R forgalomirányító</vt:lpstr>
      <vt:lpstr>ISP_R1 forgalomirányító</vt:lpstr>
      <vt:lpstr>ISP_R2 forgalomirányító</vt:lpstr>
      <vt:lpstr>ISP_R3 forgalomirányító</vt:lpstr>
      <vt:lpstr> Az Otthoni Hálózat</vt:lpstr>
      <vt:lpstr>WRT300N – Home-Wifi IP beállítások</vt:lpstr>
      <vt:lpstr>WRT300N – Home-Wifi Wifi beállítások</vt:lpstr>
      <vt:lpstr> Szerverpark</vt:lpstr>
      <vt:lpstr>A Linux szerverek</vt:lpstr>
      <vt:lpstr>A virtuális gépek</vt:lpstr>
      <vt:lpstr>A hálózati beállítások</vt:lpstr>
      <vt:lpstr>SSH</vt:lpstr>
      <vt:lpstr>PowerPoint-bemutató</vt:lpstr>
      <vt:lpstr>DNS bejegyzések (BIND9)</vt:lpstr>
      <vt:lpstr>DNS bejegyzések (BIND9)</vt:lpstr>
      <vt:lpstr>DNS bejegyzések (BIND9)</vt:lpstr>
      <vt:lpstr>DNS bejegyzések (BIND9)</vt:lpstr>
      <vt:lpstr>Apache2 HTML</vt:lpstr>
      <vt:lpstr>FTP</vt:lpstr>
      <vt:lpstr>A Windows Szerverek</vt:lpstr>
      <vt:lpstr>Active Directory</vt:lpstr>
      <vt:lpstr>Automatikus telepítés Csoportházirend</vt:lpstr>
      <vt:lpstr>Fájl és nyomtató megosztás</vt:lpstr>
      <vt:lpstr>DHCP</vt:lpstr>
      <vt:lpstr>Az ASA</vt:lpstr>
      <vt:lpstr>Alapbeállítások</vt:lpstr>
      <vt:lpstr> SSH, DHCP</vt:lpstr>
      <vt:lpstr>NAT, ICMP</vt:lpstr>
      <vt:lpstr> Hálózatprogramozás</vt:lpstr>
      <vt:lpstr>Konfiguráció mentés</vt:lpstr>
      <vt:lpstr>Munkamegosztás</vt:lpstr>
      <vt:lpstr> English Presentation</vt:lpstr>
      <vt:lpstr>Comprehensive Presentation</vt:lpstr>
      <vt:lpstr>Köszönjük a figyelmet!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Intercoolest</dc:title>
  <dc:creator>szocsistvangergo@irinyi-ref.hu;bagyinistvan@irinyi-ref.hu</dc:creator>
  <cp:lastModifiedBy>Jobbágy Dominik</cp:lastModifiedBy>
  <cp:revision>988</cp:revision>
  <dcterms:created xsi:type="dcterms:W3CDTF">2024-12-18T13:20:45Z</dcterms:created>
  <dcterms:modified xsi:type="dcterms:W3CDTF">2026-04-21T08:54:52Z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2022-02-01T00:00:00Z</vt:filetime>
  </property>
  <property fmtid="{D5CDD505-2E9C-101B-9397-08002B2CF9AE}" pid="3" name="Creator">
    <vt:lpwstr>Microsoft® PowerPoint® 2019</vt:lpwstr>
  </property>
  <property fmtid="{D5CDD505-2E9C-101B-9397-08002B2CF9AE}" pid="4" name="LastSaved">
    <vt:filetime>2024-12-18T00:00:00Z</vt:filetime>
  </property>
  <property fmtid="{D5CDD505-2E9C-101B-9397-08002B2CF9AE}" pid="5" name="Producer">
    <vt:lpwstr>Microsoft® PowerPoint® 2019</vt:lpwstr>
  </property>
  <property fmtid="{D5CDD505-2E9C-101B-9397-08002B2CF9AE}" pid="6" name="ContentTypeId">
    <vt:lpwstr>0x0101003815619940225F48ADC4D9ED1F008E83</vt:lpwstr>
  </property>
  <property fmtid="{D5CDD505-2E9C-101B-9397-08002B2CF9AE}" pid="7" name="MediaServiceImageTags">
    <vt:lpwstr/>
  </property>
</Properties>
</file>